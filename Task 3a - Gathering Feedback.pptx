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sldIdLst>
    <p:sldId id="256" r:id="rId3"/>
    <p:sldId id="258" r:id="rId4"/>
    <p:sldId id="259" r:id="rId5"/>
    <p:sldId id="268" r:id="rId6"/>
    <p:sldId id="261" r:id="rId7"/>
    <p:sldId id="262" r:id="rId8"/>
    <p:sldId id="263" r:id="rId9"/>
    <p:sldId id="264" r:id="rId10"/>
    <p:sldId id="265" r:id="rId11"/>
    <p:sldId id="266" r:id="rId12"/>
    <p:sldId id="267" r:id="rId13"/>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FAF838-B333-46C0-8F35-2F0AF7CA3BD0}" v="723" dt="2023-03-30T12:26:36.6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microsoft.com/office/2016/11/relationships/changesInfo" Target="changesInfos/changesInfo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19"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hammed Miah" userId="S::muhammed.miah@sandwell.ac.uk::0e20bf18-5ea6-47bf-82bb-ae77a37497ea" providerId="AD" clId="Web-{4EFAF838-B333-46C0-8F35-2F0AF7CA3BD0}"/>
    <pc:docChg chg="addSld delSld modSld addMainMaster">
      <pc:chgData name="Muhammed Miah" userId="S::muhammed.miah@sandwell.ac.uk::0e20bf18-5ea6-47bf-82bb-ae77a37497ea" providerId="AD" clId="Web-{4EFAF838-B333-46C0-8F35-2F0AF7CA3BD0}" dt="2023-03-30T12:26:36.696" v="728"/>
      <pc:docMkLst>
        <pc:docMk/>
      </pc:docMkLst>
      <pc:sldChg chg="addSp modSp mod setBg addAnim setClrOvrMap">
        <pc:chgData name="Muhammed Miah" userId="S::muhammed.miah@sandwell.ac.uk::0e20bf18-5ea6-47bf-82bb-ae77a37497ea" providerId="AD" clId="Web-{4EFAF838-B333-46C0-8F35-2F0AF7CA3BD0}" dt="2023-03-30T12:22:15.063" v="657" actId="20577"/>
        <pc:sldMkLst>
          <pc:docMk/>
          <pc:sldMk cId="109857222" sldId="256"/>
        </pc:sldMkLst>
        <pc:spChg chg="mod">
          <ac:chgData name="Muhammed Miah" userId="S::muhammed.miah@sandwell.ac.uk::0e20bf18-5ea6-47bf-82bb-ae77a37497ea" providerId="AD" clId="Web-{4EFAF838-B333-46C0-8F35-2F0AF7CA3BD0}" dt="2023-03-30T12:22:15.063" v="657" actId="20577"/>
          <ac:spMkLst>
            <pc:docMk/>
            <pc:sldMk cId="109857222" sldId="256"/>
            <ac:spMk id="2" creationId="{00000000-0000-0000-0000-000000000000}"/>
          </ac:spMkLst>
        </pc:spChg>
        <pc:spChg chg="mod">
          <ac:chgData name="Muhammed Miah" userId="S::muhammed.miah@sandwell.ac.uk::0e20bf18-5ea6-47bf-82bb-ae77a37497ea" providerId="AD" clId="Web-{4EFAF838-B333-46C0-8F35-2F0AF7CA3BD0}" dt="2023-03-30T12:21:56.327" v="649"/>
          <ac:spMkLst>
            <pc:docMk/>
            <pc:sldMk cId="109857222" sldId="256"/>
            <ac:spMk id="3" creationId="{00000000-0000-0000-0000-000000000000}"/>
          </ac:spMkLst>
        </pc:spChg>
        <pc:spChg chg="add">
          <ac:chgData name="Muhammed Miah" userId="S::muhammed.miah@sandwell.ac.uk::0e20bf18-5ea6-47bf-82bb-ae77a37497ea" providerId="AD" clId="Web-{4EFAF838-B333-46C0-8F35-2F0AF7CA3BD0}" dt="2023-03-30T12:21:56.327" v="649"/>
          <ac:spMkLst>
            <pc:docMk/>
            <pc:sldMk cId="109857222" sldId="256"/>
            <ac:spMk id="9" creationId="{0671A8AE-40A1-4631-A6B8-581AFF065482}"/>
          </ac:spMkLst>
        </pc:spChg>
        <pc:spChg chg="add">
          <ac:chgData name="Muhammed Miah" userId="S::muhammed.miah@sandwell.ac.uk::0e20bf18-5ea6-47bf-82bb-ae77a37497ea" providerId="AD" clId="Web-{4EFAF838-B333-46C0-8F35-2F0AF7CA3BD0}" dt="2023-03-30T12:21:56.327" v="649"/>
          <ac:spMkLst>
            <pc:docMk/>
            <pc:sldMk cId="109857222" sldId="256"/>
            <ac:spMk id="11" creationId="{AB58EF07-17C2-48CF-ABB0-EEF1F17CB8F0}"/>
          </ac:spMkLst>
        </pc:spChg>
        <pc:spChg chg="add">
          <ac:chgData name="Muhammed Miah" userId="S::muhammed.miah@sandwell.ac.uk::0e20bf18-5ea6-47bf-82bb-ae77a37497ea" providerId="AD" clId="Web-{4EFAF838-B333-46C0-8F35-2F0AF7CA3BD0}" dt="2023-03-30T12:21:56.327" v="649"/>
          <ac:spMkLst>
            <pc:docMk/>
            <pc:sldMk cId="109857222" sldId="256"/>
            <ac:spMk id="13" creationId="{AF2F604E-43BE-4DC3-B983-E071523364F8}"/>
          </ac:spMkLst>
        </pc:spChg>
        <pc:spChg chg="add">
          <ac:chgData name="Muhammed Miah" userId="S::muhammed.miah@sandwell.ac.uk::0e20bf18-5ea6-47bf-82bb-ae77a37497ea" providerId="AD" clId="Web-{4EFAF838-B333-46C0-8F35-2F0AF7CA3BD0}" dt="2023-03-30T12:21:56.327" v="649"/>
          <ac:spMkLst>
            <pc:docMk/>
            <pc:sldMk cId="109857222" sldId="256"/>
            <ac:spMk id="15" creationId="{08C9B587-E65E-4B52-B37C-ABEBB6E87928}"/>
          </ac:spMkLst>
        </pc:spChg>
        <pc:picChg chg="add">
          <ac:chgData name="Muhammed Miah" userId="S::muhammed.miah@sandwell.ac.uk::0e20bf18-5ea6-47bf-82bb-ae77a37497ea" providerId="AD" clId="Web-{4EFAF838-B333-46C0-8F35-2F0AF7CA3BD0}" dt="2023-03-30T12:21:56.327" v="649"/>
          <ac:picMkLst>
            <pc:docMk/>
            <pc:sldMk cId="109857222" sldId="256"/>
            <ac:picMk id="5" creationId="{2D804DA9-C79E-BA60-1D75-E9DBEC2453C1}"/>
          </ac:picMkLst>
        </pc:picChg>
      </pc:sldChg>
      <pc:sldChg chg="modSp new del">
        <pc:chgData name="Muhammed Miah" userId="S::muhammed.miah@sandwell.ac.uk::0e20bf18-5ea6-47bf-82bb-ae77a37497ea" providerId="AD" clId="Web-{4EFAF838-B333-46C0-8F35-2F0AF7CA3BD0}" dt="2023-03-30T12:22:18.437" v="658"/>
        <pc:sldMkLst>
          <pc:docMk/>
          <pc:sldMk cId="3474209322" sldId="257"/>
        </pc:sldMkLst>
        <pc:spChg chg="mod">
          <ac:chgData name="Muhammed Miah" userId="S::muhammed.miah@sandwell.ac.uk::0e20bf18-5ea6-47bf-82bb-ae77a37497ea" providerId="AD" clId="Web-{4EFAF838-B333-46C0-8F35-2F0AF7CA3BD0}" dt="2023-03-30T12:05:32.718" v="22" actId="20577"/>
          <ac:spMkLst>
            <pc:docMk/>
            <pc:sldMk cId="3474209322" sldId="257"/>
            <ac:spMk id="2" creationId="{6735A8B5-4AAE-6647-65EF-D8BF41CD0B31}"/>
          </ac:spMkLst>
        </pc:spChg>
      </pc:sldChg>
      <pc:sldChg chg="addSp modSp new mod setBg">
        <pc:chgData name="Muhammed Miah" userId="S::muhammed.miah@sandwell.ac.uk::0e20bf18-5ea6-47bf-82bb-ae77a37497ea" providerId="AD" clId="Web-{4EFAF838-B333-46C0-8F35-2F0AF7CA3BD0}" dt="2023-03-30T12:22:29.485" v="666" actId="1076"/>
        <pc:sldMkLst>
          <pc:docMk/>
          <pc:sldMk cId="242011601" sldId="258"/>
        </pc:sldMkLst>
        <pc:spChg chg="mod">
          <ac:chgData name="Muhammed Miah" userId="S::muhammed.miah@sandwell.ac.uk::0e20bf18-5ea6-47bf-82bb-ae77a37497ea" providerId="AD" clId="Web-{4EFAF838-B333-46C0-8F35-2F0AF7CA3BD0}" dt="2023-03-30T12:22:21.344" v="659"/>
          <ac:spMkLst>
            <pc:docMk/>
            <pc:sldMk cId="242011601" sldId="258"/>
            <ac:spMk id="2" creationId="{12722067-DBAA-2A6A-3EBB-9B57734ADCFE}"/>
          </ac:spMkLst>
        </pc:spChg>
        <pc:spChg chg="mod">
          <ac:chgData name="Muhammed Miah" userId="S::muhammed.miah@sandwell.ac.uk::0e20bf18-5ea6-47bf-82bb-ae77a37497ea" providerId="AD" clId="Web-{4EFAF838-B333-46C0-8F35-2F0AF7CA3BD0}" dt="2023-03-30T12:22:29.485" v="666" actId="1076"/>
          <ac:spMkLst>
            <pc:docMk/>
            <pc:sldMk cId="242011601" sldId="258"/>
            <ac:spMk id="3" creationId="{13E50BDA-8991-5712-2F2F-03F7EBC4BA1E}"/>
          </ac:spMkLst>
        </pc:spChg>
        <pc:spChg chg="add">
          <ac:chgData name="Muhammed Miah" userId="S::muhammed.miah@sandwell.ac.uk::0e20bf18-5ea6-47bf-82bb-ae77a37497ea" providerId="AD" clId="Web-{4EFAF838-B333-46C0-8F35-2F0AF7CA3BD0}" dt="2023-03-30T12:22:21.344" v="659"/>
          <ac:spMkLst>
            <pc:docMk/>
            <pc:sldMk cId="242011601" sldId="258"/>
            <ac:spMk id="9" creationId="{04C21BAE-6866-4C7A-A7EC-C1B2E572D5BE}"/>
          </ac:spMkLst>
        </pc:spChg>
        <pc:spChg chg="add">
          <ac:chgData name="Muhammed Miah" userId="S::muhammed.miah@sandwell.ac.uk::0e20bf18-5ea6-47bf-82bb-ae77a37497ea" providerId="AD" clId="Web-{4EFAF838-B333-46C0-8F35-2F0AF7CA3BD0}" dt="2023-03-30T12:22:21.344" v="659"/>
          <ac:spMkLst>
            <pc:docMk/>
            <pc:sldMk cId="242011601" sldId="258"/>
            <ac:spMk id="11" creationId="{7E7D0C94-08B4-48AE-8813-CC4D60294F42}"/>
          </ac:spMkLst>
        </pc:spChg>
        <pc:spChg chg="add">
          <ac:chgData name="Muhammed Miah" userId="S::muhammed.miah@sandwell.ac.uk::0e20bf18-5ea6-47bf-82bb-ae77a37497ea" providerId="AD" clId="Web-{4EFAF838-B333-46C0-8F35-2F0AF7CA3BD0}" dt="2023-03-30T12:22:21.344" v="659"/>
          <ac:spMkLst>
            <pc:docMk/>
            <pc:sldMk cId="242011601" sldId="258"/>
            <ac:spMk id="13" creationId="{F0C518C2-0AA4-470C-87B9-9CBF428FBA25}"/>
          </ac:spMkLst>
        </pc:spChg>
        <pc:picChg chg="add">
          <ac:chgData name="Muhammed Miah" userId="S::muhammed.miah@sandwell.ac.uk::0e20bf18-5ea6-47bf-82bb-ae77a37497ea" providerId="AD" clId="Web-{4EFAF838-B333-46C0-8F35-2F0AF7CA3BD0}" dt="2023-03-30T12:22:21.344" v="659"/>
          <ac:picMkLst>
            <pc:docMk/>
            <pc:sldMk cId="242011601" sldId="258"/>
            <ac:picMk id="5" creationId="{66C066E9-00F4-E1C9-9CB8-B3B5D53F651E}"/>
          </ac:picMkLst>
        </pc:picChg>
      </pc:sldChg>
      <pc:sldChg chg="addSp modSp new mod setBg">
        <pc:chgData name="Muhammed Miah" userId="S::muhammed.miah@sandwell.ac.uk::0e20bf18-5ea6-47bf-82bb-ae77a37497ea" providerId="AD" clId="Web-{4EFAF838-B333-46C0-8F35-2F0AF7CA3BD0}" dt="2023-03-30T12:23:03.783" v="677" actId="1076"/>
        <pc:sldMkLst>
          <pc:docMk/>
          <pc:sldMk cId="3867200748" sldId="259"/>
        </pc:sldMkLst>
        <pc:spChg chg="mod">
          <ac:chgData name="Muhammed Miah" userId="S::muhammed.miah@sandwell.ac.uk::0e20bf18-5ea6-47bf-82bb-ae77a37497ea" providerId="AD" clId="Web-{4EFAF838-B333-46C0-8F35-2F0AF7CA3BD0}" dt="2023-03-30T12:23:01.657" v="676" actId="1076"/>
          <ac:spMkLst>
            <pc:docMk/>
            <pc:sldMk cId="3867200748" sldId="259"/>
            <ac:spMk id="2" creationId="{E0087897-496C-EEB8-2460-10993815BD68}"/>
          </ac:spMkLst>
        </pc:spChg>
        <pc:spChg chg="mod">
          <ac:chgData name="Muhammed Miah" userId="S::muhammed.miah@sandwell.ac.uk::0e20bf18-5ea6-47bf-82bb-ae77a37497ea" providerId="AD" clId="Web-{4EFAF838-B333-46C0-8F35-2F0AF7CA3BD0}" dt="2023-03-30T12:23:03.783" v="677" actId="1076"/>
          <ac:spMkLst>
            <pc:docMk/>
            <pc:sldMk cId="3867200748" sldId="259"/>
            <ac:spMk id="3" creationId="{BB0DF495-3290-A63D-F5CE-A83D21B64D50}"/>
          </ac:spMkLst>
        </pc:spChg>
        <pc:spChg chg="add">
          <ac:chgData name="Muhammed Miah" userId="S::muhammed.miah@sandwell.ac.uk::0e20bf18-5ea6-47bf-82bb-ae77a37497ea" providerId="AD" clId="Web-{4EFAF838-B333-46C0-8F35-2F0AF7CA3BD0}" dt="2023-03-30T12:22:38.625" v="667"/>
          <ac:spMkLst>
            <pc:docMk/>
            <pc:sldMk cId="3867200748" sldId="259"/>
            <ac:spMk id="8" creationId="{84697CDA-BDB7-4883-B48B-1D4EDB2F0E93}"/>
          </ac:spMkLst>
        </pc:spChg>
        <pc:spChg chg="add">
          <ac:chgData name="Muhammed Miah" userId="S::muhammed.miah@sandwell.ac.uk::0e20bf18-5ea6-47bf-82bb-ae77a37497ea" providerId="AD" clId="Web-{4EFAF838-B333-46C0-8F35-2F0AF7CA3BD0}" dt="2023-03-30T12:22:38.625" v="667"/>
          <ac:spMkLst>
            <pc:docMk/>
            <pc:sldMk cId="3867200748" sldId="259"/>
            <ac:spMk id="10" creationId="{0DC0EC46-2230-4728-856D-F3531112101A}"/>
          </ac:spMkLst>
        </pc:spChg>
        <pc:spChg chg="add">
          <ac:chgData name="Muhammed Miah" userId="S::muhammed.miah@sandwell.ac.uk::0e20bf18-5ea6-47bf-82bb-ae77a37497ea" providerId="AD" clId="Web-{4EFAF838-B333-46C0-8F35-2F0AF7CA3BD0}" dt="2023-03-30T12:22:38.625" v="667"/>
          <ac:spMkLst>
            <pc:docMk/>
            <pc:sldMk cId="3867200748" sldId="259"/>
            <ac:spMk id="12" creationId="{16A12243-4887-4E89-8347-1146AE5D14FC}"/>
          </ac:spMkLst>
        </pc:spChg>
      </pc:sldChg>
      <pc:sldChg chg="addSp delSp modSp new add del">
        <pc:chgData name="Muhammed Miah" userId="S::muhammed.miah@sandwell.ac.uk::0e20bf18-5ea6-47bf-82bb-ae77a37497ea" providerId="AD" clId="Web-{4EFAF838-B333-46C0-8F35-2F0AF7CA3BD0}" dt="2023-03-30T12:25:05.646" v="696"/>
        <pc:sldMkLst>
          <pc:docMk/>
          <pc:sldMk cId="3334422399" sldId="260"/>
        </pc:sldMkLst>
        <pc:spChg chg="mod">
          <ac:chgData name="Muhammed Miah" userId="S::muhammed.miah@sandwell.ac.uk::0e20bf18-5ea6-47bf-82bb-ae77a37497ea" providerId="AD" clId="Web-{4EFAF838-B333-46C0-8F35-2F0AF7CA3BD0}" dt="2023-03-30T12:23:23.596" v="688" actId="20577"/>
          <ac:spMkLst>
            <pc:docMk/>
            <pc:sldMk cId="3334422399" sldId="260"/>
            <ac:spMk id="2" creationId="{AC99FD93-013D-2621-1E7C-F5E9F0A93B17}"/>
          </ac:spMkLst>
        </pc:spChg>
        <pc:spChg chg="del">
          <ac:chgData name="Muhammed Miah" userId="S::muhammed.miah@sandwell.ac.uk::0e20bf18-5ea6-47bf-82bb-ae77a37497ea" providerId="AD" clId="Web-{4EFAF838-B333-46C0-8F35-2F0AF7CA3BD0}" dt="2023-03-30T12:23:06.939" v="678"/>
          <ac:spMkLst>
            <pc:docMk/>
            <pc:sldMk cId="3334422399" sldId="260"/>
            <ac:spMk id="3" creationId="{F5ACFA73-A428-3164-7A5C-A76C4E931C61}"/>
          </ac:spMkLst>
        </pc:spChg>
        <pc:spChg chg="add mod">
          <ac:chgData name="Muhammed Miah" userId="S::muhammed.miah@sandwell.ac.uk::0e20bf18-5ea6-47bf-82bb-ae77a37497ea" providerId="AD" clId="Web-{4EFAF838-B333-46C0-8F35-2F0AF7CA3BD0}" dt="2023-03-30T12:23:19.033" v="686" actId="20577"/>
          <ac:spMkLst>
            <pc:docMk/>
            <pc:sldMk cId="3334422399" sldId="260"/>
            <ac:spMk id="5" creationId="{8CF4EED4-D1BA-4D36-3569-091F6CCD6AD5}"/>
          </ac:spMkLst>
        </pc:spChg>
      </pc:sldChg>
      <pc:sldChg chg="addSp delSp modSp new mod setBg">
        <pc:chgData name="Muhammed Miah" userId="S::muhammed.miah@sandwell.ac.uk::0e20bf18-5ea6-47bf-82bb-ae77a37497ea" providerId="AD" clId="Web-{4EFAF838-B333-46C0-8F35-2F0AF7CA3BD0}" dt="2023-03-30T12:25:11.615" v="697"/>
        <pc:sldMkLst>
          <pc:docMk/>
          <pc:sldMk cId="2179013682" sldId="261"/>
        </pc:sldMkLst>
        <pc:spChg chg="del">
          <ac:chgData name="Muhammed Miah" userId="S::muhammed.miah@sandwell.ac.uk::0e20bf18-5ea6-47bf-82bb-ae77a37497ea" providerId="AD" clId="Web-{4EFAF838-B333-46C0-8F35-2F0AF7CA3BD0}" dt="2023-03-30T12:09:02.271" v="86"/>
          <ac:spMkLst>
            <pc:docMk/>
            <pc:sldMk cId="2179013682" sldId="261"/>
            <ac:spMk id="2" creationId="{75FB7F75-8B3A-CF9C-4753-6A9C125BC046}"/>
          </ac:spMkLst>
        </pc:spChg>
        <pc:spChg chg="del">
          <ac:chgData name="Muhammed Miah" userId="S::muhammed.miah@sandwell.ac.uk::0e20bf18-5ea6-47bf-82bb-ae77a37497ea" providerId="AD" clId="Web-{4EFAF838-B333-46C0-8F35-2F0AF7CA3BD0}" dt="2023-03-30T12:09:01.271" v="85"/>
          <ac:spMkLst>
            <pc:docMk/>
            <pc:sldMk cId="2179013682" sldId="261"/>
            <ac:spMk id="3" creationId="{E500667A-76A4-3724-E725-D41C53AC2B4D}"/>
          </ac:spMkLst>
        </pc:spChg>
        <pc:picChg chg="add mod ord">
          <ac:chgData name="Muhammed Miah" userId="S::muhammed.miah@sandwell.ac.uk::0e20bf18-5ea6-47bf-82bb-ae77a37497ea" providerId="AD" clId="Web-{4EFAF838-B333-46C0-8F35-2F0AF7CA3BD0}" dt="2023-03-30T12:25:11.615" v="697"/>
          <ac:picMkLst>
            <pc:docMk/>
            <pc:sldMk cId="2179013682" sldId="261"/>
            <ac:picMk id="4" creationId="{F3F9BAAA-C89D-EE87-3814-4B087EFF06FB}"/>
          </ac:picMkLst>
        </pc:picChg>
      </pc:sldChg>
      <pc:sldChg chg="addSp modSp new mod setBg">
        <pc:chgData name="Muhammed Miah" userId="S::muhammed.miah@sandwell.ac.uk::0e20bf18-5ea6-47bf-82bb-ae77a37497ea" providerId="AD" clId="Web-{4EFAF838-B333-46C0-8F35-2F0AF7CA3BD0}" dt="2023-03-30T12:25:22.068" v="701"/>
        <pc:sldMkLst>
          <pc:docMk/>
          <pc:sldMk cId="48709019" sldId="262"/>
        </pc:sldMkLst>
        <pc:spChg chg="mod">
          <ac:chgData name="Muhammed Miah" userId="S::muhammed.miah@sandwell.ac.uk::0e20bf18-5ea6-47bf-82bb-ae77a37497ea" providerId="AD" clId="Web-{4EFAF838-B333-46C0-8F35-2F0AF7CA3BD0}" dt="2023-03-30T12:25:19.053" v="698"/>
          <ac:spMkLst>
            <pc:docMk/>
            <pc:sldMk cId="48709019" sldId="262"/>
            <ac:spMk id="2" creationId="{3DE2CE5C-03BD-3A45-BEAA-C644BD056A66}"/>
          </ac:spMkLst>
        </pc:spChg>
        <pc:spChg chg="mod">
          <ac:chgData name="Muhammed Miah" userId="S::muhammed.miah@sandwell.ac.uk::0e20bf18-5ea6-47bf-82bb-ae77a37497ea" providerId="AD" clId="Web-{4EFAF838-B333-46C0-8F35-2F0AF7CA3BD0}" dt="2023-03-30T12:25:22.068" v="701"/>
          <ac:spMkLst>
            <pc:docMk/>
            <pc:sldMk cId="48709019" sldId="262"/>
            <ac:spMk id="3" creationId="{44143A3F-D160-242D-470D-972B0CB3C6A9}"/>
          </ac:spMkLst>
        </pc:spChg>
        <pc:spChg chg="add">
          <ac:chgData name="Muhammed Miah" userId="S::muhammed.miah@sandwell.ac.uk::0e20bf18-5ea6-47bf-82bb-ae77a37497ea" providerId="AD" clId="Web-{4EFAF838-B333-46C0-8F35-2F0AF7CA3BD0}" dt="2023-03-30T12:25:19.053" v="698"/>
          <ac:spMkLst>
            <pc:docMk/>
            <pc:sldMk cId="48709019" sldId="262"/>
            <ac:spMk id="8" creationId="{2515456E-B1B1-48C1-8164-7E567F5D40D4}"/>
          </ac:spMkLst>
        </pc:spChg>
        <pc:spChg chg="add">
          <ac:chgData name="Muhammed Miah" userId="S::muhammed.miah@sandwell.ac.uk::0e20bf18-5ea6-47bf-82bb-ae77a37497ea" providerId="AD" clId="Web-{4EFAF838-B333-46C0-8F35-2F0AF7CA3BD0}" dt="2023-03-30T12:25:19.053" v="698"/>
          <ac:spMkLst>
            <pc:docMk/>
            <pc:sldMk cId="48709019" sldId="262"/>
            <ac:spMk id="10" creationId="{D237ACD7-8629-4014-83AF-339EDD87E996}"/>
          </ac:spMkLst>
        </pc:spChg>
        <pc:spChg chg="add">
          <ac:chgData name="Muhammed Miah" userId="S::muhammed.miah@sandwell.ac.uk::0e20bf18-5ea6-47bf-82bb-ae77a37497ea" providerId="AD" clId="Web-{4EFAF838-B333-46C0-8F35-2F0AF7CA3BD0}" dt="2023-03-30T12:25:19.053" v="698"/>
          <ac:spMkLst>
            <pc:docMk/>
            <pc:sldMk cId="48709019" sldId="262"/>
            <ac:spMk id="12" creationId="{0AC3A952-2574-44E9-9C98-DBC27EE14160}"/>
          </ac:spMkLst>
        </pc:spChg>
      </pc:sldChg>
      <pc:sldChg chg="addSp modSp new mod setBg">
        <pc:chgData name="Muhammed Miah" userId="S::muhammed.miah@sandwell.ac.uk::0e20bf18-5ea6-47bf-82bb-ae77a37497ea" providerId="AD" clId="Web-{4EFAF838-B333-46C0-8F35-2F0AF7CA3BD0}" dt="2023-03-30T12:25:38.319" v="708"/>
        <pc:sldMkLst>
          <pc:docMk/>
          <pc:sldMk cId="125518675" sldId="263"/>
        </pc:sldMkLst>
        <pc:spChg chg="mod">
          <ac:chgData name="Muhammed Miah" userId="S::muhammed.miah@sandwell.ac.uk::0e20bf18-5ea6-47bf-82bb-ae77a37497ea" providerId="AD" clId="Web-{4EFAF838-B333-46C0-8F35-2F0AF7CA3BD0}" dt="2023-03-30T12:25:27.287" v="702"/>
          <ac:spMkLst>
            <pc:docMk/>
            <pc:sldMk cId="125518675" sldId="263"/>
            <ac:spMk id="2" creationId="{100EDFF0-5CB2-4656-38E8-151676C65120}"/>
          </ac:spMkLst>
        </pc:spChg>
        <pc:spChg chg="mod">
          <ac:chgData name="Muhammed Miah" userId="S::muhammed.miah@sandwell.ac.uk::0e20bf18-5ea6-47bf-82bb-ae77a37497ea" providerId="AD" clId="Web-{4EFAF838-B333-46C0-8F35-2F0AF7CA3BD0}" dt="2023-03-30T12:25:38.319" v="708"/>
          <ac:spMkLst>
            <pc:docMk/>
            <pc:sldMk cId="125518675" sldId="263"/>
            <ac:spMk id="3" creationId="{2EF9AEB5-DFAD-CBB1-A95E-0D7E3DE6C86F}"/>
          </ac:spMkLst>
        </pc:spChg>
        <pc:spChg chg="add">
          <ac:chgData name="Muhammed Miah" userId="S::muhammed.miah@sandwell.ac.uk::0e20bf18-5ea6-47bf-82bb-ae77a37497ea" providerId="AD" clId="Web-{4EFAF838-B333-46C0-8F35-2F0AF7CA3BD0}" dt="2023-03-30T12:25:27.287" v="702"/>
          <ac:spMkLst>
            <pc:docMk/>
            <pc:sldMk cId="125518675" sldId="263"/>
            <ac:spMk id="8" creationId="{2515456E-B1B1-48C1-8164-7E567F5D40D4}"/>
          </ac:spMkLst>
        </pc:spChg>
        <pc:spChg chg="add">
          <ac:chgData name="Muhammed Miah" userId="S::muhammed.miah@sandwell.ac.uk::0e20bf18-5ea6-47bf-82bb-ae77a37497ea" providerId="AD" clId="Web-{4EFAF838-B333-46C0-8F35-2F0AF7CA3BD0}" dt="2023-03-30T12:25:27.287" v="702"/>
          <ac:spMkLst>
            <pc:docMk/>
            <pc:sldMk cId="125518675" sldId="263"/>
            <ac:spMk id="10" creationId="{D237ACD7-8629-4014-83AF-339EDD87E996}"/>
          </ac:spMkLst>
        </pc:spChg>
        <pc:spChg chg="add">
          <ac:chgData name="Muhammed Miah" userId="S::muhammed.miah@sandwell.ac.uk::0e20bf18-5ea6-47bf-82bb-ae77a37497ea" providerId="AD" clId="Web-{4EFAF838-B333-46C0-8F35-2F0AF7CA3BD0}" dt="2023-03-30T12:25:27.287" v="702"/>
          <ac:spMkLst>
            <pc:docMk/>
            <pc:sldMk cId="125518675" sldId="263"/>
            <ac:spMk id="12" creationId="{0AC3A952-2574-44E9-9C98-DBC27EE14160}"/>
          </ac:spMkLst>
        </pc:spChg>
      </pc:sldChg>
      <pc:sldChg chg="addSp delSp modSp new mod setBg">
        <pc:chgData name="Muhammed Miah" userId="S::muhammed.miah@sandwell.ac.uk::0e20bf18-5ea6-47bf-82bb-ae77a37497ea" providerId="AD" clId="Web-{4EFAF838-B333-46C0-8F35-2F0AF7CA3BD0}" dt="2023-03-30T12:25:57.913" v="714"/>
        <pc:sldMkLst>
          <pc:docMk/>
          <pc:sldMk cId="4057273086" sldId="264"/>
        </pc:sldMkLst>
        <pc:spChg chg="mod">
          <ac:chgData name="Muhammed Miah" userId="S::muhammed.miah@sandwell.ac.uk::0e20bf18-5ea6-47bf-82bb-ae77a37497ea" providerId="AD" clId="Web-{4EFAF838-B333-46C0-8F35-2F0AF7CA3BD0}" dt="2023-03-30T12:25:49.053" v="711"/>
          <ac:spMkLst>
            <pc:docMk/>
            <pc:sldMk cId="4057273086" sldId="264"/>
            <ac:spMk id="2" creationId="{21AFB84F-77DF-3ECA-A47E-984A8C6DCEC0}"/>
          </ac:spMkLst>
        </pc:spChg>
        <pc:spChg chg="mod">
          <ac:chgData name="Muhammed Miah" userId="S::muhammed.miah@sandwell.ac.uk::0e20bf18-5ea6-47bf-82bb-ae77a37497ea" providerId="AD" clId="Web-{4EFAF838-B333-46C0-8F35-2F0AF7CA3BD0}" dt="2023-03-30T12:25:57.913" v="714"/>
          <ac:spMkLst>
            <pc:docMk/>
            <pc:sldMk cId="4057273086" sldId="264"/>
            <ac:spMk id="3" creationId="{F7A5DB50-62F7-7B9F-47C4-AF52F49F77B4}"/>
          </ac:spMkLst>
        </pc:spChg>
        <pc:spChg chg="add del">
          <ac:chgData name="Muhammed Miah" userId="S::muhammed.miah@sandwell.ac.uk::0e20bf18-5ea6-47bf-82bb-ae77a37497ea" providerId="AD" clId="Web-{4EFAF838-B333-46C0-8F35-2F0AF7CA3BD0}" dt="2023-03-30T12:25:49.038" v="710"/>
          <ac:spMkLst>
            <pc:docMk/>
            <pc:sldMk cId="4057273086" sldId="264"/>
            <ac:spMk id="8" creationId="{2515456E-B1B1-48C1-8164-7E567F5D40D4}"/>
          </ac:spMkLst>
        </pc:spChg>
        <pc:spChg chg="add del">
          <ac:chgData name="Muhammed Miah" userId="S::muhammed.miah@sandwell.ac.uk::0e20bf18-5ea6-47bf-82bb-ae77a37497ea" providerId="AD" clId="Web-{4EFAF838-B333-46C0-8F35-2F0AF7CA3BD0}" dt="2023-03-30T12:25:49.038" v="710"/>
          <ac:spMkLst>
            <pc:docMk/>
            <pc:sldMk cId="4057273086" sldId="264"/>
            <ac:spMk id="10" creationId="{D237ACD7-8629-4014-83AF-339EDD87E996}"/>
          </ac:spMkLst>
        </pc:spChg>
        <pc:spChg chg="add del">
          <ac:chgData name="Muhammed Miah" userId="S::muhammed.miah@sandwell.ac.uk::0e20bf18-5ea6-47bf-82bb-ae77a37497ea" providerId="AD" clId="Web-{4EFAF838-B333-46C0-8F35-2F0AF7CA3BD0}" dt="2023-03-30T12:25:49.038" v="710"/>
          <ac:spMkLst>
            <pc:docMk/>
            <pc:sldMk cId="4057273086" sldId="264"/>
            <ac:spMk id="12" creationId="{0AC3A952-2574-44E9-9C98-DBC27EE14160}"/>
          </ac:spMkLst>
        </pc:spChg>
        <pc:spChg chg="add">
          <ac:chgData name="Muhammed Miah" userId="S::muhammed.miah@sandwell.ac.uk::0e20bf18-5ea6-47bf-82bb-ae77a37497ea" providerId="AD" clId="Web-{4EFAF838-B333-46C0-8F35-2F0AF7CA3BD0}" dt="2023-03-30T12:25:49.053" v="711"/>
          <ac:spMkLst>
            <pc:docMk/>
            <pc:sldMk cId="4057273086" sldId="264"/>
            <ac:spMk id="14" creationId="{84697CDA-BDB7-4883-B48B-1D4EDB2F0E93}"/>
          </ac:spMkLst>
        </pc:spChg>
        <pc:spChg chg="add">
          <ac:chgData name="Muhammed Miah" userId="S::muhammed.miah@sandwell.ac.uk::0e20bf18-5ea6-47bf-82bb-ae77a37497ea" providerId="AD" clId="Web-{4EFAF838-B333-46C0-8F35-2F0AF7CA3BD0}" dt="2023-03-30T12:25:49.053" v="711"/>
          <ac:spMkLst>
            <pc:docMk/>
            <pc:sldMk cId="4057273086" sldId="264"/>
            <ac:spMk id="15" creationId="{6295B176-FA0E-4B6A-A190-5E2E82BEA57A}"/>
          </ac:spMkLst>
        </pc:spChg>
        <pc:spChg chg="add">
          <ac:chgData name="Muhammed Miah" userId="S::muhammed.miah@sandwell.ac.uk::0e20bf18-5ea6-47bf-82bb-ae77a37497ea" providerId="AD" clId="Web-{4EFAF838-B333-46C0-8F35-2F0AF7CA3BD0}" dt="2023-03-30T12:25:49.053" v="711"/>
          <ac:spMkLst>
            <pc:docMk/>
            <pc:sldMk cId="4057273086" sldId="264"/>
            <ac:spMk id="16" creationId="{48F779DE-4744-42D6-9C74-33EC94460CCC}"/>
          </ac:spMkLst>
        </pc:spChg>
      </pc:sldChg>
      <pc:sldChg chg="addSp delSp modSp new mod setBg">
        <pc:chgData name="Muhammed Miah" userId="S::muhammed.miah@sandwell.ac.uk::0e20bf18-5ea6-47bf-82bb-ae77a37497ea" providerId="AD" clId="Web-{4EFAF838-B333-46C0-8F35-2F0AF7CA3BD0}" dt="2023-03-30T12:26:12.133" v="720"/>
        <pc:sldMkLst>
          <pc:docMk/>
          <pc:sldMk cId="3201331400" sldId="265"/>
        </pc:sldMkLst>
        <pc:spChg chg="mod">
          <ac:chgData name="Muhammed Miah" userId="S::muhammed.miah@sandwell.ac.uk::0e20bf18-5ea6-47bf-82bb-ae77a37497ea" providerId="AD" clId="Web-{4EFAF838-B333-46C0-8F35-2F0AF7CA3BD0}" dt="2023-03-30T12:26:05.070" v="717"/>
          <ac:spMkLst>
            <pc:docMk/>
            <pc:sldMk cId="3201331400" sldId="265"/>
            <ac:spMk id="2" creationId="{A7C06702-E918-EA83-8F50-E4776F2ECDE4}"/>
          </ac:spMkLst>
        </pc:spChg>
        <pc:spChg chg="mod">
          <ac:chgData name="Muhammed Miah" userId="S::muhammed.miah@sandwell.ac.uk::0e20bf18-5ea6-47bf-82bb-ae77a37497ea" providerId="AD" clId="Web-{4EFAF838-B333-46C0-8F35-2F0AF7CA3BD0}" dt="2023-03-30T12:26:12.133" v="720"/>
          <ac:spMkLst>
            <pc:docMk/>
            <pc:sldMk cId="3201331400" sldId="265"/>
            <ac:spMk id="3" creationId="{10255E97-E3D2-6D55-CAC7-7B6C3869BDF3}"/>
          </ac:spMkLst>
        </pc:spChg>
        <pc:spChg chg="add del">
          <ac:chgData name="Muhammed Miah" userId="S::muhammed.miah@sandwell.ac.uk::0e20bf18-5ea6-47bf-82bb-ae77a37497ea" providerId="AD" clId="Web-{4EFAF838-B333-46C0-8F35-2F0AF7CA3BD0}" dt="2023-03-30T12:26:05.070" v="716"/>
          <ac:spMkLst>
            <pc:docMk/>
            <pc:sldMk cId="3201331400" sldId="265"/>
            <ac:spMk id="8" creationId="{84697CDA-BDB7-4883-B48B-1D4EDB2F0E93}"/>
          </ac:spMkLst>
        </pc:spChg>
        <pc:spChg chg="add del">
          <ac:chgData name="Muhammed Miah" userId="S::muhammed.miah@sandwell.ac.uk::0e20bf18-5ea6-47bf-82bb-ae77a37497ea" providerId="AD" clId="Web-{4EFAF838-B333-46C0-8F35-2F0AF7CA3BD0}" dt="2023-03-30T12:26:05.070" v="716"/>
          <ac:spMkLst>
            <pc:docMk/>
            <pc:sldMk cId="3201331400" sldId="265"/>
            <ac:spMk id="10" creationId="{11026190-6B62-46DB-B5FF-9E0FF9BDCDC6}"/>
          </ac:spMkLst>
        </pc:spChg>
        <pc:spChg chg="add del">
          <ac:chgData name="Muhammed Miah" userId="S::muhammed.miah@sandwell.ac.uk::0e20bf18-5ea6-47bf-82bb-ae77a37497ea" providerId="AD" clId="Web-{4EFAF838-B333-46C0-8F35-2F0AF7CA3BD0}" dt="2023-03-30T12:26:05.070" v="716"/>
          <ac:spMkLst>
            <pc:docMk/>
            <pc:sldMk cId="3201331400" sldId="265"/>
            <ac:spMk id="12" creationId="{66DA0389-D66E-4727-8EFB-E60E6C412FC8}"/>
          </ac:spMkLst>
        </pc:spChg>
        <pc:spChg chg="add del">
          <ac:chgData name="Muhammed Miah" userId="S::muhammed.miah@sandwell.ac.uk::0e20bf18-5ea6-47bf-82bb-ae77a37497ea" providerId="AD" clId="Web-{4EFAF838-B333-46C0-8F35-2F0AF7CA3BD0}" dt="2023-03-30T12:26:05.070" v="716"/>
          <ac:spMkLst>
            <pc:docMk/>
            <pc:sldMk cId="3201331400" sldId="265"/>
            <ac:spMk id="14" creationId="{B24A3A03-2C4E-45B5-B388-FAD638CDF0A1}"/>
          </ac:spMkLst>
        </pc:spChg>
        <pc:spChg chg="add">
          <ac:chgData name="Muhammed Miah" userId="S::muhammed.miah@sandwell.ac.uk::0e20bf18-5ea6-47bf-82bb-ae77a37497ea" providerId="AD" clId="Web-{4EFAF838-B333-46C0-8F35-2F0AF7CA3BD0}" dt="2023-03-30T12:26:05.070" v="717"/>
          <ac:spMkLst>
            <pc:docMk/>
            <pc:sldMk cId="3201331400" sldId="265"/>
            <ac:spMk id="16" creationId="{84697CDA-BDB7-4883-B48B-1D4EDB2F0E93}"/>
          </ac:spMkLst>
        </pc:spChg>
        <pc:spChg chg="add">
          <ac:chgData name="Muhammed Miah" userId="S::muhammed.miah@sandwell.ac.uk::0e20bf18-5ea6-47bf-82bb-ae77a37497ea" providerId="AD" clId="Web-{4EFAF838-B333-46C0-8F35-2F0AF7CA3BD0}" dt="2023-03-30T12:26:05.070" v="717"/>
          <ac:spMkLst>
            <pc:docMk/>
            <pc:sldMk cId="3201331400" sldId="265"/>
            <ac:spMk id="17" creationId="{6295B176-FA0E-4B6A-A190-5E2E82BEA57A}"/>
          </ac:spMkLst>
        </pc:spChg>
        <pc:spChg chg="add">
          <ac:chgData name="Muhammed Miah" userId="S::muhammed.miah@sandwell.ac.uk::0e20bf18-5ea6-47bf-82bb-ae77a37497ea" providerId="AD" clId="Web-{4EFAF838-B333-46C0-8F35-2F0AF7CA3BD0}" dt="2023-03-30T12:26:05.070" v="717"/>
          <ac:spMkLst>
            <pc:docMk/>
            <pc:sldMk cId="3201331400" sldId="265"/>
            <ac:spMk id="18" creationId="{48F779DE-4744-42D6-9C74-33EC94460CCC}"/>
          </ac:spMkLst>
        </pc:spChg>
      </pc:sldChg>
      <pc:sldChg chg="addSp modSp new mod setBg">
        <pc:chgData name="Muhammed Miah" userId="S::muhammed.miah@sandwell.ac.uk::0e20bf18-5ea6-47bf-82bb-ae77a37497ea" providerId="AD" clId="Web-{4EFAF838-B333-46C0-8F35-2F0AF7CA3BD0}" dt="2023-03-30T12:26:23.211" v="724"/>
        <pc:sldMkLst>
          <pc:docMk/>
          <pc:sldMk cId="840005916" sldId="266"/>
        </pc:sldMkLst>
        <pc:spChg chg="mod">
          <ac:chgData name="Muhammed Miah" userId="S::muhammed.miah@sandwell.ac.uk::0e20bf18-5ea6-47bf-82bb-ae77a37497ea" providerId="AD" clId="Web-{4EFAF838-B333-46C0-8F35-2F0AF7CA3BD0}" dt="2023-03-30T12:26:17.758" v="721"/>
          <ac:spMkLst>
            <pc:docMk/>
            <pc:sldMk cId="840005916" sldId="266"/>
            <ac:spMk id="2" creationId="{1FBFC9AD-8C29-AF64-A11B-201F781C92BC}"/>
          </ac:spMkLst>
        </pc:spChg>
        <pc:spChg chg="mod">
          <ac:chgData name="Muhammed Miah" userId="S::muhammed.miah@sandwell.ac.uk::0e20bf18-5ea6-47bf-82bb-ae77a37497ea" providerId="AD" clId="Web-{4EFAF838-B333-46C0-8F35-2F0AF7CA3BD0}" dt="2023-03-30T12:26:23.211" v="724"/>
          <ac:spMkLst>
            <pc:docMk/>
            <pc:sldMk cId="840005916" sldId="266"/>
            <ac:spMk id="3" creationId="{233FF0AD-8677-8AB6-5512-1F0822675775}"/>
          </ac:spMkLst>
        </pc:spChg>
        <pc:spChg chg="add">
          <ac:chgData name="Muhammed Miah" userId="S::muhammed.miah@sandwell.ac.uk::0e20bf18-5ea6-47bf-82bb-ae77a37497ea" providerId="AD" clId="Web-{4EFAF838-B333-46C0-8F35-2F0AF7CA3BD0}" dt="2023-03-30T12:26:17.758" v="721"/>
          <ac:spMkLst>
            <pc:docMk/>
            <pc:sldMk cId="840005916" sldId="266"/>
            <ac:spMk id="8" creationId="{84697CDA-BDB7-4883-B48B-1D4EDB2F0E93}"/>
          </ac:spMkLst>
        </pc:spChg>
        <pc:spChg chg="add">
          <ac:chgData name="Muhammed Miah" userId="S::muhammed.miah@sandwell.ac.uk::0e20bf18-5ea6-47bf-82bb-ae77a37497ea" providerId="AD" clId="Web-{4EFAF838-B333-46C0-8F35-2F0AF7CA3BD0}" dt="2023-03-30T12:26:17.758" v="721"/>
          <ac:spMkLst>
            <pc:docMk/>
            <pc:sldMk cId="840005916" sldId="266"/>
            <ac:spMk id="10" creationId="{EB791652-581E-452C-B970-B3C48D4A999A}"/>
          </ac:spMkLst>
        </pc:spChg>
        <pc:spChg chg="add">
          <ac:chgData name="Muhammed Miah" userId="S::muhammed.miah@sandwell.ac.uk::0e20bf18-5ea6-47bf-82bb-ae77a37497ea" providerId="AD" clId="Web-{4EFAF838-B333-46C0-8F35-2F0AF7CA3BD0}" dt="2023-03-30T12:26:17.758" v="721"/>
          <ac:spMkLst>
            <pc:docMk/>
            <pc:sldMk cId="840005916" sldId="266"/>
            <ac:spMk id="12" creationId="{0DC0EC46-2230-4728-856D-F3531112101A}"/>
          </ac:spMkLst>
        </pc:spChg>
        <pc:spChg chg="add">
          <ac:chgData name="Muhammed Miah" userId="S::muhammed.miah@sandwell.ac.uk::0e20bf18-5ea6-47bf-82bb-ae77a37497ea" providerId="AD" clId="Web-{4EFAF838-B333-46C0-8F35-2F0AF7CA3BD0}" dt="2023-03-30T12:26:17.758" v="721"/>
          <ac:spMkLst>
            <pc:docMk/>
            <pc:sldMk cId="840005916" sldId="266"/>
            <ac:spMk id="14" creationId="{16A12243-4887-4E89-8347-1146AE5D14FC}"/>
          </ac:spMkLst>
        </pc:spChg>
      </pc:sldChg>
      <pc:sldChg chg="addSp modSp new mod setBg">
        <pc:chgData name="Muhammed Miah" userId="S::muhammed.miah@sandwell.ac.uk::0e20bf18-5ea6-47bf-82bb-ae77a37497ea" providerId="AD" clId="Web-{4EFAF838-B333-46C0-8F35-2F0AF7CA3BD0}" dt="2023-03-30T12:26:36.696" v="728"/>
        <pc:sldMkLst>
          <pc:docMk/>
          <pc:sldMk cId="2996545948" sldId="267"/>
        </pc:sldMkLst>
        <pc:spChg chg="mod">
          <ac:chgData name="Muhammed Miah" userId="S::muhammed.miah@sandwell.ac.uk::0e20bf18-5ea6-47bf-82bb-ae77a37497ea" providerId="AD" clId="Web-{4EFAF838-B333-46C0-8F35-2F0AF7CA3BD0}" dt="2023-03-30T12:26:30.836" v="725"/>
          <ac:spMkLst>
            <pc:docMk/>
            <pc:sldMk cId="2996545948" sldId="267"/>
            <ac:spMk id="2" creationId="{BA3F2122-E911-F80E-FB6C-E296A1C8A0EA}"/>
          </ac:spMkLst>
        </pc:spChg>
        <pc:spChg chg="mod">
          <ac:chgData name="Muhammed Miah" userId="S::muhammed.miah@sandwell.ac.uk::0e20bf18-5ea6-47bf-82bb-ae77a37497ea" providerId="AD" clId="Web-{4EFAF838-B333-46C0-8F35-2F0AF7CA3BD0}" dt="2023-03-30T12:26:36.696" v="728"/>
          <ac:spMkLst>
            <pc:docMk/>
            <pc:sldMk cId="2996545948" sldId="267"/>
            <ac:spMk id="3" creationId="{CB3C7AB4-5B0F-8C2A-ED58-C91C7657043C}"/>
          </ac:spMkLst>
        </pc:spChg>
        <pc:spChg chg="add">
          <ac:chgData name="Muhammed Miah" userId="S::muhammed.miah@sandwell.ac.uk::0e20bf18-5ea6-47bf-82bb-ae77a37497ea" providerId="AD" clId="Web-{4EFAF838-B333-46C0-8F35-2F0AF7CA3BD0}" dt="2023-03-30T12:26:30.836" v="725"/>
          <ac:spMkLst>
            <pc:docMk/>
            <pc:sldMk cId="2996545948" sldId="267"/>
            <ac:spMk id="8" creationId="{84697CDA-BDB7-4883-B48B-1D4EDB2F0E93}"/>
          </ac:spMkLst>
        </pc:spChg>
        <pc:spChg chg="add">
          <ac:chgData name="Muhammed Miah" userId="S::muhammed.miah@sandwell.ac.uk::0e20bf18-5ea6-47bf-82bb-ae77a37497ea" providerId="AD" clId="Web-{4EFAF838-B333-46C0-8F35-2F0AF7CA3BD0}" dt="2023-03-30T12:26:30.836" v="725"/>
          <ac:spMkLst>
            <pc:docMk/>
            <pc:sldMk cId="2996545948" sldId="267"/>
            <ac:spMk id="10" creationId="{11026190-6B62-46DB-B5FF-9E0FF9BDCDC6}"/>
          </ac:spMkLst>
        </pc:spChg>
        <pc:spChg chg="add">
          <ac:chgData name="Muhammed Miah" userId="S::muhammed.miah@sandwell.ac.uk::0e20bf18-5ea6-47bf-82bb-ae77a37497ea" providerId="AD" clId="Web-{4EFAF838-B333-46C0-8F35-2F0AF7CA3BD0}" dt="2023-03-30T12:26:30.836" v="725"/>
          <ac:spMkLst>
            <pc:docMk/>
            <pc:sldMk cId="2996545948" sldId="267"/>
            <ac:spMk id="12" creationId="{66DA0389-D66E-4727-8EFB-E60E6C412FC8}"/>
          </ac:spMkLst>
        </pc:spChg>
        <pc:spChg chg="add">
          <ac:chgData name="Muhammed Miah" userId="S::muhammed.miah@sandwell.ac.uk::0e20bf18-5ea6-47bf-82bb-ae77a37497ea" providerId="AD" clId="Web-{4EFAF838-B333-46C0-8F35-2F0AF7CA3BD0}" dt="2023-03-30T12:26:30.836" v="725"/>
          <ac:spMkLst>
            <pc:docMk/>
            <pc:sldMk cId="2996545948" sldId="267"/>
            <ac:spMk id="14" creationId="{B24A3A03-2C4E-45B5-B388-FAD638CDF0A1}"/>
          </ac:spMkLst>
        </pc:spChg>
      </pc:sldChg>
      <pc:sldChg chg="addSp delSp modSp add">
        <pc:chgData name="Muhammed Miah" userId="S::muhammed.miah@sandwell.ac.uk::0e20bf18-5ea6-47bf-82bb-ae77a37497ea" providerId="AD" clId="Web-{4EFAF838-B333-46C0-8F35-2F0AF7CA3BD0}" dt="2023-03-30T12:25:03.115" v="694"/>
        <pc:sldMkLst>
          <pc:docMk/>
          <pc:sldMk cId="399102340" sldId="268"/>
        </pc:sldMkLst>
        <pc:spChg chg="add del">
          <ac:chgData name="Muhammed Miah" userId="S::muhammed.miah@sandwell.ac.uk::0e20bf18-5ea6-47bf-82bb-ae77a37497ea" providerId="AD" clId="Web-{4EFAF838-B333-46C0-8F35-2F0AF7CA3BD0}" dt="2023-03-30T12:25:03.115" v="694"/>
          <ac:spMkLst>
            <pc:docMk/>
            <pc:sldMk cId="399102340" sldId="268"/>
            <ac:spMk id="2" creationId="{CA7C74F9-FBB5-4060-98AA-EA0C53CB8593}"/>
          </ac:spMkLst>
        </pc:spChg>
        <pc:spChg chg="add del mod">
          <ac:chgData name="Muhammed Miah" userId="S::muhammed.miah@sandwell.ac.uk::0e20bf18-5ea6-47bf-82bb-ae77a37497ea" providerId="AD" clId="Web-{4EFAF838-B333-46C0-8F35-2F0AF7CA3BD0}" dt="2023-03-30T12:25:03.115" v="694"/>
          <ac:spMkLst>
            <pc:docMk/>
            <pc:sldMk cId="399102340" sldId="268"/>
            <ac:spMk id="40" creationId="{0757876D-6172-B5F4-6138-B27BBEF9EDCE}"/>
          </ac:spMkLst>
        </pc:spChg>
      </pc:sldChg>
      <pc:sldMasterChg chg="add addSldLayout">
        <pc:chgData name="Muhammed Miah" userId="S::muhammed.miah@sandwell.ac.uk::0e20bf18-5ea6-47bf-82bb-ae77a37497ea" providerId="AD" clId="Web-{4EFAF838-B333-46C0-8F35-2F0AF7CA3BD0}" dt="2023-03-30T12:24:26.754" v="689"/>
        <pc:sldMasterMkLst>
          <pc:docMk/>
          <pc:sldMasterMk cId="1658040155" sldId="2147483648"/>
        </pc:sldMasterMkLst>
        <pc:sldLayoutChg chg="add">
          <pc:chgData name="Muhammed Miah" userId="S::muhammed.miah@sandwell.ac.uk::0e20bf18-5ea6-47bf-82bb-ae77a37497ea" providerId="AD" clId="Web-{4EFAF838-B333-46C0-8F35-2F0AF7CA3BD0}" dt="2023-03-30T12:24:26.754" v="689"/>
          <pc:sldLayoutMkLst>
            <pc:docMk/>
            <pc:sldMasterMk cId="1658040155" sldId="2147483648"/>
            <pc:sldLayoutMk cId="3593424458" sldId="2147483649"/>
          </pc:sldLayoutMkLst>
        </pc:sldLayoutChg>
        <pc:sldLayoutChg chg="add">
          <pc:chgData name="Muhammed Miah" userId="S::muhammed.miah@sandwell.ac.uk::0e20bf18-5ea6-47bf-82bb-ae77a37497ea" providerId="AD" clId="Web-{4EFAF838-B333-46C0-8F35-2F0AF7CA3BD0}" dt="2023-03-30T12:24:26.754" v="689"/>
          <pc:sldLayoutMkLst>
            <pc:docMk/>
            <pc:sldMasterMk cId="1658040155" sldId="2147483648"/>
            <pc:sldLayoutMk cId="3602766812" sldId="2147483650"/>
          </pc:sldLayoutMkLst>
        </pc:sldLayoutChg>
        <pc:sldLayoutChg chg="add">
          <pc:chgData name="Muhammed Miah" userId="S::muhammed.miah@sandwell.ac.uk::0e20bf18-5ea6-47bf-82bb-ae77a37497ea" providerId="AD" clId="Web-{4EFAF838-B333-46C0-8F35-2F0AF7CA3BD0}" dt="2023-03-30T12:24:26.754" v="689"/>
          <pc:sldLayoutMkLst>
            <pc:docMk/>
            <pc:sldMasterMk cId="1658040155" sldId="2147483648"/>
            <pc:sldLayoutMk cId="2796780697" sldId="2147483651"/>
          </pc:sldLayoutMkLst>
        </pc:sldLayoutChg>
        <pc:sldLayoutChg chg="add">
          <pc:chgData name="Muhammed Miah" userId="S::muhammed.miah@sandwell.ac.uk::0e20bf18-5ea6-47bf-82bb-ae77a37497ea" providerId="AD" clId="Web-{4EFAF838-B333-46C0-8F35-2F0AF7CA3BD0}" dt="2023-03-30T12:24:26.754" v="689"/>
          <pc:sldLayoutMkLst>
            <pc:docMk/>
            <pc:sldMasterMk cId="1658040155" sldId="2147483648"/>
            <pc:sldLayoutMk cId="1380113963" sldId="2147483652"/>
          </pc:sldLayoutMkLst>
        </pc:sldLayoutChg>
        <pc:sldLayoutChg chg="add">
          <pc:chgData name="Muhammed Miah" userId="S::muhammed.miah@sandwell.ac.uk::0e20bf18-5ea6-47bf-82bb-ae77a37497ea" providerId="AD" clId="Web-{4EFAF838-B333-46C0-8F35-2F0AF7CA3BD0}" dt="2023-03-30T12:24:26.754" v="689"/>
          <pc:sldLayoutMkLst>
            <pc:docMk/>
            <pc:sldMasterMk cId="1658040155" sldId="2147483648"/>
            <pc:sldLayoutMk cId="4013744375" sldId="2147483653"/>
          </pc:sldLayoutMkLst>
        </pc:sldLayoutChg>
        <pc:sldLayoutChg chg="add">
          <pc:chgData name="Muhammed Miah" userId="S::muhammed.miah@sandwell.ac.uk::0e20bf18-5ea6-47bf-82bb-ae77a37497ea" providerId="AD" clId="Web-{4EFAF838-B333-46C0-8F35-2F0AF7CA3BD0}" dt="2023-03-30T12:24:26.754" v="689"/>
          <pc:sldLayoutMkLst>
            <pc:docMk/>
            <pc:sldMasterMk cId="1658040155" sldId="2147483648"/>
            <pc:sldLayoutMk cId="906600775" sldId="2147483654"/>
          </pc:sldLayoutMkLst>
        </pc:sldLayoutChg>
        <pc:sldLayoutChg chg="add">
          <pc:chgData name="Muhammed Miah" userId="S::muhammed.miah@sandwell.ac.uk::0e20bf18-5ea6-47bf-82bb-ae77a37497ea" providerId="AD" clId="Web-{4EFAF838-B333-46C0-8F35-2F0AF7CA3BD0}" dt="2023-03-30T12:24:26.754" v="689"/>
          <pc:sldLayoutMkLst>
            <pc:docMk/>
            <pc:sldMasterMk cId="1658040155" sldId="2147483648"/>
            <pc:sldLayoutMk cId="178376240" sldId="2147483655"/>
          </pc:sldLayoutMkLst>
        </pc:sldLayoutChg>
        <pc:sldLayoutChg chg="add">
          <pc:chgData name="Muhammed Miah" userId="S::muhammed.miah@sandwell.ac.uk::0e20bf18-5ea6-47bf-82bb-ae77a37497ea" providerId="AD" clId="Web-{4EFAF838-B333-46C0-8F35-2F0AF7CA3BD0}" dt="2023-03-30T12:24:26.754" v="689"/>
          <pc:sldLayoutMkLst>
            <pc:docMk/>
            <pc:sldMasterMk cId="1658040155" sldId="2147483648"/>
            <pc:sldLayoutMk cId="1758806176" sldId="2147483656"/>
          </pc:sldLayoutMkLst>
        </pc:sldLayoutChg>
        <pc:sldLayoutChg chg="add">
          <pc:chgData name="Muhammed Miah" userId="S::muhammed.miah@sandwell.ac.uk::0e20bf18-5ea6-47bf-82bb-ae77a37497ea" providerId="AD" clId="Web-{4EFAF838-B333-46C0-8F35-2F0AF7CA3BD0}" dt="2023-03-30T12:24:26.754" v="689"/>
          <pc:sldLayoutMkLst>
            <pc:docMk/>
            <pc:sldMasterMk cId="1658040155" sldId="2147483648"/>
            <pc:sldLayoutMk cId="3468472022" sldId="2147483657"/>
          </pc:sldLayoutMkLst>
        </pc:sldLayoutChg>
        <pc:sldLayoutChg chg="add">
          <pc:chgData name="Muhammed Miah" userId="S::muhammed.miah@sandwell.ac.uk::0e20bf18-5ea6-47bf-82bb-ae77a37497ea" providerId="AD" clId="Web-{4EFAF838-B333-46C0-8F35-2F0AF7CA3BD0}" dt="2023-03-30T12:24:26.754" v="689"/>
          <pc:sldLayoutMkLst>
            <pc:docMk/>
            <pc:sldMasterMk cId="1658040155" sldId="2147483648"/>
            <pc:sldLayoutMk cId="609419450" sldId="2147483658"/>
          </pc:sldLayoutMkLst>
        </pc:sldLayoutChg>
        <pc:sldLayoutChg chg="add">
          <pc:chgData name="Muhammed Miah" userId="S::muhammed.miah@sandwell.ac.uk::0e20bf18-5ea6-47bf-82bb-ae77a37497ea" providerId="AD" clId="Web-{4EFAF838-B333-46C0-8F35-2F0AF7CA3BD0}" dt="2023-03-30T12:24:26.754" v="689"/>
          <pc:sldLayoutMkLst>
            <pc:docMk/>
            <pc:sldMasterMk cId="1658040155" sldId="2147483648"/>
            <pc:sldLayoutMk cId="1158216956" sldId="2147483659"/>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FA0ED4A-8F96-4B7B-891A-404619F930C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47E09C9-8BA4-494D-8788-4811D9BD2F60}">
      <dgm:prSet/>
      <dgm:spPr/>
      <dgm:t>
        <a:bodyPr/>
        <a:lstStyle/>
        <a:p>
          <a:r>
            <a:rPr lang="en-GB"/>
            <a:t>24 Marks</a:t>
          </a:r>
          <a:endParaRPr lang="en-US"/>
        </a:p>
      </dgm:t>
    </dgm:pt>
    <dgm:pt modelId="{90CDB58D-A268-468E-9BB5-60F649D68247}" type="parTrans" cxnId="{D2A037F9-2476-4E1B-8086-60A1DC108CE6}">
      <dgm:prSet/>
      <dgm:spPr/>
      <dgm:t>
        <a:bodyPr/>
        <a:lstStyle/>
        <a:p>
          <a:endParaRPr lang="en-US"/>
        </a:p>
      </dgm:t>
    </dgm:pt>
    <dgm:pt modelId="{1084E75A-A3EC-4084-908C-13E178DE5B03}" type="sibTrans" cxnId="{D2A037F9-2476-4E1B-8086-60A1DC108CE6}">
      <dgm:prSet/>
      <dgm:spPr/>
      <dgm:t>
        <a:bodyPr/>
        <a:lstStyle/>
        <a:p>
          <a:endParaRPr lang="en-US"/>
        </a:p>
      </dgm:t>
    </dgm:pt>
    <dgm:pt modelId="{B4A2538C-0BD6-45CD-8DA9-8F1AE0506A6C}">
      <dgm:prSet/>
      <dgm:spPr/>
      <dgm:t>
        <a:bodyPr/>
        <a:lstStyle/>
        <a:p>
          <a:r>
            <a:rPr lang="en-GB"/>
            <a:t>15 Hours</a:t>
          </a:r>
          <a:endParaRPr lang="en-US"/>
        </a:p>
      </dgm:t>
    </dgm:pt>
    <dgm:pt modelId="{01F910E4-2B36-425F-ACAF-9ACB857C73BE}" type="parTrans" cxnId="{EDFA9DCC-7E12-444B-AC0C-1A03977C49F8}">
      <dgm:prSet/>
      <dgm:spPr/>
      <dgm:t>
        <a:bodyPr/>
        <a:lstStyle/>
        <a:p>
          <a:endParaRPr lang="en-US"/>
        </a:p>
      </dgm:t>
    </dgm:pt>
    <dgm:pt modelId="{F6C9857B-B4E2-4F0A-B810-64038FE20BEC}" type="sibTrans" cxnId="{EDFA9DCC-7E12-444B-AC0C-1A03977C49F8}">
      <dgm:prSet/>
      <dgm:spPr/>
      <dgm:t>
        <a:bodyPr/>
        <a:lstStyle/>
        <a:p>
          <a:endParaRPr lang="en-US"/>
        </a:p>
      </dgm:t>
    </dgm:pt>
    <dgm:pt modelId="{3271C4A0-0F2B-49D7-890A-3343B6DD1D31}" type="pres">
      <dgm:prSet presAssocID="{DFA0ED4A-8F96-4B7B-891A-404619F930C3}" presName="root" presStyleCnt="0">
        <dgm:presLayoutVars>
          <dgm:dir/>
          <dgm:resizeHandles val="exact"/>
        </dgm:presLayoutVars>
      </dgm:prSet>
      <dgm:spPr/>
    </dgm:pt>
    <dgm:pt modelId="{72E006C1-822C-4674-B4CC-9B7DBD4EDBC6}" type="pres">
      <dgm:prSet presAssocID="{547E09C9-8BA4-494D-8788-4811D9BD2F60}" presName="compNode" presStyleCnt="0"/>
      <dgm:spPr/>
    </dgm:pt>
    <dgm:pt modelId="{0C13AE8B-FF87-4F09-B58F-CFCBDB50ACFF}" type="pres">
      <dgm:prSet presAssocID="{547E09C9-8BA4-494D-8788-4811D9BD2F60}" presName="bgRect" presStyleLbl="bgShp" presStyleIdx="0" presStyleCnt="2"/>
      <dgm:spPr/>
    </dgm:pt>
    <dgm:pt modelId="{EE172E08-320C-4639-822B-6EEFA6D8A26B}" type="pres">
      <dgm:prSet presAssocID="{547E09C9-8BA4-494D-8788-4811D9BD2F6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55CCD206-08B2-4B20-B1A2-3DBBA130B478}" type="pres">
      <dgm:prSet presAssocID="{547E09C9-8BA4-494D-8788-4811D9BD2F60}" presName="spaceRect" presStyleCnt="0"/>
      <dgm:spPr/>
    </dgm:pt>
    <dgm:pt modelId="{AC95569E-4641-41F2-9E44-9C253E8065F0}" type="pres">
      <dgm:prSet presAssocID="{547E09C9-8BA4-494D-8788-4811D9BD2F60}" presName="parTx" presStyleLbl="revTx" presStyleIdx="0" presStyleCnt="2">
        <dgm:presLayoutVars>
          <dgm:chMax val="0"/>
          <dgm:chPref val="0"/>
        </dgm:presLayoutVars>
      </dgm:prSet>
      <dgm:spPr/>
    </dgm:pt>
    <dgm:pt modelId="{3F7D9E17-23A4-43FF-AD0D-01F069535BA0}" type="pres">
      <dgm:prSet presAssocID="{1084E75A-A3EC-4084-908C-13E178DE5B03}" presName="sibTrans" presStyleCnt="0"/>
      <dgm:spPr/>
    </dgm:pt>
    <dgm:pt modelId="{9F3AAB22-9FD9-4FAA-AC32-F6A9B3B64A12}" type="pres">
      <dgm:prSet presAssocID="{B4A2538C-0BD6-45CD-8DA9-8F1AE0506A6C}" presName="compNode" presStyleCnt="0"/>
      <dgm:spPr/>
    </dgm:pt>
    <dgm:pt modelId="{859CC361-3413-4FB5-8B28-614C866D0F20}" type="pres">
      <dgm:prSet presAssocID="{B4A2538C-0BD6-45CD-8DA9-8F1AE0506A6C}" presName="bgRect" presStyleLbl="bgShp" presStyleIdx="1" presStyleCnt="2"/>
      <dgm:spPr/>
    </dgm:pt>
    <dgm:pt modelId="{1EC7A071-DC24-40C1-BB83-96E77F245F9D}" type="pres">
      <dgm:prSet presAssocID="{B4A2538C-0BD6-45CD-8DA9-8F1AE0506A6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ck"/>
        </a:ext>
      </dgm:extLst>
    </dgm:pt>
    <dgm:pt modelId="{3C64ED9F-E41C-45BA-BD85-4BFBB7DF7768}" type="pres">
      <dgm:prSet presAssocID="{B4A2538C-0BD6-45CD-8DA9-8F1AE0506A6C}" presName="spaceRect" presStyleCnt="0"/>
      <dgm:spPr/>
    </dgm:pt>
    <dgm:pt modelId="{D9F0B51D-39FA-4D9F-B6AC-C32F91E060BB}" type="pres">
      <dgm:prSet presAssocID="{B4A2538C-0BD6-45CD-8DA9-8F1AE0506A6C}" presName="parTx" presStyleLbl="revTx" presStyleIdx="1" presStyleCnt="2">
        <dgm:presLayoutVars>
          <dgm:chMax val="0"/>
          <dgm:chPref val="0"/>
        </dgm:presLayoutVars>
      </dgm:prSet>
      <dgm:spPr/>
    </dgm:pt>
  </dgm:ptLst>
  <dgm:cxnLst>
    <dgm:cxn modelId="{9C765946-AE2E-4E42-A734-A502CAD4AF4B}" type="presOf" srcId="{DFA0ED4A-8F96-4B7B-891A-404619F930C3}" destId="{3271C4A0-0F2B-49D7-890A-3343B6DD1D31}" srcOrd="0" destOrd="0" presId="urn:microsoft.com/office/officeart/2018/2/layout/IconVerticalSolidList"/>
    <dgm:cxn modelId="{3654B859-DDFD-441F-ACCF-84E714B222FD}" type="presOf" srcId="{547E09C9-8BA4-494D-8788-4811D9BD2F60}" destId="{AC95569E-4641-41F2-9E44-9C253E8065F0}" srcOrd="0" destOrd="0" presId="urn:microsoft.com/office/officeart/2018/2/layout/IconVerticalSolidList"/>
    <dgm:cxn modelId="{EDFA9DCC-7E12-444B-AC0C-1A03977C49F8}" srcId="{DFA0ED4A-8F96-4B7B-891A-404619F930C3}" destId="{B4A2538C-0BD6-45CD-8DA9-8F1AE0506A6C}" srcOrd="1" destOrd="0" parTransId="{01F910E4-2B36-425F-ACAF-9ACB857C73BE}" sibTransId="{F6C9857B-B4E2-4F0A-B810-64038FE20BEC}"/>
    <dgm:cxn modelId="{80307EF2-E1E6-4108-9E60-8A321524F3D4}" type="presOf" srcId="{B4A2538C-0BD6-45CD-8DA9-8F1AE0506A6C}" destId="{D9F0B51D-39FA-4D9F-B6AC-C32F91E060BB}" srcOrd="0" destOrd="0" presId="urn:microsoft.com/office/officeart/2018/2/layout/IconVerticalSolidList"/>
    <dgm:cxn modelId="{D2A037F9-2476-4E1B-8086-60A1DC108CE6}" srcId="{DFA0ED4A-8F96-4B7B-891A-404619F930C3}" destId="{547E09C9-8BA4-494D-8788-4811D9BD2F60}" srcOrd="0" destOrd="0" parTransId="{90CDB58D-A268-468E-9BB5-60F649D68247}" sibTransId="{1084E75A-A3EC-4084-908C-13E178DE5B03}"/>
    <dgm:cxn modelId="{6ACA31BF-80D4-462A-84C4-5F320A631F4F}" type="presParOf" srcId="{3271C4A0-0F2B-49D7-890A-3343B6DD1D31}" destId="{72E006C1-822C-4674-B4CC-9B7DBD4EDBC6}" srcOrd="0" destOrd="0" presId="urn:microsoft.com/office/officeart/2018/2/layout/IconVerticalSolidList"/>
    <dgm:cxn modelId="{1F4AE865-57B7-4508-B6D1-97EF2D750944}" type="presParOf" srcId="{72E006C1-822C-4674-B4CC-9B7DBD4EDBC6}" destId="{0C13AE8B-FF87-4F09-B58F-CFCBDB50ACFF}" srcOrd="0" destOrd="0" presId="urn:microsoft.com/office/officeart/2018/2/layout/IconVerticalSolidList"/>
    <dgm:cxn modelId="{2E3DAB17-53F1-48B3-96D9-2012F9CCA7F0}" type="presParOf" srcId="{72E006C1-822C-4674-B4CC-9B7DBD4EDBC6}" destId="{EE172E08-320C-4639-822B-6EEFA6D8A26B}" srcOrd="1" destOrd="0" presId="urn:microsoft.com/office/officeart/2018/2/layout/IconVerticalSolidList"/>
    <dgm:cxn modelId="{21139192-1902-486A-9898-4A40D99064A6}" type="presParOf" srcId="{72E006C1-822C-4674-B4CC-9B7DBD4EDBC6}" destId="{55CCD206-08B2-4B20-B1A2-3DBBA130B478}" srcOrd="2" destOrd="0" presId="urn:microsoft.com/office/officeart/2018/2/layout/IconVerticalSolidList"/>
    <dgm:cxn modelId="{98800A09-1FBF-4A73-ADA2-55D4997C0368}" type="presParOf" srcId="{72E006C1-822C-4674-B4CC-9B7DBD4EDBC6}" destId="{AC95569E-4641-41F2-9E44-9C253E8065F0}" srcOrd="3" destOrd="0" presId="urn:microsoft.com/office/officeart/2018/2/layout/IconVerticalSolidList"/>
    <dgm:cxn modelId="{39EAB0CC-62BD-4B09-B0E4-0490CEA03056}" type="presParOf" srcId="{3271C4A0-0F2B-49D7-890A-3343B6DD1D31}" destId="{3F7D9E17-23A4-43FF-AD0D-01F069535BA0}" srcOrd="1" destOrd="0" presId="urn:microsoft.com/office/officeart/2018/2/layout/IconVerticalSolidList"/>
    <dgm:cxn modelId="{D1AB8631-CE20-4090-B094-E1086A2201BB}" type="presParOf" srcId="{3271C4A0-0F2B-49D7-890A-3343B6DD1D31}" destId="{9F3AAB22-9FD9-4FAA-AC32-F6A9B3B64A12}" srcOrd="2" destOrd="0" presId="urn:microsoft.com/office/officeart/2018/2/layout/IconVerticalSolidList"/>
    <dgm:cxn modelId="{2E9F4283-AFD5-4910-8B07-522BA3F079DC}" type="presParOf" srcId="{9F3AAB22-9FD9-4FAA-AC32-F6A9B3B64A12}" destId="{859CC361-3413-4FB5-8B28-614C866D0F20}" srcOrd="0" destOrd="0" presId="urn:microsoft.com/office/officeart/2018/2/layout/IconVerticalSolidList"/>
    <dgm:cxn modelId="{5CC6BD2B-999E-425E-AAEA-EB0D41025831}" type="presParOf" srcId="{9F3AAB22-9FD9-4FAA-AC32-F6A9B3B64A12}" destId="{1EC7A071-DC24-40C1-BB83-96E77F245F9D}" srcOrd="1" destOrd="0" presId="urn:microsoft.com/office/officeart/2018/2/layout/IconVerticalSolidList"/>
    <dgm:cxn modelId="{5AEC7607-5C89-4E18-95B9-2D48832F0775}" type="presParOf" srcId="{9F3AAB22-9FD9-4FAA-AC32-F6A9B3B64A12}" destId="{3C64ED9F-E41C-45BA-BD85-4BFBB7DF7768}" srcOrd="2" destOrd="0" presId="urn:microsoft.com/office/officeart/2018/2/layout/IconVerticalSolidList"/>
    <dgm:cxn modelId="{17D9A76B-7036-446D-AE10-E56ECE3CFFA3}" type="presParOf" srcId="{9F3AAB22-9FD9-4FAA-AC32-F6A9B3B64A12}" destId="{D9F0B51D-39FA-4D9F-B6AC-C32F91E060B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13AE8B-FF87-4F09-B58F-CFCBDB50ACFF}">
      <dsp:nvSpPr>
        <dsp:cNvPr id="0" name=""/>
        <dsp:cNvSpPr/>
      </dsp:nvSpPr>
      <dsp:spPr>
        <a:xfrm>
          <a:off x="0" y="955306"/>
          <a:ext cx="6301601" cy="17636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172E08-320C-4639-822B-6EEFA6D8A26B}">
      <dsp:nvSpPr>
        <dsp:cNvPr id="0" name=""/>
        <dsp:cNvSpPr/>
      </dsp:nvSpPr>
      <dsp:spPr>
        <a:xfrm>
          <a:off x="533501" y="1352126"/>
          <a:ext cx="970003" cy="97000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C95569E-4641-41F2-9E44-9C253E8065F0}">
      <dsp:nvSpPr>
        <dsp:cNvPr id="0" name=""/>
        <dsp:cNvSpPr/>
      </dsp:nvSpPr>
      <dsp:spPr>
        <a:xfrm>
          <a:off x="2037007" y="955306"/>
          <a:ext cx="4264593" cy="1763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52" tIns="186652" rIns="186652" bIns="186652" numCol="1" spcCol="1270" anchor="ctr" anchorCtr="0">
          <a:noAutofit/>
        </a:bodyPr>
        <a:lstStyle/>
        <a:p>
          <a:pPr marL="0" lvl="0" indent="0" algn="l" defTabSz="1111250">
            <a:lnSpc>
              <a:spcPct val="90000"/>
            </a:lnSpc>
            <a:spcBef>
              <a:spcPct val="0"/>
            </a:spcBef>
            <a:spcAft>
              <a:spcPct val="35000"/>
            </a:spcAft>
            <a:buNone/>
          </a:pPr>
          <a:r>
            <a:rPr lang="en-GB" sz="2500" kern="1200"/>
            <a:t>24 Marks</a:t>
          </a:r>
          <a:endParaRPr lang="en-US" sz="2500" kern="1200"/>
        </a:p>
      </dsp:txBody>
      <dsp:txXfrm>
        <a:off x="2037007" y="955306"/>
        <a:ext cx="4264593" cy="1763642"/>
      </dsp:txXfrm>
    </dsp:sp>
    <dsp:sp modelId="{859CC361-3413-4FB5-8B28-614C866D0F20}">
      <dsp:nvSpPr>
        <dsp:cNvPr id="0" name=""/>
        <dsp:cNvSpPr/>
      </dsp:nvSpPr>
      <dsp:spPr>
        <a:xfrm>
          <a:off x="0" y="3159859"/>
          <a:ext cx="6301601" cy="17636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C7A071-DC24-40C1-BB83-96E77F245F9D}">
      <dsp:nvSpPr>
        <dsp:cNvPr id="0" name=""/>
        <dsp:cNvSpPr/>
      </dsp:nvSpPr>
      <dsp:spPr>
        <a:xfrm>
          <a:off x="533501" y="3556679"/>
          <a:ext cx="970003" cy="97000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9F0B51D-39FA-4D9F-B6AC-C32F91E060BB}">
      <dsp:nvSpPr>
        <dsp:cNvPr id="0" name=""/>
        <dsp:cNvSpPr/>
      </dsp:nvSpPr>
      <dsp:spPr>
        <a:xfrm>
          <a:off x="2037007" y="3159859"/>
          <a:ext cx="4264593" cy="1763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52" tIns="186652" rIns="186652" bIns="186652" numCol="1" spcCol="1270" anchor="ctr" anchorCtr="0">
          <a:noAutofit/>
        </a:bodyPr>
        <a:lstStyle/>
        <a:p>
          <a:pPr marL="0" lvl="0" indent="0" algn="l" defTabSz="1111250">
            <a:lnSpc>
              <a:spcPct val="90000"/>
            </a:lnSpc>
            <a:spcBef>
              <a:spcPct val="0"/>
            </a:spcBef>
            <a:spcAft>
              <a:spcPct val="35000"/>
            </a:spcAft>
            <a:buNone/>
          </a:pPr>
          <a:r>
            <a:rPr lang="en-GB" sz="2500" kern="1200"/>
            <a:t>15 Hours</a:t>
          </a:r>
          <a:endParaRPr lang="en-US" sz="2500" kern="1200"/>
        </a:p>
      </dsp:txBody>
      <dsp:txXfrm>
        <a:off x="2037007" y="3159859"/>
        <a:ext cx="4264593" cy="176364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30/03/2023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30/03/2023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30/03/2023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30/03/2023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30/03/2023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30/03/2023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30/03/2023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30/03/2023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30/03/2023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30/03/2023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30/03/2023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9EA4A-4A4E-47FC-B5DD-595434A54E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7FA74FD-C315-49F4-B412-6083F7CBC7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BB5CF36-9911-4AF7-B5ED-DE79B670F16A}"/>
              </a:ext>
            </a:extLst>
          </p:cNvPr>
          <p:cNvSpPr>
            <a:spLocks noGrp="1"/>
          </p:cNvSpPr>
          <p:nvPr>
            <p:ph type="dt" sz="half" idx="10"/>
          </p:nvPr>
        </p:nvSpPr>
        <p:spPr/>
        <p:txBody>
          <a:bodyPr/>
          <a:lstStyle/>
          <a:p>
            <a:fld id="{4B69374C-05AB-44DC-8AE6-E401C9F7BF63}" type="datetimeFigureOut">
              <a:rPr lang="en-GB" smtClean="0"/>
              <a:t>30/03/2023</a:t>
            </a:fld>
            <a:endParaRPr lang="en-GB"/>
          </a:p>
        </p:txBody>
      </p:sp>
      <p:sp>
        <p:nvSpPr>
          <p:cNvPr id="5" name="Footer Placeholder 4">
            <a:extLst>
              <a:ext uri="{FF2B5EF4-FFF2-40B4-BE49-F238E27FC236}">
                <a16:creationId xmlns:a16="http://schemas.microsoft.com/office/drawing/2014/main" id="{4A564622-BD0A-49AE-AC53-E069DDB0EE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E3CDC96-9889-4595-9CCD-72CEBA9AEC75}"/>
              </a:ext>
            </a:extLst>
          </p:cNvPr>
          <p:cNvSpPr>
            <a:spLocks noGrp="1"/>
          </p:cNvSpPr>
          <p:nvPr>
            <p:ph type="sldNum" sz="quarter" idx="12"/>
          </p:nvPr>
        </p:nvSpPr>
        <p:spPr/>
        <p:txBody>
          <a:bodyPr/>
          <a:lstStyle/>
          <a:p>
            <a:fld id="{A8A0B094-B305-45DD-A669-154D152A16CC}" type="slidenum">
              <a:rPr lang="en-GB" smtClean="0"/>
              <a:t>‹#›</a:t>
            </a:fld>
            <a:endParaRPr lang="en-GB"/>
          </a:p>
        </p:txBody>
      </p:sp>
    </p:spTree>
    <p:extLst>
      <p:ext uri="{BB962C8B-B14F-4D97-AF65-F5344CB8AC3E}">
        <p14:creationId xmlns:p14="http://schemas.microsoft.com/office/powerpoint/2010/main" val="35934244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A522A-E670-4C3D-8BDC-92F9F1778A3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C73EB0E-DD5B-4F81-86AD-EA0CBA56587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D4DBFBB-D966-4B71-BB13-4B488D1D4D3D}"/>
              </a:ext>
            </a:extLst>
          </p:cNvPr>
          <p:cNvSpPr>
            <a:spLocks noGrp="1"/>
          </p:cNvSpPr>
          <p:nvPr>
            <p:ph type="dt" sz="half" idx="10"/>
          </p:nvPr>
        </p:nvSpPr>
        <p:spPr/>
        <p:txBody>
          <a:bodyPr/>
          <a:lstStyle/>
          <a:p>
            <a:fld id="{4B69374C-05AB-44DC-8AE6-E401C9F7BF63}" type="datetimeFigureOut">
              <a:rPr lang="en-GB" smtClean="0"/>
              <a:t>30/03/2023</a:t>
            </a:fld>
            <a:endParaRPr lang="en-GB"/>
          </a:p>
        </p:txBody>
      </p:sp>
      <p:sp>
        <p:nvSpPr>
          <p:cNvPr id="5" name="Footer Placeholder 4">
            <a:extLst>
              <a:ext uri="{FF2B5EF4-FFF2-40B4-BE49-F238E27FC236}">
                <a16:creationId xmlns:a16="http://schemas.microsoft.com/office/drawing/2014/main" id="{44070D49-57BF-4A9C-8439-7975C71D3FD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4818C13-9E61-40D9-B284-968D0571E8DE}"/>
              </a:ext>
            </a:extLst>
          </p:cNvPr>
          <p:cNvSpPr>
            <a:spLocks noGrp="1"/>
          </p:cNvSpPr>
          <p:nvPr>
            <p:ph type="sldNum" sz="quarter" idx="12"/>
          </p:nvPr>
        </p:nvSpPr>
        <p:spPr/>
        <p:txBody>
          <a:bodyPr/>
          <a:lstStyle/>
          <a:p>
            <a:fld id="{A8A0B094-B305-45DD-A669-154D152A16CC}" type="slidenum">
              <a:rPr lang="en-GB" smtClean="0"/>
              <a:t>‹#›</a:t>
            </a:fld>
            <a:endParaRPr lang="en-GB"/>
          </a:p>
        </p:txBody>
      </p:sp>
    </p:spTree>
    <p:extLst>
      <p:ext uri="{BB962C8B-B14F-4D97-AF65-F5344CB8AC3E}">
        <p14:creationId xmlns:p14="http://schemas.microsoft.com/office/powerpoint/2010/main" val="36027668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3F32A-560F-4612-88D9-80A488142C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62B9BF8-5223-484E-B94C-4F6F4C64890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7620741-0430-431D-B7AC-1DE30FA8EDCE}"/>
              </a:ext>
            </a:extLst>
          </p:cNvPr>
          <p:cNvSpPr>
            <a:spLocks noGrp="1"/>
          </p:cNvSpPr>
          <p:nvPr>
            <p:ph type="dt" sz="half" idx="10"/>
          </p:nvPr>
        </p:nvSpPr>
        <p:spPr/>
        <p:txBody>
          <a:bodyPr/>
          <a:lstStyle/>
          <a:p>
            <a:fld id="{4B69374C-05AB-44DC-8AE6-E401C9F7BF63}" type="datetimeFigureOut">
              <a:rPr lang="en-GB" smtClean="0"/>
              <a:t>30/03/2023</a:t>
            </a:fld>
            <a:endParaRPr lang="en-GB"/>
          </a:p>
        </p:txBody>
      </p:sp>
      <p:sp>
        <p:nvSpPr>
          <p:cNvPr id="5" name="Footer Placeholder 4">
            <a:extLst>
              <a:ext uri="{FF2B5EF4-FFF2-40B4-BE49-F238E27FC236}">
                <a16:creationId xmlns:a16="http://schemas.microsoft.com/office/drawing/2014/main" id="{BA8FB0BA-2898-471A-A305-F4EE98EC87B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64DEEB-EF44-48CE-9F7F-AD5AE5C6F581}"/>
              </a:ext>
            </a:extLst>
          </p:cNvPr>
          <p:cNvSpPr>
            <a:spLocks noGrp="1"/>
          </p:cNvSpPr>
          <p:nvPr>
            <p:ph type="sldNum" sz="quarter" idx="12"/>
          </p:nvPr>
        </p:nvSpPr>
        <p:spPr/>
        <p:txBody>
          <a:bodyPr/>
          <a:lstStyle/>
          <a:p>
            <a:fld id="{A8A0B094-B305-45DD-A669-154D152A16CC}" type="slidenum">
              <a:rPr lang="en-GB" smtClean="0"/>
              <a:t>‹#›</a:t>
            </a:fld>
            <a:endParaRPr lang="en-GB"/>
          </a:p>
        </p:txBody>
      </p:sp>
    </p:spTree>
    <p:extLst>
      <p:ext uri="{BB962C8B-B14F-4D97-AF65-F5344CB8AC3E}">
        <p14:creationId xmlns:p14="http://schemas.microsoft.com/office/powerpoint/2010/main" val="27967806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F9803-6A5E-4300-B580-3C11E542663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2C815B6-4BD1-46B0-ACD3-2E7985BCA36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5C88AD6-36A6-47AD-8A76-EF0FF494DE2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2504008-EAE6-4085-8057-C8D3E9C56112}"/>
              </a:ext>
            </a:extLst>
          </p:cNvPr>
          <p:cNvSpPr>
            <a:spLocks noGrp="1"/>
          </p:cNvSpPr>
          <p:nvPr>
            <p:ph type="dt" sz="half" idx="10"/>
          </p:nvPr>
        </p:nvSpPr>
        <p:spPr/>
        <p:txBody>
          <a:bodyPr/>
          <a:lstStyle/>
          <a:p>
            <a:fld id="{4B69374C-05AB-44DC-8AE6-E401C9F7BF63}" type="datetimeFigureOut">
              <a:rPr lang="en-GB" smtClean="0"/>
              <a:t>30/03/2023</a:t>
            </a:fld>
            <a:endParaRPr lang="en-GB"/>
          </a:p>
        </p:txBody>
      </p:sp>
      <p:sp>
        <p:nvSpPr>
          <p:cNvPr id="6" name="Footer Placeholder 5">
            <a:extLst>
              <a:ext uri="{FF2B5EF4-FFF2-40B4-BE49-F238E27FC236}">
                <a16:creationId xmlns:a16="http://schemas.microsoft.com/office/drawing/2014/main" id="{B560DAE3-002D-4568-A082-F6E3131F4E1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CA94310-39C2-45FB-A1C8-9729D8FCA6F2}"/>
              </a:ext>
            </a:extLst>
          </p:cNvPr>
          <p:cNvSpPr>
            <a:spLocks noGrp="1"/>
          </p:cNvSpPr>
          <p:nvPr>
            <p:ph type="sldNum" sz="quarter" idx="12"/>
          </p:nvPr>
        </p:nvSpPr>
        <p:spPr/>
        <p:txBody>
          <a:bodyPr/>
          <a:lstStyle/>
          <a:p>
            <a:fld id="{A8A0B094-B305-45DD-A669-154D152A16CC}" type="slidenum">
              <a:rPr lang="en-GB" smtClean="0"/>
              <a:t>‹#›</a:t>
            </a:fld>
            <a:endParaRPr lang="en-GB"/>
          </a:p>
        </p:txBody>
      </p:sp>
    </p:spTree>
    <p:extLst>
      <p:ext uri="{BB962C8B-B14F-4D97-AF65-F5344CB8AC3E}">
        <p14:creationId xmlns:p14="http://schemas.microsoft.com/office/powerpoint/2010/main" val="13801139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F06BC-0951-459B-B054-0951EF05E8E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1F850CD-3DDA-402C-9BFD-62E736DECD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FA7E720-2FF5-41E0-91C9-270F17E3D41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664CE07-E457-4276-9334-99D9A83271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9277837-8553-4729-AD2A-AAA06F9B764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1B4EC43-4F56-454F-8812-3DD1F8FD212B}"/>
              </a:ext>
            </a:extLst>
          </p:cNvPr>
          <p:cNvSpPr>
            <a:spLocks noGrp="1"/>
          </p:cNvSpPr>
          <p:nvPr>
            <p:ph type="dt" sz="half" idx="10"/>
          </p:nvPr>
        </p:nvSpPr>
        <p:spPr/>
        <p:txBody>
          <a:bodyPr/>
          <a:lstStyle/>
          <a:p>
            <a:fld id="{4B69374C-05AB-44DC-8AE6-E401C9F7BF63}" type="datetimeFigureOut">
              <a:rPr lang="en-GB" smtClean="0"/>
              <a:t>30/03/2023</a:t>
            </a:fld>
            <a:endParaRPr lang="en-GB"/>
          </a:p>
        </p:txBody>
      </p:sp>
      <p:sp>
        <p:nvSpPr>
          <p:cNvPr id="8" name="Footer Placeholder 7">
            <a:extLst>
              <a:ext uri="{FF2B5EF4-FFF2-40B4-BE49-F238E27FC236}">
                <a16:creationId xmlns:a16="http://schemas.microsoft.com/office/drawing/2014/main" id="{B80185A8-CFB7-4E2C-92E2-FFC7F5744F8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A03C37F-1550-40F8-B665-420768666227}"/>
              </a:ext>
            </a:extLst>
          </p:cNvPr>
          <p:cNvSpPr>
            <a:spLocks noGrp="1"/>
          </p:cNvSpPr>
          <p:nvPr>
            <p:ph type="sldNum" sz="quarter" idx="12"/>
          </p:nvPr>
        </p:nvSpPr>
        <p:spPr/>
        <p:txBody>
          <a:bodyPr/>
          <a:lstStyle/>
          <a:p>
            <a:fld id="{A8A0B094-B305-45DD-A669-154D152A16CC}" type="slidenum">
              <a:rPr lang="en-GB" smtClean="0"/>
              <a:t>‹#›</a:t>
            </a:fld>
            <a:endParaRPr lang="en-GB"/>
          </a:p>
        </p:txBody>
      </p:sp>
    </p:spTree>
    <p:extLst>
      <p:ext uri="{BB962C8B-B14F-4D97-AF65-F5344CB8AC3E}">
        <p14:creationId xmlns:p14="http://schemas.microsoft.com/office/powerpoint/2010/main" val="40137443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B7617-1EFF-470E-B649-D1476C8D3DD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28309AA-52F9-4EAC-AEA5-2CED27C78E4F}"/>
              </a:ext>
            </a:extLst>
          </p:cNvPr>
          <p:cNvSpPr>
            <a:spLocks noGrp="1"/>
          </p:cNvSpPr>
          <p:nvPr>
            <p:ph type="dt" sz="half" idx="10"/>
          </p:nvPr>
        </p:nvSpPr>
        <p:spPr/>
        <p:txBody>
          <a:bodyPr/>
          <a:lstStyle/>
          <a:p>
            <a:fld id="{4B69374C-05AB-44DC-8AE6-E401C9F7BF63}" type="datetimeFigureOut">
              <a:rPr lang="en-GB" smtClean="0"/>
              <a:t>30/03/2023</a:t>
            </a:fld>
            <a:endParaRPr lang="en-GB"/>
          </a:p>
        </p:txBody>
      </p:sp>
      <p:sp>
        <p:nvSpPr>
          <p:cNvPr id="4" name="Footer Placeholder 3">
            <a:extLst>
              <a:ext uri="{FF2B5EF4-FFF2-40B4-BE49-F238E27FC236}">
                <a16:creationId xmlns:a16="http://schemas.microsoft.com/office/drawing/2014/main" id="{8C3B641B-7440-4403-98CC-8872F978C2B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C51426F0-5807-4781-BAF8-AB5FBDC811A5}"/>
              </a:ext>
            </a:extLst>
          </p:cNvPr>
          <p:cNvSpPr>
            <a:spLocks noGrp="1"/>
          </p:cNvSpPr>
          <p:nvPr>
            <p:ph type="sldNum" sz="quarter" idx="12"/>
          </p:nvPr>
        </p:nvSpPr>
        <p:spPr/>
        <p:txBody>
          <a:bodyPr/>
          <a:lstStyle/>
          <a:p>
            <a:fld id="{A8A0B094-B305-45DD-A669-154D152A16CC}" type="slidenum">
              <a:rPr lang="en-GB" smtClean="0"/>
              <a:t>‹#›</a:t>
            </a:fld>
            <a:endParaRPr lang="en-GB"/>
          </a:p>
        </p:txBody>
      </p:sp>
    </p:spTree>
    <p:extLst>
      <p:ext uri="{BB962C8B-B14F-4D97-AF65-F5344CB8AC3E}">
        <p14:creationId xmlns:p14="http://schemas.microsoft.com/office/powerpoint/2010/main" val="9066007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D0D0DC-B555-4D18-A8CD-326FECA3FB8F}"/>
              </a:ext>
            </a:extLst>
          </p:cNvPr>
          <p:cNvSpPr>
            <a:spLocks noGrp="1"/>
          </p:cNvSpPr>
          <p:nvPr>
            <p:ph type="dt" sz="half" idx="10"/>
          </p:nvPr>
        </p:nvSpPr>
        <p:spPr/>
        <p:txBody>
          <a:bodyPr/>
          <a:lstStyle/>
          <a:p>
            <a:fld id="{4B69374C-05AB-44DC-8AE6-E401C9F7BF63}" type="datetimeFigureOut">
              <a:rPr lang="en-GB" smtClean="0"/>
              <a:t>30/03/2023</a:t>
            </a:fld>
            <a:endParaRPr lang="en-GB"/>
          </a:p>
        </p:txBody>
      </p:sp>
      <p:sp>
        <p:nvSpPr>
          <p:cNvPr id="3" name="Footer Placeholder 2">
            <a:extLst>
              <a:ext uri="{FF2B5EF4-FFF2-40B4-BE49-F238E27FC236}">
                <a16:creationId xmlns:a16="http://schemas.microsoft.com/office/drawing/2014/main" id="{06C91D51-A7F2-4F5C-BED6-B23D43D0C59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1CD6F75-A16A-4357-9605-B21C71E3F13A}"/>
              </a:ext>
            </a:extLst>
          </p:cNvPr>
          <p:cNvSpPr>
            <a:spLocks noGrp="1"/>
          </p:cNvSpPr>
          <p:nvPr>
            <p:ph type="sldNum" sz="quarter" idx="12"/>
          </p:nvPr>
        </p:nvSpPr>
        <p:spPr/>
        <p:txBody>
          <a:bodyPr/>
          <a:lstStyle/>
          <a:p>
            <a:fld id="{A8A0B094-B305-45DD-A669-154D152A16CC}" type="slidenum">
              <a:rPr lang="en-GB" smtClean="0"/>
              <a:t>‹#›</a:t>
            </a:fld>
            <a:endParaRPr lang="en-GB"/>
          </a:p>
        </p:txBody>
      </p:sp>
    </p:spTree>
    <p:extLst>
      <p:ext uri="{BB962C8B-B14F-4D97-AF65-F5344CB8AC3E}">
        <p14:creationId xmlns:p14="http://schemas.microsoft.com/office/powerpoint/2010/main" val="1783762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C94C5-E185-4146-8A33-9F7D243FB0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479E5BE-B3A4-48F3-BBDC-4AB1E8DBDB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A15841C-5395-4A7B-A5C4-25E7F44612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9E1FFEE-8153-40A7-AC65-26713ECD9555}"/>
              </a:ext>
            </a:extLst>
          </p:cNvPr>
          <p:cNvSpPr>
            <a:spLocks noGrp="1"/>
          </p:cNvSpPr>
          <p:nvPr>
            <p:ph type="dt" sz="half" idx="10"/>
          </p:nvPr>
        </p:nvSpPr>
        <p:spPr/>
        <p:txBody>
          <a:bodyPr/>
          <a:lstStyle/>
          <a:p>
            <a:fld id="{4B69374C-05AB-44DC-8AE6-E401C9F7BF63}" type="datetimeFigureOut">
              <a:rPr lang="en-GB" smtClean="0"/>
              <a:t>30/03/2023</a:t>
            </a:fld>
            <a:endParaRPr lang="en-GB"/>
          </a:p>
        </p:txBody>
      </p:sp>
      <p:sp>
        <p:nvSpPr>
          <p:cNvPr id="6" name="Footer Placeholder 5">
            <a:extLst>
              <a:ext uri="{FF2B5EF4-FFF2-40B4-BE49-F238E27FC236}">
                <a16:creationId xmlns:a16="http://schemas.microsoft.com/office/drawing/2014/main" id="{675E6023-C940-4B03-8906-4B0A09A5219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DFBDE18-BB3A-47AA-87AF-C1967E339C5C}"/>
              </a:ext>
            </a:extLst>
          </p:cNvPr>
          <p:cNvSpPr>
            <a:spLocks noGrp="1"/>
          </p:cNvSpPr>
          <p:nvPr>
            <p:ph type="sldNum" sz="quarter" idx="12"/>
          </p:nvPr>
        </p:nvSpPr>
        <p:spPr/>
        <p:txBody>
          <a:bodyPr/>
          <a:lstStyle/>
          <a:p>
            <a:fld id="{A8A0B094-B305-45DD-A669-154D152A16CC}" type="slidenum">
              <a:rPr lang="en-GB" smtClean="0"/>
              <a:t>‹#›</a:t>
            </a:fld>
            <a:endParaRPr lang="en-GB"/>
          </a:p>
        </p:txBody>
      </p:sp>
    </p:spTree>
    <p:extLst>
      <p:ext uri="{BB962C8B-B14F-4D97-AF65-F5344CB8AC3E}">
        <p14:creationId xmlns:p14="http://schemas.microsoft.com/office/powerpoint/2010/main" val="17588061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EAEAE-8E69-4937-8A7C-2874DE8F44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0E35402-7D57-4846-80AE-EC040602EF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1C68883-86D9-4757-872C-ABE73B2A68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707EB65-9B60-4246-8483-EB01ED54450A}"/>
              </a:ext>
            </a:extLst>
          </p:cNvPr>
          <p:cNvSpPr>
            <a:spLocks noGrp="1"/>
          </p:cNvSpPr>
          <p:nvPr>
            <p:ph type="dt" sz="half" idx="10"/>
          </p:nvPr>
        </p:nvSpPr>
        <p:spPr/>
        <p:txBody>
          <a:bodyPr/>
          <a:lstStyle/>
          <a:p>
            <a:fld id="{4B69374C-05AB-44DC-8AE6-E401C9F7BF63}" type="datetimeFigureOut">
              <a:rPr lang="en-GB" smtClean="0"/>
              <a:t>30/03/2023</a:t>
            </a:fld>
            <a:endParaRPr lang="en-GB"/>
          </a:p>
        </p:txBody>
      </p:sp>
      <p:sp>
        <p:nvSpPr>
          <p:cNvPr id="6" name="Footer Placeholder 5">
            <a:extLst>
              <a:ext uri="{FF2B5EF4-FFF2-40B4-BE49-F238E27FC236}">
                <a16:creationId xmlns:a16="http://schemas.microsoft.com/office/drawing/2014/main" id="{F4D86F62-748C-49D8-88DA-AE9C316DED5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EFF934C-30F2-43E1-BB9F-5487152D2FDA}"/>
              </a:ext>
            </a:extLst>
          </p:cNvPr>
          <p:cNvSpPr>
            <a:spLocks noGrp="1"/>
          </p:cNvSpPr>
          <p:nvPr>
            <p:ph type="sldNum" sz="quarter" idx="12"/>
          </p:nvPr>
        </p:nvSpPr>
        <p:spPr/>
        <p:txBody>
          <a:bodyPr/>
          <a:lstStyle/>
          <a:p>
            <a:fld id="{A8A0B094-B305-45DD-A669-154D152A16CC}" type="slidenum">
              <a:rPr lang="en-GB" smtClean="0"/>
              <a:t>‹#›</a:t>
            </a:fld>
            <a:endParaRPr lang="en-GB"/>
          </a:p>
        </p:txBody>
      </p:sp>
    </p:spTree>
    <p:extLst>
      <p:ext uri="{BB962C8B-B14F-4D97-AF65-F5344CB8AC3E}">
        <p14:creationId xmlns:p14="http://schemas.microsoft.com/office/powerpoint/2010/main" val="34684720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08AF2-7E67-4A55-B300-EE87A068E91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C2FC814-E8CC-465E-AC9C-9E02CF4A380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A53F1D7-5D84-4EC4-83B8-86016A63A030}"/>
              </a:ext>
            </a:extLst>
          </p:cNvPr>
          <p:cNvSpPr>
            <a:spLocks noGrp="1"/>
          </p:cNvSpPr>
          <p:nvPr>
            <p:ph type="dt" sz="half" idx="10"/>
          </p:nvPr>
        </p:nvSpPr>
        <p:spPr/>
        <p:txBody>
          <a:bodyPr/>
          <a:lstStyle/>
          <a:p>
            <a:fld id="{4B69374C-05AB-44DC-8AE6-E401C9F7BF63}" type="datetimeFigureOut">
              <a:rPr lang="en-GB" smtClean="0"/>
              <a:t>30/03/2023</a:t>
            </a:fld>
            <a:endParaRPr lang="en-GB"/>
          </a:p>
        </p:txBody>
      </p:sp>
      <p:sp>
        <p:nvSpPr>
          <p:cNvPr id="5" name="Footer Placeholder 4">
            <a:extLst>
              <a:ext uri="{FF2B5EF4-FFF2-40B4-BE49-F238E27FC236}">
                <a16:creationId xmlns:a16="http://schemas.microsoft.com/office/drawing/2014/main" id="{3DC6F407-3C6A-4295-8AE2-3FEFA232CBA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3EB4A56-E24E-4789-BB75-F6DCC230F715}"/>
              </a:ext>
            </a:extLst>
          </p:cNvPr>
          <p:cNvSpPr>
            <a:spLocks noGrp="1"/>
          </p:cNvSpPr>
          <p:nvPr>
            <p:ph type="sldNum" sz="quarter" idx="12"/>
          </p:nvPr>
        </p:nvSpPr>
        <p:spPr/>
        <p:txBody>
          <a:bodyPr/>
          <a:lstStyle/>
          <a:p>
            <a:fld id="{A8A0B094-B305-45DD-A669-154D152A16CC}" type="slidenum">
              <a:rPr lang="en-GB" smtClean="0"/>
              <a:t>‹#›</a:t>
            </a:fld>
            <a:endParaRPr lang="en-GB"/>
          </a:p>
        </p:txBody>
      </p:sp>
    </p:spTree>
    <p:extLst>
      <p:ext uri="{BB962C8B-B14F-4D97-AF65-F5344CB8AC3E}">
        <p14:creationId xmlns:p14="http://schemas.microsoft.com/office/powerpoint/2010/main" val="6094194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7BE675-609E-41FF-95E2-F5DA7C4B704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E5E3406-8CE7-4C37-BA27-35955C7EBB9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97031E3-CC05-44E2-8423-70C745737F5B}"/>
              </a:ext>
            </a:extLst>
          </p:cNvPr>
          <p:cNvSpPr>
            <a:spLocks noGrp="1"/>
          </p:cNvSpPr>
          <p:nvPr>
            <p:ph type="dt" sz="half" idx="10"/>
          </p:nvPr>
        </p:nvSpPr>
        <p:spPr/>
        <p:txBody>
          <a:bodyPr/>
          <a:lstStyle/>
          <a:p>
            <a:fld id="{4B69374C-05AB-44DC-8AE6-E401C9F7BF63}" type="datetimeFigureOut">
              <a:rPr lang="en-GB" smtClean="0"/>
              <a:t>30/03/2023</a:t>
            </a:fld>
            <a:endParaRPr lang="en-GB"/>
          </a:p>
        </p:txBody>
      </p:sp>
      <p:sp>
        <p:nvSpPr>
          <p:cNvPr id="5" name="Footer Placeholder 4">
            <a:extLst>
              <a:ext uri="{FF2B5EF4-FFF2-40B4-BE49-F238E27FC236}">
                <a16:creationId xmlns:a16="http://schemas.microsoft.com/office/drawing/2014/main" id="{52450AAA-3635-4640-937F-848E910A440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503D421-D39D-430B-865C-975A3C8F47C0}"/>
              </a:ext>
            </a:extLst>
          </p:cNvPr>
          <p:cNvSpPr>
            <a:spLocks noGrp="1"/>
          </p:cNvSpPr>
          <p:nvPr>
            <p:ph type="sldNum" sz="quarter" idx="12"/>
          </p:nvPr>
        </p:nvSpPr>
        <p:spPr/>
        <p:txBody>
          <a:bodyPr/>
          <a:lstStyle/>
          <a:p>
            <a:fld id="{A8A0B094-B305-45DD-A669-154D152A16CC}" type="slidenum">
              <a:rPr lang="en-GB" smtClean="0"/>
              <a:t>‹#›</a:t>
            </a:fld>
            <a:endParaRPr lang="en-GB"/>
          </a:p>
        </p:txBody>
      </p:sp>
    </p:spTree>
    <p:extLst>
      <p:ext uri="{BB962C8B-B14F-4D97-AF65-F5344CB8AC3E}">
        <p14:creationId xmlns:p14="http://schemas.microsoft.com/office/powerpoint/2010/main" val="1158216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GB" smtClean="0"/>
              <a:t>30/03/2023</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3E6DBB-AFF2-4E27-9D16-3A1AA355BA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6EEEE07-782A-4820-A26B-C3B5493FB9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16F4519-DDC6-4FE3-B331-9D56A594D0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69374C-05AB-44DC-8AE6-E401C9F7BF63}" type="datetimeFigureOut">
              <a:rPr lang="en-GB" smtClean="0"/>
              <a:t>30/03/2023</a:t>
            </a:fld>
            <a:endParaRPr lang="en-GB"/>
          </a:p>
        </p:txBody>
      </p:sp>
      <p:sp>
        <p:nvSpPr>
          <p:cNvPr id="5" name="Footer Placeholder 4">
            <a:extLst>
              <a:ext uri="{FF2B5EF4-FFF2-40B4-BE49-F238E27FC236}">
                <a16:creationId xmlns:a16="http://schemas.microsoft.com/office/drawing/2014/main" id="{FF2FFA8E-A6B7-427A-97A6-ED1F29C53A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D6F44D9E-35D9-43BD-85BB-9A82E6D5D1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A0B094-B305-45DD-A669-154D152A16CC}" type="slidenum">
              <a:rPr lang="en-GB" smtClean="0"/>
              <a:t>‹#›</a:t>
            </a:fld>
            <a:endParaRPr lang="en-GB"/>
          </a:p>
        </p:txBody>
      </p:sp>
    </p:spTree>
    <p:extLst>
      <p:ext uri="{BB962C8B-B14F-4D97-AF65-F5344CB8AC3E}">
        <p14:creationId xmlns:p14="http://schemas.microsoft.com/office/powerpoint/2010/main" val="16580401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rrows pointing right while one points left">
            <a:extLst>
              <a:ext uri="{FF2B5EF4-FFF2-40B4-BE49-F238E27FC236}">
                <a16:creationId xmlns:a16="http://schemas.microsoft.com/office/drawing/2014/main" id="{2D804DA9-C79E-BA60-1D75-E9DBEC2453C1}"/>
              </a:ext>
            </a:extLst>
          </p:cNvPr>
          <p:cNvPicPr>
            <a:picLocks noChangeAspect="1"/>
          </p:cNvPicPr>
          <p:nvPr/>
        </p:nvPicPr>
        <p:blipFill rotWithShape="1">
          <a:blip r:embed="rId2"/>
          <a:srcRect l="3481" t="1380" r="14315" b="1045"/>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77981" y="1122363"/>
            <a:ext cx="4023360" cy="3204134"/>
          </a:xfrm>
        </p:spPr>
        <p:txBody>
          <a:bodyPr anchor="b">
            <a:normAutofit/>
          </a:bodyPr>
          <a:lstStyle/>
          <a:p>
            <a:pPr algn="l"/>
            <a:r>
              <a:rPr lang="en-GB" sz="4400" dirty="0">
                <a:cs typeface="Calibri Light"/>
              </a:rPr>
              <a:t>Gathering Feedback to inform future development</a:t>
            </a:r>
            <a:endParaRPr lang="en-GB" sz="4400" dirty="0"/>
          </a:p>
        </p:txBody>
      </p:sp>
      <p:sp>
        <p:nvSpPr>
          <p:cNvPr id="3" name="Subtitle 2"/>
          <p:cNvSpPr>
            <a:spLocks noGrp="1"/>
          </p:cNvSpPr>
          <p:nvPr>
            <p:ph type="subTitle" idx="1"/>
          </p:nvPr>
        </p:nvSpPr>
        <p:spPr>
          <a:xfrm>
            <a:off x="477980" y="4872922"/>
            <a:ext cx="4023359" cy="1208141"/>
          </a:xfrm>
        </p:spPr>
        <p:txBody>
          <a:bodyPr vert="horz" lIns="91440" tIns="45720" rIns="91440" bIns="45720" rtlCol="0">
            <a:normAutofit/>
          </a:bodyPr>
          <a:lstStyle/>
          <a:p>
            <a:pPr algn="l"/>
            <a:r>
              <a:rPr lang="en-GB" sz="2000">
                <a:cs typeface="Calibri"/>
              </a:rPr>
              <a:t>Muhammed</a:t>
            </a:r>
            <a:endParaRPr lang="en-GB" sz="2000"/>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4C21BAE-6866-4C7A-A7EC-C1B2E572D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Light bulb on yellow background with sketched light beams and cord">
            <a:extLst>
              <a:ext uri="{FF2B5EF4-FFF2-40B4-BE49-F238E27FC236}">
                <a16:creationId xmlns:a16="http://schemas.microsoft.com/office/drawing/2014/main" id="{66C066E9-00F4-E1C9-9CB8-B3B5D53F651E}"/>
              </a:ext>
            </a:extLst>
          </p:cNvPr>
          <p:cNvPicPr>
            <a:picLocks noChangeAspect="1"/>
          </p:cNvPicPr>
          <p:nvPr/>
        </p:nvPicPr>
        <p:blipFill rotWithShape="1">
          <a:blip r:embed="rId2"/>
          <a:srcRect t="8572" r="-2" b="-2"/>
          <a:stretch/>
        </p:blipFill>
        <p:spPr>
          <a:xfrm>
            <a:off x="1" y="1"/>
            <a:ext cx="12192000" cy="6857999"/>
          </a:xfrm>
          <a:prstGeom prst="rect">
            <a:avLst/>
          </a:prstGeom>
        </p:spPr>
      </p:pic>
      <p:sp useBgFill="1">
        <p:nvSpPr>
          <p:cNvPr id="11" name="Freeform: Shape 10">
            <a:extLst>
              <a:ext uri="{FF2B5EF4-FFF2-40B4-BE49-F238E27FC236}">
                <a16:creationId xmlns:a16="http://schemas.microsoft.com/office/drawing/2014/main" id="{7E7D0C94-08B4-48AE-8813-CC4D60294F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3899" y="609600"/>
            <a:ext cx="5372101" cy="5513767"/>
          </a:xfrm>
          <a:custGeom>
            <a:avLst/>
            <a:gdLst>
              <a:gd name="connsiteX0" fmla="*/ 0 w 5372101"/>
              <a:gd name="connsiteY0" fmla="*/ 0 h 5513767"/>
              <a:gd name="connsiteX1" fmla="*/ 5372101 w 5372101"/>
              <a:gd name="connsiteY1" fmla="*/ 0 h 5513767"/>
              <a:gd name="connsiteX2" fmla="*/ 5372101 w 5372101"/>
              <a:gd name="connsiteY2" fmla="*/ 5513767 h 5513767"/>
              <a:gd name="connsiteX3" fmla="*/ 5363126 w 5372101"/>
              <a:gd name="connsiteY3" fmla="*/ 5512835 h 5513767"/>
              <a:gd name="connsiteX4" fmla="*/ 5316714 w 5372101"/>
              <a:gd name="connsiteY4" fmla="*/ 5491247 h 5513767"/>
              <a:gd name="connsiteX5" fmla="*/ 5198331 w 5372101"/>
              <a:gd name="connsiteY5" fmla="*/ 5470092 h 5513767"/>
              <a:gd name="connsiteX6" fmla="*/ 5150428 w 5372101"/>
              <a:gd name="connsiteY6" fmla="*/ 5472506 h 5513767"/>
              <a:gd name="connsiteX7" fmla="*/ 5085506 w 5372101"/>
              <a:gd name="connsiteY7" fmla="*/ 5468851 h 5513767"/>
              <a:gd name="connsiteX8" fmla="*/ 4968663 w 5372101"/>
              <a:gd name="connsiteY8" fmla="*/ 5470487 h 5513767"/>
              <a:gd name="connsiteX9" fmla="*/ 4815623 w 5372101"/>
              <a:gd name="connsiteY9" fmla="*/ 5458622 h 5513767"/>
              <a:gd name="connsiteX10" fmla="*/ 4716679 w 5372101"/>
              <a:gd name="connsiteY10" fmla="*/ 5405365 h 5513767"/>
              <a:gd name="connsiteX11" fmla="*/ 4704891 w 5372101"/>
              <a:gd name="connsiteY11" fmla="*/ 5411529 h 5513767"/>
              <a:gd name="connsiteX12" fmla="*/ 4630496 w 5372101"/>
              <a:gd name="connsiteY12" fmla="*/ 5396532 h 5513767"/>
              <a:gd name="connsiteX13" fmla="*/ 4506964 w 5372101"/>
              <a:gd name="connsiteY13" fmla="*/ 5396685 h 5513767"/>
              <a:gd name="connsiteX14" fmla="*/ 4427135 w 5372101"/>
              <a:gd name="connsiteY14" fmla="*/ 5358585 h 5513767"/>
              <a:gd name="connsiteX15" fmla="*/ 4028338 w 5372101"/>
              <a:gd name="connsiteY15" fmla="*/ 5313494 h 5513767"/>
              <a:gd name="connsiteX16" fmla="*/ 4015367 w 5372101"/>
              <a:gd name="connsiteY16" fmla="*/ 5320766 h 5513767"/>
              <a:gd name="connsiteX17" fmla="*/ 4002837 w 5372101"/>
              <a:gd name="connsiteY17" fmla="*/ 5322294 h 5513767"/>
              <a:gd name="connsiteX18" fmla="*/ 3997650 w 5372101"/>
              <a:gd name="connsiteY18" fmla="*/ 5329513 h 5513767"/>
              <a:gd name="connsiteX19" fmla="*/ 3991991 w 5372101"/>
              <a:gd name="connsiteY19" fmla="*/ 5331908 h 5513767"/>
              <a:gd name="connsiteX20" fmla="*/ 3925210 w 5372101"/>
              <a:gd name="connsiteY20" fmla="*/ 5319395 h 5513767"/>
              <a:gd name="connsiteX21" fmla="*/ 3837014 w 5372101"/>
              <a:gd name="connsiteY21" fmla="*/ 5289023 h 5513767"/>
              <a:gd name="connsiteX22" fmla="*/ 3798765 w 5372101"/>
              <a:gd name="connsiteY22" fmla="*/ 5299431 h 5513767"/>
              <a:gd name="connsiteX23" fmla="*/ 3792144 w 5372101"/>
              <a:gd name="connsiteY23" fmla="*/ 5301616 h 5513767"/>
              <a:gd name="connsiteX24" fmla="*/ 3766249 w 5372101"/>
              <a:gd name="connsiteY24" fmla="*/ 5301869 h 5513767"/>
              <a:gd name="connsiteX25" fmla="*/ 3718651 w 5372101"/>
              <a:gd name="connsiteY25" fmla="*/ 5320541 h 5513767"/>
              <a:gd name="connsiteX26" fmla="*/ 3671207 w 5372101"/>
              <a:gd name="connsiteY26" fmla="*/ 5318046 h 5513767"/>
              <a:gd name="connsiteX27" fmla="*/ 3446863 w 5372101"/>
              <a:gd name="connsiteY27" fmla="*/ 5294348 h 5513767"/>
              <a:gd name="connsiteX28" fmla="*/ 3312000 w 5372101"/>
              <a:gd name="connsiteY28" fmla="*/ 5286923 h 5513767"/>
              <a:gd name="connsiteX29" fmla="*/ 3259756 w 5372101"/>
              <a:gd name="connsiteY29" fmla="*/ 5294712 h 5513767"/>
              <a:gd name="connsiteX30" fmla="*/ 3187481 w 5372101"/>
              <a:gd name="connsiteY30" fmla="*/ 5298457 h 5513767"/>
              <a:gd name="connsiteX31" fmla="*/ 3124115 w 5372101"/>
              <a:gd name="connsiteY31" fmla="*/ 5294626 h 5513767"/>
              <a:gd name="connsiteX32" fmla="*/ 3099907 w 5372101"/>
              <a:gd name="connsiteY32" fmla="*/ 5302443 h 5513767"/>
              <a:gd name="connsiteX33" fmla="*/ 3017494 w 5372101"/>
              <a:gd name="connsiteY33" fmla="*/ 5301439 h 5513767"/>
              <a:gd name="connsiteX34" fmla="*/ 3010848 w 5372101"/>
              <a:gd name="connsiteY34" fmla="*/ 5307225 h 5513767"/>
              <a:gd name="connsiteX35" fmla="*/ 2994286 w 5372101"/>
              <a:gd name="connsiteY35" fmla="*/ 5309060 h 5513767"/>
              <a:gd name="connsiteX36" fmla="*/ 2988160 w 5372101"/>
              <a:gd name="connsiteY36" fmla="*/ 5310041 h 5513767"/>
              <a:gd name="connsiteX37" fmla="*/ 2984260 w 5372101"/>
              <a:gd name="connsiteY37" fmla="*/ 5307528 h 5513767"/>
              <a:gd name="connsiteX38" fmla="*/ 2979127 w 5372101"/>
              <a:gd name="connsiteY38" fmla="*/ 5308389 h 5513767"/>
              <a:gd name="connsiteX39" fmla="*/ 2978660 w 5372101"/>
              <a:gd name="connsiteY39" fmla="*/ 5311563 h 5513767"/>
              <a:gd name="connsiteX40" fmla="*/ 2946326 w 5372101"/>
              <a:gd name="connsiteY40" fmla="*/ 5316745 h 5513767"/>
              <a:gd name="connsiteX41" fmla="*/ 2713134 w 5372101"/>
              <a:gd name="connsiteY41" fmla="*/ 5331381 h 5513767"/>
              <a:gd name="connsiteX42" fmla="*/ 2352072 w 5372101"/>
              <a:gd name="connsiteY42" fmla="*/ 5342761 h 5513767"/>
              <a:gd name="connsiteX43" fmla="*/ 2260922 w 5372101"/>
              <a:gd name="connsiteY43" fmla="*/ 5328122 h 5513767"/>
              <a:gd name="connsiteX44" fmla="*/ 2178497 w 5372101"/>
              <a:gd name="connsiteY44" fmla="*/ 5351065 h 5513767"/>
              <a:gd name="connsiteX45" fmla="*/ 2034408 w 5372101"/>
              <a:gd name="connsiteY45" fmla="*/ 5307958 h 5513767"/>
              <a:gd name="connsiteX46" fmla="*/ 1831505 w 5372101"/>
              <a:gd name="connsiteY46" fmla="*/ 5312691 h 5513767"/>
              <a:gd name="connsiteX47" fmla="*/ 1710387 w 5372101"/>
              <a:gd name="connsiteY47" fmla="*/ 5308705 h 5513767"/>
              <a:gd name="connsiteX48" fmla="*/ 1664816 w 5372101"/>
              <a:gd name="connsiteY48" fmla="*/ 5296479 h 5513767"/>
              <a:gd name="connsiteX49" fmla="*/ 1600883 w 5372101"/>
              <a:gd name="connsiteY49" fmla="*/ 5286607 h 5513767"/>
              <a:gd name="connsiteX50" fmla="*/ 1488397 w 5372101"/>
              <a:gd name="connsiteY50" fmla="*/ 5260898 h 5513767"/>
              <a:gd name="connsiteX51" fmla="*/ 1336670 w 5372101"/>
              <a:gd name="connsiteY51" fmla="*/ 5240770 h 5513767"/>
              <a:gd name="connsiteX52" fmla="*/ 1224297 w 5372101"/>
              <a:gd name="connsiteY52" fmla="*/ 5271845 h 5513767"/>
              <a:gd name="connsiteX53" fmla="*/ 1214830 w 5372101"/>
              <a:gd name="connsiteY53" fmla="*/ 5263450 h 5513767"/>
              <a:gd name="connsiteX54" fmla="*/ 1138181 w 5372101"/>
              <a:gd name="connsiteY54" fmla="*/ 5262590 h 5513767"/>
              <a:gd name="connsiteX55" fmla="*/ 943575 w 5372101"/>
              <a:gd name="connsiteY55" fmla="*/ 5290808 h 5513767"/>
              <a:gd name="connsiteX56" fmla="*/ 529813 w 5372101"/>
              <a:gd name="connsiteY56" fmla="*/ 5218555 h 5513767"/>
              <a:gd name="connsiteX57" fmla="*/ 519546 w 5372101"/>
              <a:gd name="connsiteY57" fmla="*/ 5208845 h 5513767"/>
              <a:gd name="connsiteX58" fmla="*/ 507906 w 5372101"/>
              <a:gd name="connsiteY58" fmla="*/ 5204779 h 5513767"/>
              <a:gd name="connsiteX59" fmla="*/ 505153 w 5372101"/>
              <a:gd name="connsiteY59" fmla="*/ 5196726 h 5513767"/>
              <a:gd name="connsiteX60" fmla="*/ 500429 w 5372101"/>
              <a:gd name="connsiteY60" fmla="*/ 5193241 h 5513767"/>
              <a:gd name="connsiteX61" fmla="*/ 431923 w 5372101"/>
              <a:gd name="connsiteY61" fmla="*/ 5191553 h 5513767"/>
              <a:gd name="connsiteX62" fmla="*/ 337115 w 5372101"/>
              <a:gd name="connsiteY62" fmla="*/ 5202714 h 5513767"/>
              <a:gd name="connsiteX63" fmla="*/ 303383 w 5372101"/>
              <a:gd name="connsiteY63" fmla="*/ 5184750 h 5513767"/>
              <a:gd name="connsiteX64" fmla="*/ 297664 w 5372101"/>
              <a:gd name="connsiteY64" fmla="*/ 5181269 h 5513767"/>
              <a:gd name="connsiteX65" fmla="*/ 272701 w 5372101"/>
              <a:gd name="connsiteY65" fmla="*/ 5175678 h 5513767"/>
              <a:gd name="connsiteX66" fmla="*/ 268242 w 5372101"/>
              <a:gd name="connsiteY66" fmla="*/ 5163678 h 5513767"/>
              <a:gd name="connsiteX67" fmla="*/ 232517 w 5372101"/>
              <a:gd name="connsiteY67" fmla="*/ 5147792 h 5513767"/>
              <a:gd name="connsiteX68" fmla="*/ 185851 w 5372101"/>
              <a:gd name="connsiteY68" fmla="*/ 5140408 h 5513767"/>
              <a:gd name="connsiteX69" fmla="*/ 20337 w 5372101"/>
              <a:gd name="connsiteY69" fmla="*/ 5113040 h 5513767"/>
              <a:gd name="connsiteX70" fmla="*/ 0 w 5372101"/>
              <a:gd name="connsiteY70" fmla="*/ 5112243 h 551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5372101" h="5513767">
                <a:moveTo>
                  <a:pt x="0" y="0"/>
                </a:moveTo>
                <a:lnTo>
                  <a:pt x="5372101" y="0"/>
                </a:lnTo>
                <a:lnTo>
                  <a:pt x="5372101" y="5513767"/>
                </a:lnTo>
                <a:lnTo>
                  <a:pt x="5363126" y="5512835"/>
                </a:lnTo>
                <a:cubicBezTo>
                  <a:pt x="5345779" y="5509071"/>
                  <a:pt x="5329767" y="5502649"/>
                  <a:pt x="5316714" y="5491247"/>
                </a:cubicBezTo>
                <a:cubicBezTo>
                  <a:pt x="5295689" y="5478131"/>
                  <a:pt x="5219502" y="5459909"/>
                  <a:pt x="5198331" y="5470092"/>
                </a:cubicBezTo>
                <a:cubicBezTo>
                  <a:pt x="5181052" y="5469102"/>
                  <a:pt x="5165047" y="5459569"/>
                  <a:pt x="5150428" y="5472506"/>
                </a:cubicBezTo>
                <a:cubicBezTo>
                  <a:pt x="5129562" y="5487248"/>
                  <a:pt x="5088050" y="5445894"/>
                  <a:pt x="5085506" y="5468851"/>
                </a:cubicBezTo>
                <a:cubicBezTo>
                  <a:pt x="5055692" y="5440170"/>
                  <a:pt x="5006122" y="5469577"/>
                  <a:pt x="4968663" y="5470487"/>
                </a:cubicBezTo>
                <a:cubicBezTo>
                  <a:pt x="4947085" y="5444049"/>
                  <a:pt x="4889767" y="5472037"/>
                  <a:pt x="4815623" y="5458622"/>
                </a:cubicBezTo>
                <a:cubicBezTo>
                  <a:pt x="4792418" y="5428488"/>
                  <a:pt x="4765548" y="5449887"/>
                  <a:pt x="4716679" y="5405365"/>
                </a:cubicBezTo>
                <a:cubicBezTo>
                  <a:pt x="4713235" y="5407807"/>
                  <a:pt x="4709266" y="5409883"/>
                  <a:pt x="4704891" y="5411529"/>
                </a:cubicBezTo>
                <a:cubicBezTo>
                  <a:pt x="4679473" y="5421092"/>
                  <a:pt x="4646164" y="5414379"/>
                  <a:pt x="4630496" y="5396532"/>
                </a:cubicBezTo>
                <a:cubicBezTo>
                  <a:pt x="4590205" y="5365061"/>
                  <a:pt x="4548419" y="5412094"/>
                  <a:pt x="4506964" y="5396685"/>
                </a:cubicBezTo>
                <a:lnTo>
                  <a:pt x="4427135" y="5358585"/>
                </a:lnTo>
                <a:cubicBezTo>
                  <a:pt x="4319267" y="5308575"/>
                  <a:pt x="4152341" y="5340956"/>
                  <a:pt x="4028338" y="5313494"/>
                </a:cubicBezTo>
                <a:lnTo>
                  <a:pt x="4015367" y="5320766"/>
                </a:lnTo>
                <a:lnTo>
                  <a:pt x="4002837" y="5322294"/>
                </a:lnTo>
                <a:lnTo>
                  <a:pt x="3997650" y="5329513"/>
                </a:lnTo>
                <a:lnTo>
                  <a:pt x="3991991" y="5331908"/>
                </a:lnTo>
                <a:cubicBezTo>
                  <a:pt x="3969659" y="5338581"/>
                  <a:pt x="3978880" y="5316131"/>
                  <a:pt x="3925210" y="5319395"/>
                </a:cubicBezTo>
                <a:cubicBezTo>
                  <a:pt x="3947765" y="5277139"/>
                  <a:pt x="3837331" y="5338342"/>
                  <a:pt x="3837014" y="5289023"/>
                </a:cubicBezTo>
                <a:cubicBezTo>
                  <a:pt x="3824001" y="5291376"/>
                  <a:pt x="3811407" y="5295212"/>
                  <a:pt x="3798765" y="5299431"/>
                </a:cubicBezTo>
                <a:lnTo>
                  <a:pt x="3792144" y="5301616"/>
                </a:lnTo>
                <a:lnTo>
                  <a:pt x="3766249" y="5301869"/>
                </a:lnTo>
                <a:lnTo>
                  <a:pt x="3718651" y="5320541"/>
                </a:lnTo>
                <a:cubicBezTo>
                  <a:pt x="3703968" y="5321892"/>
                  <a:pt x="3688308" y="5321427"/>
                  <a:pt x="3671207" y="5318046"/>
                </a:cubicBezTo>
                <a:cubicBezTo>
                  <a:pt x="3616458" y="5288532"/>
                  <a:pt x="3514048" y="5333307"/>
                  <a:pt x="3446863" y="5294348"/>
                </a:cubicBezTo>
                <a:cubicBezTo>
                  <a:pt x="3420930" y="5283822"/>
                  <a:pt x="3333157" y="5274511"/>
                  <a:pt x="3312000" y="5286923"/>
                </a:cubicBezTo>
                <a:cubicBezTo>
                  <a:pt x="3292759" y="5287903"/>
                  <a:pt x="3273112" y="5280334"/>
                  <a:pt x="3259756" y="5294712"/>
                </a:cubicBezTo>
                <a:cubicBezTo>
                  <a:pt x="3239905" y="5311572"/>
                  <a:pt x="3185410" y="5275588"/>
                  <a:pt x="3187481" y="5298457"/>
                </a:cubicBezTo>
                <a:cubicBezTo>
                  <a:pt x="3168018" y="5286036"/>
                  <a:pt x="3146200" y="5288458"/>
                  <a:pt x="3124115" y="5294626"/>
                </a:cubicBezTo>
                <a:lnTo>
                  <a:pt x="3099907" y="5302443"/>
                </a:lnTo>
                <a:lnTo>
                  <a:pt x="3017494" y="5301439"/>
                </a:lnTo>
                <a:lnTo>
                  <a:pt x="3010848" y="5307225"/>
                </a:lnTo>
                <a:lnTo>
                  <a:pt x="2994286" y="5309060"/>
                </a:lnTo>
                <a:lnTo>
                  <a:pt x="2988160" y="5310041"/>
                </a:lnTo>
                <a:lnTo>
                  <a:pt x="2984260" y="5307528"/>
                </a:lnTo>
                <a:cubicBezTo>
                  <a:pt x="2981957" y="5306419"/>
                  <a:pt x="2980273" y="5306402"/>
                  <a:pt x="2979127" y="5308389"/>
                </a:cubicBezTo>
                <a:cubicBezTo>
                  <a:pt x="2978971" y="5309447"/>
                  <a:pt x="2978816" y="5310505"/>
                  <a:pt x="2978660" y="5311563"/>
                </a:cubicBezTo>
                <a:lnTo>
                  <a:pt x="2946326" y="5316745"/>
                </a:lnTo>
                <a:lnTo>
                  <a:pt x="2713134" y="5331381"/>
                </a:lnTo>
                <a:cubicBezTo>
                  <a:pt x="2610698" y="5372328"/>
                  <a:pt x="2466037" y="5325762"/>
                  <a:pt x="2352072" y="5342761"/>
                </a:cubicBezTo>
                <a:cubicBezTo>
                  <a:pt x="2293501" y="5293708"/>
                  <a:pt x="2324138" y="5338538"/>
                  <a:pt x="2260922" y="5328122"/>
                </a:cubicBezTo>
                <a:cubicBezTo>
                  <a:pt x="2275681" y="5372347"/>
                  <a:pt x="2185007" y="5301703"/>
                  <a:pt x="2178497" y="5351065"/>
                </a:cubicBezTo>
                <a:cubicBezTo>
                  <a:pt x="2133294" y="5337229"/>
                  <a:pt x="2097074" y="5300208"/>
                  <a:pt x="2034408" y="5307958"/>
                </a:cubicBezTo>
                <a:cubicBezTo>
                  <a:pt x="1981894" y="5332879"/>
                  <a:pt x="1896288" y="5279365"/>
                  <a:pt x="1831505" y="5312691"/>
                </a:cubicBezTo>
                <a:cubicBezTo>
                  <a:pt x="1807063" y="5321035"/>
                  <a:pt x="1727674" y="5322925"/>
                  <a:pt x="1710387" y="5308705"/>
                </a:cubicBezTo>
                <a:cubicBezTo>
                  <a:pt x="1693367" y="5306094"/>
                  <a:pt x="1674901" y="5312009"/>
                  <a:pt x="1664816" y="5296479"/>
                </a:cubicBezTo>
                <a:cubicBezTo>
                  <a:pt x="1649255" y="5277912"/>
                  <a:pt x="1596152" y="5309335"/>
                  <a:pt x="1600883" y="5286607"/>
                </a:cubicBezTo>
                <a:cubicBezTo>
                  <a:pt x="1563066" y="5308189"/>
                  <a:pt x="1524339" y="5269513"/>
                  <a:pt x="1488397" y="5260898"/>
                </a:cubicBezTo>
                <a:cubicBezTo>
                  <a:pt x="1459246" y="5282011"/>
                  <a:pt x="1412580" y="5243108"/>
                  <a:pt x="1336670" y="5240770"/>
                </a:cubicBezTo>
                <a:cubicBezTo>
                  <a:pt x="1304792" y="5265122"/>
                  <a:pt x="1285508" y="5238878"/>
                  <a:pt x="1224297" y="5271845"/>
                </a:cubicBezTo>
                <a:cubicBezTo>
                  <a:pt x="1221731" y="5268771"/>
                  <a:pt x="1218543" y="5265944"/>
                  <a:pt x="1214830" y="5263450"/>
                </a:cubicBezTo>
                <a:cubicBezTo>
                  <a:pt x="1193241" y="5248952"/>
                  <a:pt x="1158925" y="5248567"/>
                  <a:pt x="1138181" y="5262590"/>
                </a:cubicBezTo>
                <a:lnTo>
                  <a:pt x="943575" y="5290808"/>
                </a:lnTo>
                <a:cubicBezTo>
                  <a:pt x="823587" y="5316899"/>
                  <a:pt x="658340" y="5217603"/>
                  <a:pt x="529813" y="5218555"/>
                </a:cubicBezTo>
                <a:lnTo>
                  <a:pt x="519546" y="5208845"/>
                </a:lnTo>
                <a:lnTo>
                  <a:pt x="507906" y="5204779"/>
                </a:lnTo>
                <a:lnTo>
                  <a:pt x="505153" y="5196726"/>
                </a:lnTo>
                <a:lnTo>
                  <a:pt x="500429" y="5193241"/>
                </a:lnTo>
                <a:cubicBezTo>
                  <a:pt x="480923" y="5182176"/>
                  <a:pt x="482807" y="5205793"/>
                  <a:pt x="431923" y="5191553"/>
                </a:cubicBezTo>
                <a:cubicBezTo>
                  <a:pt x="440499" y="5237077"/>
                  <a:pt x="352872" y="5155083"/>
                  <a:pt x="337115" y="5202714"/>
                </a:cubicBezTo>
                <a:cubicBezTo>
                  <a:pt x="325265" y="5197752"/>
                  <a:pt x="314288" y="5191441"/>
                  <a:pt x="303383" y="5184750"/>
                </a:cubicBezTo>
                <a:lnTo>
                  <a:pt x="297664" y="5181269"/>
                </a:lnTo>
                <a:lnTo>
                  <a:pt x="272701" y="5175678"/>
                </a:lnTo>
                <a:lnTo>
                  <a:pt x="268242" y="5163678"/>
                </a:lnTo>
                <a:lnTo>
                  <a:pt x="232517" y="5147792"/>
                </a:lnTo>
                <a:cubicBezTo>
                  <a:pt x="218741" y="5143453"/>
                  <a:pt x="203450" y="5140668"/>
                  <a:pt x="185851" y="5140408"/>
                </a:cubicBezTo>
                <a:cubicBezTo>
                  <a:pt x="139207" y="5153337"/>
                  <a:pt x="79723" y="5120316"/>
                  <a:pt x="20337" y="5113040"/>
                </a:cubicBezTo>
                <a:lnTo>
                  <a:pt x="0" y="5112243"/>
                </a:lnTo>
                <a:close/>
              </a:path>
            </a:pathLst>
          </a:custGeom>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12722067-DBAA-2A6A-3EBB-9B57734ADCFE}"/>
              </a:ext>
            </a:extLst>
          </p:cNvPr>
          <p:cNvSpPr>
            <a:spLocks noGrp="1"/>
          </p:cNvSpPr>
          <p:nvPr>
            <p:ph type="title"/>
          </p:nvPr>
        </p:nvSpPr>
        <p:spPr>
          <a:xfrm>
            <a:off x="1037809" y="1071350"/>
            <a:ext cx="4775162" cy="1339382"/>
          </a:xfrm>
        </p:spPr>
        <p:txBody>
          <a:bodyPr>
            <a:normAutofit/>
          </a:bodyPr>
          <a:lstStyle/>
          <a:p>
            <a:pPr algn="ctr"/>
            <a:r>
              <a:rPr lang="en-GB" sz="3600">
                <a:cs typeface="Calibri Light"/>
              </a:rPr>
              <a:t>Set Task Brief</a:t>
            </a:r>
            <a:endParaRPr lang="en-GB" sz="3600"/>
          </a:p>
        </p:txBody>
      </p:sp>
      <p:sp>
        <p:nvSpPr>
          <p:cNvPr id="13" name="Rectangle 6">
            <a:extLst>
              <a:ext uri="{FF2B5EF4-FFF2-40B4-BE49-F238E27FC236}">
                <a16:creationId xmlns:a16="http://schemas.microsoft.com/office/drawing/2014/main" id="{F0C518C2-0AA4-470C-87B9-9CBF428FBA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64666" y="399531"/>
            <a:ext cx="1707751"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6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3E50BDA-8991-5712-2F2F-03F7EBC4BA1E}"/>
              </a:ext>
            </a:extLst>
          </p:cNvPr>
          <p:cNvSpPr>
            <a:spLocks noGrp="1"/>
          </p:cNvSpPr>
          <p:nvPr>
            <p:ph idx="1"/>
          </p:nvPr>
        </p:nvSpPr>
        <p:spPr>
          <a:xfrm>
            <a:off x="1189319" y="2278947"/>
            <a:ext cx="4458446" cy="3109740"/>
          </a:xfrm>
        </p:spPr>
        <p:txBody>
          <a:bodyPr vert="horz" lIns="91440" tIns="45720" rIns="91440" bIns="45720" rtlCol="0" anchor="ctr">
            <a:normAutofit lnSpcReduction="10000"/>
          </a:bodyPr>
          <a:lstStyle/>
          <a:p>
            <a:pPr marL="0" indent="0">
              <a:buNone/>
            </a:pPr>
            <a:r>
              <a:rPr lang="en-GB" dirty="0">
                <a:cs typeface="Calibri"/>
              </a:rPr>
              <a:t>"Your manager has asked you to gather feedback on your prototype that you can use in evaluating the effectiveness of the prototype in order to be able to identify and plan the next steps for future iteration."</a:t>
            </a:r>
          </a:p>
        </p:txBody>
      </p:sp>
    </p:spTree>
    <p:extLst>
      <p:ext uri="{BB962C8B-B14F-4D97-AF65-F5344CB8AC3E}">
        <p14:creationId xmlns:p14="http://schemas.microsoft.com/office/powerpoint/2010/main" val="242011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DC0EC46-2230-4728-856D-F353111210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8" y="643467"/>
            <a:ext cx="10905066" cy="5562249"/>
          </a:xfrm>
          <a:custGeom>
            <a:avLst/>
            <a:gdLst>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8506 w 11243827"/>
              <a:gd name="connsiteY105" fmla="*/ 5632788 h 5641173"/>
              <a:gd name="connsiteX106" fmla="*/ 7912803 w 11243827"/>
              <a:gd name="connsiteY106" fmla="*/ 5629702 h 5641173"/>
              <a:gd name="connsiteX107" fmla="*/ 7890915 w 11243827"/>
              <a:gd name="connsiteY107" fmla="*/ 5612272 h 5641173"/>
              <a:gd name="connsiteX108" fmla="*/ 7727691 w 11243827"/>
              <a:gd name="connsiteY108" fmla="*/ 5621064 h 5641173"/>
              <a:gd name="connsiteX109" fmla="*/ 7685998 w 11243827"/>
              <a:gd name="connsiteY109" fmla="*/ 5615564 h 5641173"/>
              <a:gd name="connsiteX110" fmla="*/ 7649302 w 11243827"/>
              <a:gd name="connsiteY110" fmla="*/ 5626541 h 5641173"/>
              <a:gd name="connsiteX111" fmla="*/ 7634083 w 11243827"/>
              <a:gd name="connsiteY111" fmla="*/ 5620862 h 5641173"/>
              <a:gd name="connsiteX112" fmla="*/ 7631455 w 11243827"/>
              <a:gd name="connsiteY112" fmla="*/ 5619708 h 5641173"/>
              <a:gd name="connsiteX113" fmla="*/ 7620952 w 11243827"/>
              <a:gd name="connsiteY113" fmla="*/ 5618872 h 5641173"/>
              <a:gd name="connsiteX114" fmla="*/ 7617992 w 11243827"/>
              <a:gd name="connsiteY114" fmla="*/ 5613914 h 5641173"/>
              <a:gd name="connsiteX115" fmla="*/ 7602182 w 11243827"/>
              <a:gd name="connsiteY115" fmla="*/ 5609271 h 5641173"/>
              <a:gd name="connsiteX116" fmla="*/ 7582847 w 11243827"/>
              <a:gd name="connsiteY116" fmla="*/ 5609047 h 5641173"/>
              <a:gd name="connsiteX117" fmla="*/ 7514158 w 11243827"/>
              <a:gd name="connsiteY117" fmla="*/ 5607737 h 5641173"/>
              <a:gd name="connsiteX118" fmla="*/ 7502955 w 11243827"/>
              <a:gd name="connsiteY118" fmla="*/ 5610415 h 5641173"/>
              <a:gd name="connsiteX119" fmla="*/ 7466391 w 11243827"/>
              <a:gd name="connsiteY119" fmla="*/ 5605949 h 5641173"/>
              <a:gd name="connsiteX120" fmla="*/ 7433806 w 11243827"/>
              <a:gd name="connsiteY120" fmla="*/ 5604945 h 5641173"/>
              <a:gd name="connsiteX121" fmla="*/ 7412693 w 11243827"/>
              <a:gd name="connsiteY121" fmla="*/ 5607075 h 5641173"/>
              <a:gd name="connsiteX122" fmla="*/ 7407159 w 11243827"/>
              <a:gd name="connsiteY122" fmla="*/ 5605310 h 5641173"/>
              <a:gd name="connsiteX123" fmla="*/ 7385900 w 11243827"/>
              <a:gd name="connsiteY123" fmla="*/ 5604171 h 5641173"/>
              <a:gd name="connsiteX124" fmla="*/ 7375071 w 11243827"/>
              <a:gd name="connsiteY124" fmla="*/ 5606788 h 5641173"/>
              <a:gd name="connsiteX125" fmla="*/ 7364382 w 11243827"/>
              <a:gd name="connsiteY125" fmla="*/ 5600762 h 5641173"/>
              <a:gd name="connsiteX126" fmla="*/ 7361770 w 11243827"/>
              <a:gd name="connsiteY126" fmla="*/ 5596347 h 5641173"/>
              <a:gd name="connsiteX127" fmla="*/ 7346641 w 11243827"/>
              <a:gd name="connsiteY127" fmla="*/ 5598329 h 5641173"/>
              <a:gd name="connsiteX128" fmla="*/ 7334238 w 11243827"/>
              <a:gd name="connsiteY128" fmla="*/ 5594014 h 5641173"/>
              <a:gd name="connsiteX129" fmla="*/ 7323426 w 11243827"/>
              <a:gd name="connsiteY129" fmla="*/ 5596835 h 5641173"/>
              <a:gd name="connsiteX130" fmla="*/ 7318938 w 11243827"/>
              <a:gd name="connsiteY130" fmla="*/ 5596200 h 5641173"/>
              <a:gd name="connsiteX131" fmla="*/ 7307784 w 11243827"/>
              <a:gd name="connsiteY131" fmla="*/ 5594065 h 5641173"/>
              <a:gd name="connsiteX132" fmla="*/ 7288540 w 11243827"/>
              <a:gd name="connsiteY132" fmla="*/ 5589320 h 5641173"/>
              <a:gd name="connsiteX133" fmla="*/ 7282537 w 11243827"/>
              <a:gd name="connsiteY133" fmla="*/ 5588660 h 5641173"/>
              <a:gd name="connsiteX134" fmla="*/ 7269466 w 11243827"/>
              <a:gd name="connsiteY134" fmla="*/ 5581404 h 5641173"/>
              <a:gd name="connsiteX135" fmla="*/ 7244165 w 11243827"/>
              <a:gd name="connsiteY135" fmla="*/ 5575200 h 5641173"/>
              <a:gd name="connsiteX136" fmla="*/ 7199619 w 11243827"/>
              <a:gd name="connsiteY136" fmla="*/ 5553550 h 5641173"/>
              <a:gd name="connsiteX137" fmla="*/ 7173434 w 11243827"/>
              <a:gd name="connsiteY137" fmla="*/ 5543219 h 5641173"/>
              <a:gd name="connsiteX138" fmla="*/ 7155718 w 11243827"/>
              <a:gd name="connsiteY138" fmla="*/ 5533697 h 5641173"/>
              <a:gd name="connsiteX139" fmla="*/ 7103430 w 11243827"/>
              <a:gd name="connsiteY139" fmla="*/ 5520249 h 5641173"/>
              <a:gd name="connsiteX140" fmla="*/ 7013746 w 11243827"/>
              <a:gd name="connsiteY140" fmla="*/ 5502470 h 5641173"/>
              <a:gd name="connsiteX141" fmla="*/ 6995379 w 11243827"/>
              <a:gd name="connsiteY141" fmla="*/ 5497693 h 5641173"/>
              <a:gd name="connsiteX142" fmla="*/ 6982475 w 11243827"/>
              <a:gd name="connsiteY142" fmla="*/ 5489641 h 5641173"/>
              <a:gd name="connsiteX143" fmla="*/ 6981994 w 11243827"/>
              <a:gd name="connsiteY143" fmla="*/ 5484335 h 5641173"/>
              <a:gd name="connsiteX144" fmla="*/ 6972355 w 11243827"/>
              <a:gd name="connsiteY144" fmla="*/ 5481074 h 5641173"/>
              <a:gd name="connsiteX145" fmla="*/ 6970394 w 11243827"/>
              <a:gd name="connsiteY145" fmla="*/ 5479383 h 5641173"/>
              <a:gd name="connsiteX146" fmla="*/ 6958543 w 11243827"/>
              <a:gd name="connsiteY146" fmla="*/ 5470507 h 5641173"/>
              <a:gd name="connsiteX147" fmla="*/ 6918276 w 11243827"/>
              <a:gd name="connsiteY147" fmla="*/ 5472034 h 5641173"/>
              <a:gd name="connsiteX148" fmla="*/ 6881046 w 11243827"/>
              <a:gd name="connsiteY148" fmla="*/ 5457070 h 5641173"/>
              <a:gd name="connsiteX149" fmla="*/ 6720917 w 11243827"/>
              <a:gd name="connsiteY149" fmla="*/ 5426664 h 5641173"/>
              <a:gd name="connsiteX150" fmla="*/ 6724964 w 11243827"/>
              <a:gd name="connsiteY150" fmla="*/ 5414071 h 5641173"/>
              <a:gd name="connsiteX151" fmla="*/ 6717823 w 11243827"/>
              <a:gd name="connsiteY151" fmla="*/ 5410317 h 5641173"/>
              <a:gd name="connsiteX152" fmla="*/ 6660723 w 11243827"/>
              <a:gd name="connsiteY152" fmla="*/ 5408304 h 5641173"/>
              <a:gd name="connsiteX153" fmla="*/ 6532914 w 11243827"/>
              <a:gd name="connsiteY153" fmla="*/ 5431205 h 5641173"/>
              <a:gd name="connsiteX154" fmla="*/ 6317327 w 11243827"/>
              <a:gd name="connsiteY154" fmla="*/ 5481889 h 5641173"/>
              <a:gd name="connsiteX155" fmla="*/ 6196243 w 11243827"/>
              <a:gd name="connsiteY155" fmla="*/ 5515042 h 5641173"/>
              <a:gd name="connsiteX156" fmla="*/ 6099124 w 11243827"/>
              <a:gd name="connsiteY156" fmla="*/ 5516848 h 5641173"/>
              <a:gd name="connsiteX157" fmla="*/ 6016077 w 11243827"/>
              <a:gd name="connsiteY157" fmla="*/ 5528642 h 5641173"/>
              <a:gd name="connsiteX158" fmla="*/ 6004389 w 11243827"/>
              <a:gd name="connsiteY158" fmla="*/ 5531206 h 5641173"/>
              <a:gd name="connsiteX159" fmla="*/ 5933945 w 11243827"/>
              <a:gd name="connsiteY159" fmla="*/ 5538840 h 5641173"/>
              <a:gd name="connsiteX160" fmla="*/ 5883936 w 11243827"/>
              <a:gd name="connsiteY160" fmla="*/ 5553807 h 5641173"/>
              <a:gd name="connsiteX161" fmla="*/ 5798331 w 11243827"/>
              <a:gd name="connsiteY161" fmla="*/ 5564248 h 5641173"/>
              <a:gd name="connsiteX162" fmla="*/ 5712738 w 11243827"/>
              <a:gd name="connsiteY162" fmla="*/ 5573120 h 5641173"/>
              <a:gd name="connsiteX163" fmla="*/ 5681342 w 11243827"/>
              <a:gd name="connsiteY163" fmla="*/ 5575621 h 5641173"/>
              <a:gd name="connsiteX164" fmla="*/ 5627167 w 11243827"/>
              <a:gd name="connsiteY164" fmla="*/ 5583215 h 5641173"/>
              <a:gd name="connsiteX165" fmla="*/ 5591414 w 11243827"/>
              <a:gd name="connsiteY165" fmla="*/ 5587695 h 5641173"/>
              <a:gd name="connsiteX166" fmla="*/ 5583028 w 11243827"/>
              <a:gd name="connsiteY166" fmla="*/ 5580877 h 5641173"/>
              <a:gd name="connsiteX167" fmla="*/ 5549426 w 11243827"/>
              <a:gd name="connsiteY167" fmla="*/ 5582858 h 5641173"/>
              <a:gd name="connsiteX168" fmla="*/ 5519999 w 11243827"/>
              <a:gd name="connsiteY168" fmla="*/ 5592246 h 5641173"/>
              <a:gd name="connsiteX169" fmla="*/ 5480028 w 11243827"/>
              <a:gd name="connsiteY169" fmla="*/ 5597282 h 5641173"/>
              <a:gd name="connsiteX170" fmla="*/ 5456175 w 11243827"/>
              <a:gd name="connsiteY170" fmla="*/ 5600371 h 5641173"/>
              <a:gd name="connsiteX171" fmla="*/ 5388463 w 11243827"/>
              <a:gd name="connsiteY171" fmla="*/ 5602638 h 5641173"/>
              <a:gd name="connsiteX172" fmla="*/ 5265898 w 11243827"/>
              <a:gd name="connsiteY172" fmla="*/ 5591830 h 5641173"/>
              <a:gd name="connsiteX173" fmla="*/ 5231231 w 11243827"/>
              <a:gd name="connsiteY173" fmla="*/ 5592790 h 5641173"/>
              <a:gd name="connsiteX174" fmla="*/ 5226996 w 11243827"/>
              <a:gd name="connsiteY174" fmla="*/ 5595040 h 5641173"/>
              <a:gd name="connsiteX175" fmla="*/ 5175988 w 11243827"/>
              <a:gd name="connsiteY175" fmla="*/ 5588131 h 5641173"/>
              <a:gd name="connsiteX176" fmla="*/ 5107470 w 11243827"/>
              <a:gd name="connsiteY176" fmla="*/ 5594771 h 5641173"/>
              <a:gd name="connsiteX177" fmla="*/ 5027868 w 11243827"/>
              <a:gd name="connsiteY177" fmla="*/ 5605624 h 5641173"/>
              <a:gd name="connsiteX178" fmla="*/ 5007324 w 11243827"/>
              <a:gd name="connsiteY178" fmla="*/ 5609209 h 5641173"/>
              <a:gd name="connsiteX179" fmla="*/ 4952559 w 11243827"/>
              <a:gd name="connsiteY179" fmla="*/ 5611402 h 5641173"/>
              <a:gd name="connsiteX180" fmla="*/ 4826081 w 11243827"/>
              <a:gd name="connsiteY180" fmla="*/ 5616191 h 5641173"/>
              <a:gd name="connsiteX181" fmla="*/ 4823501 w 11243827"/>
              <a:gd name="connsiteY181" fmla="*/ 5619174 h 5641173"/>
              <a:gd name="connsiteX182" fmla="*/ 4813093 w 11243827"/>
              <a:gd name="connsiteY182" fmla="*/ 5620026 h 5641173"/>
              <a:gd name="connsiteX183" fmla="*/ 4810563 w 11243827"/>
              <a:gd name="connsiteY183" fmla="*/ 5620787 h 5641173"/>
              <a:gd name="connsiteX184" fmla="*/ 4795818 w 11243827"/>
              <a:gd name="connsiteY184" fmla="*/ 5624618 h 5641173"/>
              <a:gd name="connsiteX185" fmla="*/ 4758404 w 11243827"/>
              <a:gd name="connsiteY185" fmla="*/ 5619510 h 5641173"/>
              <a:gd name="connsiteX186" fmla="*/ 4717254 w 11243827"/>
              <a:gd name="connsiteY186" fmla="*/ 5624155 h 5641173"/>
              <a:gd name="connsiteX187" fmla="*/ 4591958 w 11243827"/>
              <a:gd name="connsiteY187" fmla="*/ 5624710 h 5641173"/>
              <a:gd name="connsiteX188" fmla="*/ 4476215 w 11243827"/>
              <a:gd name="connsiteY188" fmla="*/ 5628210 h 5641173"/>
              <a:gd name="connsiteX189" fmla="*/ 4425193 w 11243827"/>
              <a:gd name="connsiteY189" fmla="*/ 5627414 h 5641173"/>
              <a:gd name="connsiteX190" fmla="*/ 4383866 w 11243827"/>
              <a:gd name="connsiteY190" fmla="*/ 5626546 h 5641173"/>
              <a:gd name="connsiteX191" fmla="*/ 4385596 w 11243827"/>
              <a:gd name="connsiteY191" fmla="*/ 5634646 h 5641173"/>
              <a:gd name="connsiteX192" fmla="*/ 4360864 w 11243827"/>
              <a:gd name="connsiteY192" fmla="*/ 5641173 h 5641173"/>
              <a:gd name="connsiteX193" fmla="*/ 4328321 w 11243827"/>
              <a:gd name="connsiteY193" fmla="*/ 5626332 h 5641173"/>
              <a:gd name="connsiteX194" fmla="*/ 4309842 w 11243827"/>
              <a:gd name="connsiteY194" fmla="*/ 5626471 h 5641173"/>
              <a:gd name="connsiteX195" fmla="*/ 4277424 w 11243827"/>
              <a:gd name="connsiteY195" fmla="*/ 5631598 h 5641173"/>
              <a:gd name="connsiteX196" fmla="*/ 4266627 w 11243827"/>
              <a:gd name="connsiteY196" fmla="*/ 5633969 h 5641173"/>
              <a:gd name="connsiteX197" fmla="*/ 4185525 w 11243827"/>
              <a:gd name="connsiteY197" fmla="*/ 5617508 h 5641173"/>
              <a:gd name="connsiteX198" fmla="*/ 4177617 w 11243827"/>
              <a:gd name="connsiteY198" fmla="*/ 5610903 h 5641173"/>
              <a:gd name="connsiteX199" fmla="*/ 4136948 w 11243827"/>
              <a:gd name="connsiteY199" fmla="*/ 5608031 h 5641173"/>
              <a:gd name="connsiteX200" fmla="*/ 4132323 w 11243827"/>
              <a:gd name="connsiteY200" fmla="*/ 5609784 h 5641173"/>
              <a:gd name="connsiteX201" fmla="*/ 4098620 w 11243827"/>
              <a:gd name="connsiteY201" fmla="*/ 5599672 h 5641173"/>
              <a:gd name="connsiteX202" fmla="*/ 3963475 w 11243827"/>
              <a:gd name="connsiteY202" fmla="*/ 5581841 h 5641173"/>
              <a:gd name="connsiteX203" fmla="*/ 3703613 w 11243827"/>
              <a:gd name="connsiteY203" fmla="*/ 5572482 h 5641173"/>
              <a:gd name="connsiteX204" fmla="*/ 3432987 w 11243827"/>
              <a:gd name="connsiteY204" fmla="*/ 5545768 h 5641173"/>
              <a:gd name="connsiteX205" fmla="*/ 3176381 w 11243827"/>
              <a:gd name="connsiteY205" fmla="*/ 5556110 h 5641173"/>
              <a:gd name="connsiteX206" fmla="*/ 2710156 w 11243827"/>
              <a:gd name="connsiteY206" fmla="*/ 5527517 h 5641173"/>
              <a:gd name="connsiteX207" fmla="*/ 2550206 w 11243827"/>
              <a:gd name="connsiteY207" fmla="*/ 5524958 h 5641173"/>
              <a:gd name="connsiteX208" fmla="*/ 2443041 w 11243827"/>
              <a:gd name="connsiteY208" fmla="*/ 5523990 h 5641173"/>
              <a:gd name="connsiteX209" fmla="*/ 2435613 w 11243827"/>
              <a:gd name="connsiteY209" fmla="*/ 5526704 h 5641173"/>
              <a:gd name="connsiteX210" fmla="*/ 2405682 w 11243827"/>
              <a:gd name="connsiteY210" fmla="*/ 5528307 h 5641173"/>
              <a:gd name="connsiteX211" fmla="*/ 2397487 w 11243827"/>
              <a:gd name="connsiteY211" fmla="*/ 5540337 h 5641173"/>
              <a:gd name="connsiteX212" fmla="*/ 2297454 w 11243827"/>
              <a:gd name="connsiteY212" fmla="*/ 5550765 h 5641173"/>
              <a:gd name="connsiteX213" fmla="*/ 2056700 w 11243827"/>
              <a:gd name="connsiteY213" fmla="*/ 5555489 h 5641173"/>
              <a:gd name="connsiteX214" fmla="*/ 1878530 w 11243827"/>
              <a:gd name="connsiteY214" fmla="*/ 5535330 h 5641173"/>
              <a:gd name="connsiteX215" fmla="*/ 1859292 w 11243827"/>
              <a:gd name="connsiteY215" fmla="*/ 5535461 h 5641173"/>
              <a:gd name="connsiteX216" fmla="*/ 1835626 w 11243827"/>
              <a:gd name="connsiteY216" fmla="*/ 5533793 h 5641173"/>
              <a:gd name="connsiteX217" fmla="*/ 1798939 w 11243827"/>
              <a:gd name="connsiteY217" fmla="*/ 5540285 h 5641173"/>
              <a:gd name="connsiteX218" fmla="*/ 1779046 w 11243827"/>
              <a:gd name="connsiteY218" fmla="*/ 5549949 h 5641173"/>
              <a:gd name="connsiteX219" fmla="*/ 1772421 w 11243827"/>
              <a:gd name="connsiteY219" fmla="*/ 5549018 h 5641173"/>
              <a:gd name="connsiteX220" fmla="*/ 1772052 w 11243827"/>
              <a:gd name="connsiteY220" fmla="*/ 5545689 h 5641173"/>
              <a:gd name="connsiteX221" fmla="*/ 1711543 w 11243827"/>
              <a:gd name="connsiteY221" fmla="*/ 5534558 h 5641173"/>
              <a:gd name="connsiteX222" fmla="*/ 1698891 w 11243827"/>
              <a:gd name="connsiteY222" fmla="*/ 5513187 h 5641173"/>
              <a:gd name="connsiteX223" fmla="*/ 1538763 w 11243827"/>
              <a:gd name="connsiteY223" fmla="*/ 5482781 h 5641173"/>
              <a:gd name="connsiteX224" fmla="*/ 1501533 w 11243827"/>
              <a:gd name="connsiteY224" fmla="*/ 5467817 h 5641173"/>
              <a:gd name="connsiteX225" fmla="*/ 1461266 w 11243827"/>
              <a:gd name="connsiteY225" fmla="*/ 5469343 h 5641173"/>
              <a:gd name="connsiteX226" fmla="*/ 1449415 w 11243827"/>
              <a:gd name="connsiteY226" fmla="*/ 5460467 h 5641173"/>
              <a:gd name="connsiteX227" fmla="*/ 1447454 w 11243827"/>
              <a:gd name="connsiteY227" fmla="*/ 5458776 h 5641173"/>
              <a:gd name="connsiteX228" fmla="*/ 1437814 w 11243827"/>
              <a:gd name="connsiteY228" fmla="*/ 5455515 h 5641173"/>
              <a:gd name="connsiteX229" fmla="*/ 1437334 w 11243827"/>
              <a:gd name="connsiteY229" fmla="*/ 5450209 h 5641173"/>
              <a:gd name="connsiteX230" fmla="*/ 1424429 w 11243827"/>
              <a:gd name="connsiteY230" fmla="*/ 5442157 h 5641173"/>
              <a:gd name="connsiteX231" fmla="*/ 1406063 w 11243827"/>
              <a:gd name="connsiteY231" fmla="*/ 5437380 h 5641173"/>
              <a:gd name="connsiteX232" fmla="*/ 1316379 w 11243827"/>
              <a:gd name="connsiteY232" fmla="*/ 5419601 h 5641173"/>
              <a:gd name="connsiteX233" fmla="*/ 1264090 w 11243827"/>
              <a:gd name="connsiteY233" fmla="*/ 5406153 h 5641173"/>
              <a:gd name="connsiteX234" fmla="*/ 1246374 w 11243827"/>
              <a:gd name="connsiteY234" fmla="*/ 5396631 h 5641173"/>
              <a:gd name="connsiteX235" fmla="*/ 1220190 w 11243827"/>
              <a:gd name="connsiteY235" fmla="*/ 5386301 h 5641173"/>
              <a:gd name="connsiteX236" fmla="*/ 1175643 w 11243827"/>
              <a:gd name="connsiteY236" fmla="*/ 5364651 h 5641173"/>
              <a:gd name="connsiteX237" fmla="*/ 1150342 w 11243827"/>
              <a:gd name="connsiteY237" fmla="*/ 5358447 h 5641173"/>
              <a:gd name="connsiteX238" fmla="*/ 1137272 w 11243827"/>
              <a:gd name="connsiteY238" fmla="*/ 5351191 h 5641173"/>
              <a:gd name="connsiteX239" fmla="*/ 1131268 w 11243827"/>
              <a:gd name="connsiteY239" fmla="*/ 5350530 h 5641173"/>
              <a:gd name="connsiteX240" fmla="*/ 1112024 w 11243827"/>
              <a:gd name="connsiteY240" fmla="*/ 5345786 h 5641173"/>
              <a:gd name="connsiteX241" fmla="*/ 1100870 w 11243827"/>
              <a:gd name="connsiteY241" fmla="*/ 5343651 h 5641173"/>
              <a:gd name="connsiteX242" fmla="*/ 1096383 w 11243827"/>
              <a:gd name="connsiteY242" fmla="*/ 5343015 h 5641173"/>
              <a:gd name="connsiteX243" fmla="*/ 1085571 w 11243827"/>
              <a:gd name="connsiteY243" fmla="*/ 5345836 h 5641173"/>
              <a:gd name="connsiteX244" fmla="*/ 1073168 w 11243827"/>
              <a:gd name="connsiteY244" fmla="*/ 5341521 h 5641173"/>
              <a:gd name="connsiteX245" fmla="*/ 1058039 w 11243827"/>
              <a:gd name="connsiteY245" fmla="*/ 5343504 h 5641173"/>
              <a:gd name="connsiteX246" fmla="*/ 1055426 w 11243827"/>
              <a:gd name="connsiteY246" fmla="*/ 5339088 h 5641173"/>
              <a:gd name="connsiteX247" fmla="*/ 1044738 w 11243827"/>
              <a:gd name="connsiteY247" fmla="*/ 5333063 h 5641173"/>
              <a:gd name="connsiteX248" fmla="*/ 1033909 w 11243827"/>
              <a:gd name="connsiteY248" fmla="*/ 5335680 h 5641173"/>
              <a:gd name="connsiteX249" fmla="*/ 1012649 w 11243827"/>
              <a:gd name="connsiteY249" fmla="*/ 5334541 h 5641173"/>
              <a:gd name="connsiteX250" fmla="*/ 1007115 w 11243827"/>
              <a:gd name="connsiteY250" fmla="*/ 5332775 h 5641173"/>
              <a:gd name="connsiteX251" fmla="*/ 986002 w 11243827"/>
              <a:gd name="connsiteY251" fmla="*/ 5334906 h 5641173"/>
              <a:gd name="connsiteX252" fmla="*/ 953418 w 11243827"/>
              <a:gd name="connsiteY252" fmla="*/ 5333901 h 5641173"/>
              <a:gd name="connsiteX253" fmla="*/ 916854 w 11243827"/>
              <a:gd name="connsiteY253" fmla="*/ 5329435 h 5641173"/>
              <a:gd name="connsiteX254" fmla="*/ 905651 w 11243827"/>
              <a:gd name="connsiteY254" fmla="*/ 5332114 h 5641173"/>
              <a:gd name="connsiteX255" fmla="*/ 836961 w 11243827"/>
              <a:gd name="connsiteY255" fmla="*/ 5330803 h 5641173"/>
              <a:gd name="connsiteX256" fmla="*/ 817627 w 11243827"/>
              <a:gd name="connsiteY256" fmla="*/ 5330580 h 5641173"/>
              <a:gd name="connsiteX257" fmla="*/ 801817 w 11243827"/>
              <a:gd name="connsiteY257" fmla="*/ 5325937 h 5641173"/>
              <a:gd name="connsiteX258" fmla="*/ 798857 w 11243827"/>
              <a:gd name="connsiteY258" fmla="*/ 5320979 h 5641173"/>
              <a:gd name="connsiteX259" fmla="*/ 788354 w 11243827"/>
              <a:gd name="connsiteY259" fmla="*/ 5320143 h 5641173"/>
              <a:gd name="connsiteX260" fmla="*/ 785726 w 11243827"/>
              <a:gd name="connsiteY260" fmla="*/ 5318989 h 5641173"/>
              <a:gd name="connsiteX261" fmla="*/ 770507 w 11243827"/>
              <a:gd name="connsiteY261" fmla="*/ 5313309 h 5641173"/>
              <a:gd name="connsiteX262" fmla="*/ 733810 w 11243827"/>
              <a:gd name="connsiteY262" fmla="*/ 5324286 h 5641173"/>
              <a:gd name="connsiteX263" fmla="*/ 692117 w 11243827"/>
              <a:gd name="connsiteY263" fmla="*/ 5318786 h 5641173"/>
              <a:gd name="connsiteX264" fmla="*/ 528894 w 11243827"/>
              <a:gd name="connsiteY264" fmla="*/ 5327578 h 5641173"/>
              <a:gd name="connsiteX265" fmla="*/ 507005 w 11243827"/>
              <a:gd name="connsiteY265" fmla="*/ 5310149 h 5641173"/>
              <a:gd name="connsiteX266" fmla="*/ 441302 w 11243827"/>
              <a:gd name="connsiteY266" fmla="*/ 5307062 h 5641173"/>
              <a:gd name="connsiteX267" fmla="*/ 336819 w 11243827"/>
              <a:gd name="connsiteY267" fmla="*/ 5336690 h 5641173"/>
              <a:gd name="connsiteX268" fmla="*/ 215763 w 11243827"/>
              <a:gd name="connsiteY268" fmla="*/ 5332575 h 5641173"/>
              <a:gd name="connsiteX269" fmla="*/ 205927 w 11243827"/>
              <a:gd name="connsiteY269" fmla="*/ 5339672 h 5641173"/>
              <a:gd name="connsiteX270" fmla="*/ 194189 w 11243827"/>
              <a:gd name="connsiteY270" fmla="*/ 5343588 h 5641173"/>
              <a:gd name="connsiteX271" fmla="*/ 192552 w 11243827"/>
              <a:gd name="connsiteY271" fmla="*/ 5342845 h 5641173"/>
              <a:gd name="connsiteX272" fmla="*/ 178320 w 11243827"/>
              <a:gd name="connsiteY272" fmla="*/ 5343766 h 5641173"/>
              <a:gd name="connsiteX273" fmla="*/ 175596 w 11243827"/>
              <a:gd name="connsiteY273" fmla="*/ 5346411 h 5641173"/>
              <a:gd name="connsiteX274" fmla="*/ 165951 w 11243827"/>
              <a:gd name="connsiteY274" fmla="*/ 5347808 h 5641173"/>
              <a:gd name="connsiteX275" fmla="*/ 147287 w 11243827"/>
              <a:gd name="connsiteY275" fmla="*/ 5352625 h 5641173"/>
              <a:gd name="connsiteX276" fmla="*/ 143484 w 11243827"/>
              <a:gd name="connsiteY276" fmla="*/ 5351591 h 5641173"/>
              <a:gd name="connsiteX277" fmla="*/ 114847 w 11243827"/>
              <a:gd name="connsiteY277" fmla="*/ 5355844 h 5641173"/>
              <a:gd name="connsiteX278" fmla="*/ 114306 w 11243827"/>
              <a:gd name="connsiteY278" fmla="*/ 5354983 h 5641173"/>
              <a:gd name="connsiteX279" fmla="*/ 105588 w 11243827"/>
              <a:gd name="connsiteY279" fmla="*/ 5352169 h 5641173"/>
              <a:gd name="connsiteX280" fmla="*/ 89264 w 11243827"/>
              <a:gd name="connsiteY280" fmla="*/ 5348886 h 5641173"/>
              <a:gd name="connsiteX281" fmla="*/ 49794 w 11243827"/>
              <a:gd name="connsiteY281" fmla="*/ 5329950 h 5641173"/>
              <a:gd name="connsiteX282" fmla="*/ 19924 w 11243827"/>
              <a:gd name="connsiteY282" fmla="*/ 5334282 h 5641173"/>
              <a:gd name="connsiteX283" fmla="*/ 13819 w 11243827"/>
              <a:gd name="connsiteY283" fmla="*/ 5334653 h 5641173"/>
              <a:gd name="connsiteX284" fmla="*/ 13657 w 11243827"/>
              <a:gd name="connsiteY284" fmla="*/ 5334455 h 5641173"/>
              <a:gd name="connsiteX285" fmla="*/ 7139 w 11243827"/>
              <a:gd name="connsiteY285" fmla="*/ 5334438 h 5641173"/>
              <a:gd name="connsiteX286" fmla="*/ 2684 w 11243827"/>
              <a:gd name="connsiteY286" fmla="*/ 5335333 h 5641173"/>
              <a:gd name="connsiteX287" fmla="*/ 0 w 11243827"/>
              <a:gd name="connsiteY287" fmla="*/ 5335496 h 5641173"/>
              <a:gd name="connsiteX288" fmla="*/ 0 w 11243827"/>
              <a:gd name="connsiteY288" fmla="*/ 10592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426664 h 5641173"/>
              <a:gd name="connsiteX149" fmla="*/ 6724964 w 11243827"/>
              <a:gd name="connsiteY149" fmla="*/ 5414071 h 5641173"/>
              <a:gd name="connsiteX150" fmla="*/ 6717823 w 11243827"/>
              <a:gd name="connsiteY150" fmla="*/ 5410317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426664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637174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804792 w 11243827"/>
              <a:gd name="connsiteY148" fmla="*/ 5439822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804792 w 11243827"/>
              <a:gd name="connsiteY148" fmla="*/ 5439822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87273"/>
              <a:gd name="connsiteX1" fmla="*/ 11243827 w 11243827"/>
              <a:gd name="connsiteY1" fmla="*/ 1470035 h 5687273"/>
              <a:gd name="connsiteX2" fmla="*/ 11243827 w 11243827"/>
              <a:gd name="connsiteY2" fmla="*/ 5001571 h 5687273"/>
              <a:gd name="connsiteX3" fmla="*/ 11243827 w 11243827"/>
              <a:gd name="connsiteY3" fmla="*/ 5209610 h 5687273"/>
              <a:gd name="connsiteX4" fmla="*/ 11240675 w 11243827"/>
              <a:gd name="connsiteY4" fmla="*/ 5210442 h 5687273"/>
              <a:gd name="connsiteX5" fmla="*/ 11179959 w 11243827"/>
              <a:gd name="connsiteY5" fmla="*/ 5221199 h 5687273"/>
              <a:gd name="connsiteX6" fmla="*/ 11105493 w 11243827"/>
              <a:gd name="connsiteY6" fmla="*/ 5259905 h 5687273"/>
              <a:gd name="connsiteX7" fmla="*/ 11078640 w 11243827"/>
              <a:gd name="connsiteY7" fmla="*/ 5263531 h 5687273"/>
              <a:gd name="connsiteX8" fmla="*/ 11079616 w 11243827"/>
              <a:gd name="connsiteY8" fmla="*/ 5270380 h 5687273"/>
              <a:gd name="connsiteX9" fmla="*/ 11069641 w 11243827"/>
              <a:gd name="connsiteY9" fmla="*/ 5270884 h 5687273"/>
              <a:gd name="connsiteX10" fmla="*/ 11047377 w 11243827"/>
              <a:gd name="connsiteY10" fmla="*/ 5271051 h 5687273"/>
              <a:gd name="connsiteX11" fmla="*/ 10980705 w 11243827"/>
              <a:gd name="connsiteY11" fmla="*/ 5272951 h 5687273"/>
              <a:gd name="connsiteX12" fmla="*/ 10962514 w 11243827"/>
              <a:gd name="connsiteY12" fmla="*/ 5286084 h 5687273"/>
              <a:gd name="connsiteX13" fmla="*/ 10945307 w 11243827"/>
              <a:gd name="connsiteY13" fmla="*/ 5286290 h 5687273"/>
              <a:gd name="connsiteX14" fmla="*/ 10845516 w 11243827"/>
              <a:gd name="connsiteY14" fmla="*/ 5303894 h 5687273"/>
              <a:gd name="connsiteX15" fmla="*/ 10831795 w 11243827"/>
              <a:gd name="connsiteY15" fmla="*/ 5305210 h 5687273"/>
              <a:gd name="connsiteX16" fmla="*/ 10824365 w 11243827"/>
              <a:gd name="connsiteY16" fmla="*/ 5311111 h 5687273"/>
              <a:gd name="connsiteX17" fmla="*/ 10797756 w 11243827"/>
              <a:gd name="connsiteY17" fmla="*/ 5312285 h 5687273"/>
              <a:gd name="connsiteX18" fmla="*/ 10796525 w 11243827"/>
              <a:gd name="connsiteY18" fmla="*/ 5315645 h 5687273"/>
              <a:gd name="connsiteX19" fmla="*/ 10709063 w 11243827"/>
              <a:gd name="connsiteY19" fmla="*/ 5344492 h 5687273"/>
              <a:gd name="connsiteX20" fmla="*/ 10694078 w 11243827"/>
              <a:gd name="connsiteY20" fmla="*/ 5349258 h 5687273"/>
              <a:gd name="connsiteX21" fmla="*/ 10681131 w 11243827"/>
              <a:gd name="connsiteY21" fmla="*/ 5347812 h 5687273"/>
              <a:gd name="connsiteX22" fmla="*/ 10609448 w 11243827"/>
              <a:gd name="connsiteY22" fmla="*/ 5351931 h 5687273"/>
              <a:gd name="connsiteX23" fmla="*/ 10592397 w 11243827"/>
              <a:gd name="connsiteY23" fmla="*/ 5349402 h 5687273"/>
              <a:gd name="connsiteX24" fmla="*/ 10585227 w 11243827"/>
              <a:gd name="connsiteY24" fmla="*/ 5344063 h 5687273"/>
              <a:gd name="connsiteX25" fmla="*/ 10557472 w 11243827"/>
              <a:gd name="connsiteY25" fmla="*/ 5354151 h 5687273"/>
              <a:gd name="connsiteX26" fmla="*/ 10514646 w 11243827"/>
              <a:gd name="connsiteY26" fmla="*/ 5361064 h 5687273"/>
              <a:gd name="connsiteX27" fmla="*/ 10494292 w 11243827"/>
              <a:gd name="connsiteY27" fmla="*/ 5366054 h 5687273"/>
              <a:gd name="connsiteX28" fmla="*/ 10477869 w 11243827"/>
              <a:gd name="connsiteY28" fmla="*/ 5363025 h 5687273"/>
              <a:gd name="connsiteX29" fmla="*/ 10384411 w 11243827"/>
              <a:gd name="connsiteY29" fmla="*/ 5362257 h 5687273"/>
              <a:gd name="connsiteX30" fmla="*/ 10362921 w 11243827"/>
              <a:gd name="connsiteY30" fmla="*/ 5357444 h 5687273"/>
              <a:gd name="connsiteX31" fmla="*/ 10352736 w 11243827"/>
              <a:gd name="connsiteY31" fmla="*/ 5347851 h 5687273"/>
              <a:gd name="connsiteX32" fmla="*/ 10344754 w 11243827"/>
              <a:gd name="connsiteY32" fmla="*/ 5351272 h 5687273"/>
              <a:gd name="connsiteX33" fmla="*/ 10288226 w 11243827"/>
              <a:gd name="connsiteY33" fmla="*/ 5351613 h 5687273"/>
              <a:gd name="connsiteX34" fmla="*/ 10251350 w 11243827"/>
              <a:gd name="connsiteY34" fmla="*/ 5352711 h 5687273"/>
              <a:gd name="connsiteX35" fmla="*/ 10249108 w 11243827"/>
              <a:gd name="connsiteY35" fmla="*/ 5365881 h 5687273"/>
              <a:gd name="connsiteX36" fmla="*/ 10216272 w 11243827"/>
              <a:gd name="connsiteY36" fmla="*/ 5370573 h 5687273"/>
              <a:gd name="connsiteX37" fmla="*/ 10181278 w 11243827"/>
              <a:gd name="connsiteY37" fmla="*/ 5362119 h 5687273"/>
              <a:gd name="connsiteX38" fmla="*/ 10140033 w 11243827"/>
              <a:gd name="connsiteY38" fmla="*/ 5363304 h 5687273"/>
              <a:gd name="connsiteX39" fmla="*/ 10115353 w 11243827"/>
              <a:gd name="connsiteY39" fmla="*/ 5363869 h 5687273"/>
              <a:gd name="connsiteX40" fmla="*/ 10050578 w 11243827"/>
              <a:gd name="connsiteY40" fmla="*/ 5376153 h 5687273"/>
              <a:gd name="connsiteX41" fmla="*/ 9945478 w 11243827"/>
              <a:gd name="connsiteY41" fmla="*/ 5422859 h 5687273"/>
              <a:gd name="connsiteX42" fmla="*/ 9912481 w 11243827"/>
              <a:gd name="connsiteY42" fmla="*/ 5429477 h 5687273"/>
              <a:gd name="connsiteX43" fmla="*/ 9906713 w 11243827"/>
              <a:gd name="connsiteY43" fmla="*/ 5426784 h 5687273"/>
              <a:gd name="connsiteX44" fmla="*/ 9742436 w 11243827"/>
              <a:gd name="connsiteY44" fmla="*/ 5454834 h 5687273"/>
              <a:gd name="connsiteX45" fmla="*/ 9713044 w 11243827"/>
              <a:gd name="connsiteY45" fmla="*/ 5456476 h 5687273"/>
              <a:gd name="connsiteX46" fmla="*/ 9691033 w 11243827"/>
              <a:gd name="connsiteY46" fmla="*/ 5455451 h 5687273"/>
              <a:gd name="connsiteX47" fmla="*/ 9638355 w 11243827"/>
              <a:gd name="connsiteY47" fmla="*/ 5464794 h 5687273"/>
              <a:gd name="connsiteX48" fmla="*/ 9552434 w 11243827"/>
              <a:gd name="connsiteY48" fmla="*/ 5485280 h 5687273"/>
              <a:gd name="connsiteX49" fmla="*/ 9533883 w 11243827"/>
              <a:gd name="connsiteY49" fmla="*/ 5488516 h 5687273"/>
              <a:gd name="connsiteX50" fmla="*/ 9516916 w 11243827"/>
              <a:gd name="connsiteY50" fmla="*/ 5486828 h 5687273"/>
              <a:gd name="connsiteX51" fmla="*/ 9512093 w 11243827"/>
              <a:gd name="connsiteY51" fmla="*/ 5482541 h 5687273"/>
              <a:gd name="connsiteX52" fmla="*/ 9501725 w 11243827"/>
              <a:gd name="connsiteY52" fmla="*/ 5483603 h 5687273"/>
              <a:gd name="connsiteX53" fmla="*/ 9498754 w 11243827"/>
              <a:gd name="connsiteY53" fmla="*/ 5482951 h 5687273"/>
              <a:gd name="connsiteX54" fmla="*/ 9481932 w 11243827"/>
              <a:gd name="connsiteY54" fmla="*/ 5480151 h 5687273"/>
              <a:gd name="connsiteX55" fmla="*/ 9451321 w 11243827"/>
              <a:gd name="connsiteY55" fmla="*/ 5497375 h 5687273"/>
              <a:gd name="connsiteX56" fmla="*/ 9409298 w 11243827"/>
              <a:gd name="connsiteY56" fmla="*/ 5499478 h 5687273"/>
              <a:gd name="connsiteX57" fmla="*/ 9257007 w 11243827"/>
              <a:gd name="connsiteY57" fmla="*/ 5537183 h 5687273"/>
              <a:gd name="connsiteX58" fmla="*/ 9229078 w 11243827"/>
              <a:gd name="connsiteY58" fmla="*/ 5524154 h 5687273"/>
              <a:gd name="connsiteX59" fmla="*/ 9165105 w 11243827"/>
              <a:gd name="connsiteY59" fmla="*/ 5532892 h 5687273"/>
              <a:gd name="connsiteX60" fmla="*/ 9077301 w 11243827"/>
              <a:gd name="connsiteY60" fmla="*/ 5580356 h 5687273"/>
              <a:gd name="connsiteX61" fmla="*/ 8960065 w 11243827"/>
              <a:gd name="connsiteY61" fmla="*/ 5597982 h 5687273"/>
              <a:gd name="connsiteX62" fmla="*/ 8953536 w 11243827"/>
              <a:gd name="connsiteY62" fmla="*/ 5606638 h 5687273"/>
              <a:gd name="connsiteX63" fmla="*/ 8943907 w 11243827"/>
              <a:gd name="connsiteY63" fmla="*/ 5612541 h 5687273"/>
              <a:gd name="connsiteX64" fmla="*/ 8942046 w 11243827"/>
              <a:gd name="connsiteY64" fmla="*/ 5612112 h 5687273"/>
              <a:gd name="connsiteX65" fmla="*/ 8928824 w 11243827"/>
              <a:gd name="connsiteY65" fmla="*/ 5615549 h 5687273"/>
              <a:gd name="connsiteX66" fmla="*/ 8927294 w 11243827"/>
              <a:gd name="connsiteY66" fmla="*/ 5618607 h 5687273"/>
              <a:gd name="connsiteX67" fmla="*/ 8918651 w 11243827"/>
              <a:gd name="connsiteY67" fmla="*/ 5621688 h 5687273"/>
              <a:gd name="connsiteX68" fmla="*/ 8902772 w 11243827"/>
              <a:gd name="connsiteY68" fmla="*/ 5629703 h 5687273"/>
              <a:gd name="connsiteX69" fmla="*/ 8898724 w 11243827"/>
              <a:gd name="connsiteY69" fmla="*/ 5629379 h 5687273"/>
              <a:gd name="connsiteX70" fmla="*/ 8873099 w 11243827"/>
              <a:gd name="connsiteY70" fmla="*/ 5638628 h 5687273"/>
              <a:gd name="connsiteX71" fmla="*/ 8872234 w 11243827"/>
              <a:gd name="connsiteY71" fmla="*/ 5637889 h 5687273"/>
              <a:gd name="connsiteX72" fmla="*/ 8862777 w 11243827"/>
              <a:gd name="connsiteY72" fmla="*/ 5636711 h 5687273"/>
              <a:gd name="connsiteX73" fmla="*/ 8845869 w 11243827"/>
              <a:gd name="connsiteY73" fmla="*/ 5636436 h 5687273"/>
              <a:gd name="connsiteX74" fmla="*/ 8800548 w 11243827"/>
              <a:gd name="connsiteY74" fmla="*/ 5625084 h 5687273"/>
              <a:gd name="connsiteX75" fmla="*/ 8773774 w 11243827"/>
              <a:gd name="connsiteY75" fmla="*/ 5634630 h 5687273"/>
              <a:gd name="connsiteX76" fmla="*/ 8698255 w 11243827"/>
              <a:gd name="connsiteY76" fmla="*/ 5636083 h 5687273"/>
              <a:gd name="connsiteX77" fmla="*/ 8619167 w 11243827"/>
              <a:gd name="connsiteY77" fmla="*/ 5619130 h 5687273"/>
              <a:gd name="connsiteX78" fmla="*/ 8539822 w 11243827"/>
              <a:gd name="connsiteY78" fmla="*/ 5616905 h 5687273"/>
              <a:gd name="connsiteX79" fmla="*/ 8511094 w 11243827"/>
              <a:gd name="connsiteY79" fmla="*/ 5617360 h 5687273"/>
              <a:gd name="connsiteX80" fmla="*/ 8459886 w 11243827"/>
              <a:gd name="connsiteY80" fmla="*/ 5612612 h 5687273"/>
              <a:gd name="connsiteX81" fmla="*/ 8436432 w 11243827"/>
              <a:gd name="connsiteY81" fmla="*/ 5606990 h 5687273"/>
              <a:gd name="connsiteX82" fmla="*/ 8435403 w 11243827"/>
              <a:gd name="connsiteY82" fmla="*/ 5607336 h 5687273"/>
              <a:gd name="connsiteX83" fmla="*/ 8433307 w 11243827"/>
              <a:gd name="connsiteY83" fmla="*/ 5604917 h 5687273"/>
              <a:gd name="connsiteX84" fmla="*/ 8428968 w 11243827"/>
              <a:gd name="connsiteY84" fmla="*/ 5603796 h 5687273"/>
              <a:gd name="connsiteX85" fmla="*/ 8417124 w 11243827"/>
              <a:gd name="connsiteY85" fmla="*/ 5604518 h 5687273"/>
              <a:gd name="connsiteX86" fmla="*/ 8412669 w 11243827"/>
              <a:gd name="connsiteY86" fmla="*/ 5605413 h 5687273"/>
              <a:gd name="connsiteX87" fmla="*/ 8406152 w 11243827"/>
              <a:gd name="connsiteY87" fmla="*/ 5605396 h 5687273"/>
              <a:gd name="connsiteX88" fmla="*/ 8405989 w 11243827"/>
              <a:gd name="connsiteY88" fmla="*/ 5605197 h 5687273"/>
              <a:gd name="connsiteX89" fmla="*/ 8399884 w 11243827"/>
              <a:gd name="connsiteY89" fmla="*/ 5605568 h 5687273"/>
              <a:gd name="connsiteX90" fmla="*/ 8370014 w 11243827"/>
              <a:gd name="connsiteY90" fmla="*/ 5609900 h 5687273"/>
              <a:gd name="connsiteX91" fmla="*/ 8330544 w 11243827"/>
              <a:gd name="connsiteY91" fmla="*/ 5590964 h 5687273"/>
              <a:gd name="connsiteX92" fmla="*/ 8314221 w 11243827"/>
              <a:gd name="connsiteY92" fmla="*/ 5587682 h 5687273"/>
              <a:gd name="connsiteX93" fmla="*/ 8305502 w 11243827"/>
              <a:gd name="connsiteY93" fmla="*/ 5584868 h 5687273"/>
              <a:gd name="connsiteX94" fmla="*/ 8304962 w 11243827"/>
              <a:gd name="connsiteY94" fmla="*/ 5584007 h 5687273"/>
              <a:gd name="connsiteX95" fmla="*/ 8276324 w 11243827"/>
              <a:gd name="connsiteY95" fmla="*/ 5588260 h 5687273"/>
              <a:gd name="connsiteX96" fmla="*/ 8272522 w 11243827"/>
              <a:gd name="connsiteY96" fmla="*/ 5587226 h 5687273"/>
              <a:gd name="connsiteX97" fmla="*/ 8253857 w 11243827"/>
              <a:gd name="connsiteY97" fmla="*/ 5592043 h 5687273"/>
              <a:gd name="connsiteX98" fmla="*/ 8244212 w 11243827"/>
              <a:gd name="connsiteY98" fmla="*/ 5593439 h 5687273"/>
              <a:gd name="connsiteX99" fmla="*/ 8241488 w 11243827"/>
              <a:gd name="connsiteY99" fmla="*/ 5596085 h 5687273"/>
              <a:gd name="connsiteX100" fmla="*/ 8227256 w 11243827"/>
              <a:gd name="connsiteY100" fmla="*/ 5597005 h 5687273"/>
              <a:gd name="connsiteX101" fmla="*/ 8225619 w 11243827"/>
              <a:gd name="connsiteY101" fmla="*/ 5596262 h 5687273"/>
              <a:gd name="connsiteX102" fmla="*/ 8213882 w 11243827"/>
              <a:gd name="connsiteY102" fmla="*/ 5600179 h 5687273"/>
              <a:gd name="connsiteX103" fmla="*/ 8204045 w 11243827"/>
              <a:gd name="connsiteY103" fmla="*/ 5607275 h 5687273"/>
              <a:gd name="connsiteX104" fmla="*/ 8082989 w 11243827"/>
              <a:gd name="connsiteY104" fmla="*/ 5603160 h 5687273"/>
              <a:gd name="connsiteX105" fmla="*/ 7976942 w 11243827"/>
              <a:gd name="connsiteY105" fmla="*/ 5598455 h 5687273"/>
              <a:gd name="connsiteX106" fmla="*/ 7915584 w 11243827"/>
              <a:gd name="connsiteY106" fmla="*/ 5684635 h 5687273"/>
              <a:gd name="connsiteX107" fmla="*/ 7727691 w 11243827"/>
              <a:gd name="connsiteY107" fmla="*/ 5621064 h 5687273"/>
              <a:gd name="connsiteX108" fmla="*/ 7685998 w 11243827"/>
              <a:gd name="connsiteY108" fmla="*/ 5615564 h 5687273"/>
              <a:gd name="connsiteX109" fmla="*/ 7649302 w 11243827"/>
              <a:gd name="connsiteY109" fmla="*/ 5626541 h 5687273"/>
              <a:gd name="connsiteX110" fmla="*/ 7634083 w 11243827"/>
              <a:gd name="connsiteY110" fmla="*/ 5620862 h 5687273"/>
              <a:gd name="connsiteX111" fmla="*/ 7631455 w 11243827"/>
              <a:gd name="connsiteY111" fmla="*/ 5619708 h 5687273"/>
              <a:gd name="connsiteX112" fmla="*/ 7620952 w 11243827"/>
              <a:gd name="connsiteY112" fmla="*/ 5618872 h 5687273"/>
              <a:gd name="connsiteX113" fmla="*/ 7617992 w 11243827"/>
              <a:gd name="connsiteY113" fmla="*/ 5613914 h 5687273"/>
              <a:gd name="connsiteX114" fmla="*/ 7602182 w 11243827"/>
              <a:gd name="connsiteY114" fmla="*/ 5609271 h 5687273"/>
              <a:gd name="connsiteX115" fmla="*/ 7582847 w 11243827"/>
              <a:gd name="connsiteY115" fmla="*/ 5609047 h 5687273"/>
              <a:gd name="connsiteX116" fmla="*/ 7514158 w 11243827"/>
              <a:gd name="connsiteY116" fmla="*/ 5607737 h 5687273"/>
              <a:gd name="connsiteX117" fmla="*/ 7502955 w 11243827"/>
              <a:gd name="connsiteY117" fmla="*/ 5610415 h 5687273"/>
              <a:gd name="connsiteX118" fmla="*/ 7466391 w 11243827"/>
              <a:gd name="connsiteY118" fmla="*/ 5605949 h 5687273"/>
              <a:gd name="connsiteX119" fmla="*/ 7433806 w 11243827"/>
              <a:gd name="connsiteY119" fmla="*/ 5604945 h 5687273"/>
              <a:gd name="connsiteX120" fmla="*/ 7412693 w 11243827"/>
              <a:gd name="connsiteY120" fmla="*/ 5607075 h 5687273"/>
              <a:gd name="connsiteX121" fmla="*/ 7407159 w 11243827"/>
              <a:gd name="connsiteY121" fmla="*/ 5605310 h 5687273"/>
              <a:gd name="connsiteX122" fmla="*/ 7385900 w 11243827"/>
              <a:gd name="connsiteY122" fmla="*/ 5604171 h 5687273"/>
              <a:gd name="connsiteX123" fmla="*/ 7375071 w 11243827"/>
              <a:gd name="connsiteY123" fmla="*/ 5606788 h 5687273"/>
              <a:gd name="connsiteX124" fmla="*/ 7364382 w 11243827"/>
              <a:gd name="connsiteY124" fmla="*/ 5600762 h 5687273"/>
              <a:gd name="connsiteX125" fmla="*/ 7361770 w 11243827"/>
              <a:gd name="connsiteY125" fmla="*/ 5596347 h 5687273"/>
              <a:gd name="connsiteX126" fmla="*/ 7346641 w 11243827"/>
              <a:gd name="connsiteY126" fmla="*/ 5598329 h 5687273"/>
              <a:gd name="connsiteX127" fmla="*/ 7334238 w 11243827"/>
              <a:gd name="connsiteY127" fmla="*/ 5594014 h 5687273"/>
              <a:gd name="connsiteX128" fmla="*/ 7323426 w 11243827"/>
              <a:gd name="connsiteY128" fmla="*/ 5596835 h 5687273"/>
              <a:gd name="connsiteX129" fmla="*/ 7318938 w 11243827"/>
              <a:gd name="connsiteY129" fmla="*/ 5596200 h 5687273"/>
              <a:gd name="connsiteX130" fmla="*/ 7307784 w 11243827"/>
              <a:gd name="connsiteY130" fmla="*/ 5594065 h 5687273"/>
              <a:gd name="connsiteX131" fmla="*/ 7288540 w 11243827"/>
              <a:gd name="connsiteY131" fmla="*/ 5589320 h 5687273"/>
              <a:gd name="connsiteX132" fmla="*/ 7282537 w 11243827"/>
              <a:gd name="connsiteY132" fmla="*/ 5588660 h 5687273"/>
              <a:gd name="connsiteX133" fmla="*/ 7269466 w 11243827"/>
              <a:gd name="connsiteY133" fmla="*/ 5581404 h 5687273"/>
              <a:gd name="connsiteX134" fmla="*/ 7244165 w 11243827"/>
              <a:gd name="connsiteY134" fmla="*/ 5575200 h 5687273"/>
              <a:gd name="connsiteX135" fmla="*/ 7199619 w 11243827"/>
              <a:gd name="connsiteY135" fmla="*/ 5553550 h 5687273"/>
              <a:gd name="connsiteX136" fmla="*/ 7173434 w 11243827"/>
              <a:gd name="connsiteY136" fmla="*/ 5543219 h 5687273"/>
              <a:gd name="connsiteX137" fmla="*/ 7155718 w 11243827"/>
              <a:gd name="connsiteY137" fmla="*/ 5533697 h 5687273"/>
              <a:gd name="connsiteX138" fmla="*/ 7103430 w 11243827"/>
              <a:gd name="connsiteY138" fmla="*/ 5520249 h 5687273"/>
              <a:gd name="connsiteX139" fmla="*/ 7013746 w 11243827"/>
              <a:gd name="connsiteY139" fmla="*/ 5502470 h 5687273"/>
              <a:gd name="connsiteX140" fmla="*/ 6995379 w 11243827"/>
              <a:gd name="connsiteY140" fmla="*/ 5497693 h 5687273"/>
              <a:gd name="connsiteX141" fmla="*/ 6982475 w 11243827"/>
              <a:gd name="connsiteY141" fmla="*/ 5489641 h 5687273"/>
              <a:gd name="connsiteX142" fmla="*/ 6981994 w 11243827"/>
              <a:gd name="connsiteY142" fmla="*/ 5484335 h 5687273"/>
              <a:gd name="connsiteX143" fmla="*/ 6972355 w 11243827"/>
              <a:gd name="connsiteY143" fmla="*/ 5481074 h 5687273"/>
              <a:gd name="connsiteX144" fmla="*/ 6970394 w 11243827"/>
              <a:gd name="connsiteY144" fmla="*/ 5479383 h 5687273"/>
              <a:gd name="connsiteX145" fmla="*/ 6958543 w 11243827"/>
              <a:gd name="connsiteY145" fmla="*/ 5470507 h 5687273"/>
              <a:gd name="connsiteX146" fmla="*/ 6918276 w 11243827"/>
              <a:gd name="connsiteY146" fmla="*/ 5472034 h 5687273"/>
              <a:gd name="connsiteX147" fmla="*/ 6881046 w 11243827"/>
              <a:gd name="connsiteY147" fmla="*/ 5457070 h 5687273"/>
              <a:gd name="connsiteX148" fmla="*/ 6752164 w 11243827"/>
              <a:gd name="connsiteY148" fmla="*/ 5425021 h 5687273"/>
              <a:gd name="connsiteX149" fmla="*/ 6724964 w 11243827"/>
              <a:gd name="connsiteY149" fmla="*/ 5414071 h 5687273"/>
              <a:gd name="connsiteX150" fmla="*/ 6683286 w 11243827"/>
              <a:gd name="connsiteY150" fmla="*/ 5405383 h 5687273"/>
              <a:gd name="connsiteX151" fmla="*/ 6644277 w 11243827"/>
              <a:gd name="connsiteY151" fmla="*/ 5429684 h 5687273"/>
              <a:gd name="connsiteX152" fmla="*/ 6532914 w 11243827"/>
              <a:gd name="connsiteY152" fmla="*/ 5431205 h 5687273"/>
              <a:gd name="connsiteX153" fmla="*/ 6307459 w 11243827"/>
              <a:gd name="connsiteY153" fmla="*/ 5467087 h 5687273"/>
              <a:gd name="connsiteX154" fmla="*/ 6196243 w 11243827"/>
              <a:gd name="connsiteY154" fmla="*/ 5515042 h 5687273"/>
              <a:gd name="connsiteX155" fmla="*/ 6099124 w 11243827"/>
              <a:gd name="connsiteY155" fmla="*/ 5516848 h 5687273"/>
              <a:gd name="connsiteX156" fmla="*/ 6016077 w 11243827"/>
              <a:gd name="connsiteY156" fmla="*/ 5528642 h 5687273"/>
              <a:gd name="connsiteX157" fmla="*/ 6004389 w 11243827"/>
              <a:gd name="connsiteY157" fmla="*/ 5531206 h 5687273"/>
              <a:gd name="connsiteX158" fmla="*/ 5933945 w 11243827"/>
              <a:gd name="connsiteY158" fmla="*/ 5538840 h 5687273"/>
              <a:gd name="connsiteX159" fmla="*/ 5883936 w 11243827"/>
              <a:gd name="connsiteY159" fmla="*/ 5553807 h 5687273"/>
              <a:gd name="connsiteX160" fmla="*/ 5798331 w 11243827"/>
              <a:gd name="connsiteY160" fmla="*/ 5564248 h 5687273"/>
              <a:gd name="connsiteX161" fmla="*/ 5712738 w 11243827"/>
              <a:gd name="connsiteY161" fmla="*/ 5573120 h 5687273"/>
              <a:gd name="connsiteX162" fmla="*/ 5681342 w 11243827"/>
              <a:gd name="connsiteY162" fmla="*/ 5575621 h 5687273"/>
              <a:gd name="connsiteX163" fmla="*/ 5627167 w 11243827"/>
              <a:gd name="connsiteY163" fmla="*/ 5583215 h 5687273"/>
              <a:gd name="connsiteX164" fmla="*/ 5591414 w 11243827"/>
              <a:gd name="connsiteY164" fmla="*/ 5587695 h 5687273"/>
              <a:gd name="connsiteX165" fmla="*/ 5583028 w 11243827"/>
              <a:gd name="connsiteY165" fmla="*/ 5580877 h 5687273"/>
              <a:gd name="connsiteX166" fmla="*/ 5549426 w 11243827"/>
              <a:gd name="connsiteY166" fmla="*/ 5582858 h 5687273"/>
              <a:gd name="connsiteX167" fmla="*/ 5519999 w 11243827"/>
              <a:gd name="connsiteY167" fmla="*/ 5592246 h 5687273"/>
              <a:gd name="connsiteX168" fmla="*/ 5480028 w 11243827"/>
              <a:gd name="connsiteY168" fmla="*/ 5597282 h 5687273"/>
              <a:gd name="connsiteX169" fmla="*/ 5456175 w 11243827"/>
              <a:gd name="connsiteY169" fmla="*/ 5600371 h 5687273"/>
              <a:gd name="connsiteX170" fmla="*/ 5388463 w 11243827"/>
              <a:gd name="connsiteY170" fmla="*/ 5602638 h 5687273"/>
              <a:gd name="connsiteX171" fmla="*/ 5265898 w 11243827"/>
              <a:gd name="connsiteY171" fmla="*/ 5591830 h 5687273"/>
              <a:gd name="connsiteX172" fmla="*/ 5231231 w 11243827"/>
              <a:gd name="connsiteY172" fmla="*/ 5592790 h 5687273"/>
              <a:gd name="connsiteX173" fmla="*/ 5226996 w 11243827"/>
              <a:gd name="connsiteY173" fmla="*/ 5595040 h 5687273"/>
              <a:gd name="connsiteX174" fmla="*/ 5175988 w 11243827"/>
              <a:gd name="connsiteY174" fmla="*/ 5588131 h 5687273"/>
              <a:gd name="connsiteX175" fmla="*/ 5107470 w 11243827"/>
              <a:gd name="connsiteY175" fmla="*/ 5594771 h 5687273"/>
              <a:gd name="connsiteX176" fmla="*/ 5027868 w 11243827"/>
              <a:gd name="connsiteY176" fmla="*/ 5605624 h 5687273"/>
              <a:gd name="connsiteX177" fmla="*/ 5007324 w 11243827"/>
              <a:gd name="connsiteY177" fmla="*/ 5609209 h 5687273"/>
              <a:gd name="connsiteX178" fmla="*/ 4952559 w 11243827"/>
              <a:gd name="connsiteY178" fmla="*/ 5611402 h 5687273"/>
              <a:gd name="connsiteX179" fmla="*/ 4826081 w 11243827"/>
              <a:gd name="connsiteY179" fmla="*/ 5616191 h 5687273"/>
              <a:gd name="connsiteX180" fmla="*/ 4823501 w 11243827"/>
              <a:gd name="connsiteY180" fmla="*/ 5619174 h 5687273"/>
              <a:gd name="connsiteX181" fmla="*/ 4813093 w 11243827"/>
              <a:gd name="connsiteY181" fmla="*/ 5620026 h 5687273"/>
              <a:gd name="connsiteX182" fmla="*/ 4810563 w 11243827"/>
              <a:gd name="connsiteY182" fmla="*/ 5620787 h 5687273"/>
              <a:gd name="connsiteX183" fmla="*/ 4795818 w 11243827"/>
              <a:gd name="connsiteY183" fmla="*/ 5624618 h 5687273"/>
              <a:gd name="connsiteX184" fmla="*/ 4758404 w 11243827"/>
              <a:gd name="connsiteY184" fmla="*/ 5619510 h 5687273"/>
              <a:gd name="connsiteX185" fmla="*/ 4717254 w 11243827"/>
              <a:gd name="connsiteY185" fmla="*/ 5624155 h 5687273"/>
              <a:gd name="connsiteX186" fmla="*/ 4591958 w 11243827"/>
              <a:gd name="connsiteY186" fmla="*/ 5624710 h 5687273"/>
              <a:gd name="connsiteX187" fmla="*/ 4476215 w 11243827"/>
              <a:gd name="connsiteY187" fmla="*/ 5628210 h 5687273"/>
              <a:gd name="connsiteX188" fmla="*/ 4425193 w 11243827"/>
              <a:gd name="connsiteY188" fmla="*/ 5627414 h 5687273"/>
              <a:gd name="connsiteX189" fmla="*/ 4383866 w 11243827"/>
              <a:gd name="connsiteY189" fmla="*/ 5626546 h 5687273"/>
              <a:gd name="connsiteX190" fmla="*/ 4385596 w 11243827"/>
              <a:gd name="connsiteY190" fmla="*/ 5634646 h 5687273"/>
              <a:gd name="connsiteX191" fmla="*/ 4360864 w 11243827"/>
              <a:gd name="connsiteY191" fmla="*/ 5641173 h 5687273"/>
              <a:gd name="connsiteX192" fmla="*/ 4328321 w 11243827"/>
              <a:gd name="connsiteY192" fmla="*/ 5626332 h 5687273"/>
              <a:gd name="connsiteX193" fmla="*/ 4309842 w 11243827"/>
              <a:gd name="connsiteY193" fmla="*/ 5626471 h 5687273"/>
              <a:gd name="connsiteX194" fmla="*/ 4277424 w 11243827"/>
              <a:gd name="connsiteY194" fmla="*/ 5631598 h 5687273"/>
              <a:gd name="connsiteX195" fmla="*/ 4266627 w 11243827"/>
              <a:gd name="connsiteY195" fmla="*/ 5633969 h 5687273"/>
              <a:gd name="connsiteX196" fmla="*/ 4185525 w 11243827"/>
              <a:gd name="connsiteY196" fmla="*/ 5617508 h 5687273"/>
              <a:gd name="connsiteX197" fmla="*/ 4177617 w 11243827"/>
              <a:gd name="connsiteY197" fmla="*/ 5610903 h 5687273"/>
              <a:gd name="connsiteX198" fmla="*/ 4136948 w 11243827"/>
              <a:gd name="connsiteY198" fmla="*/ 5608031 h 5687273"/>
              <a:gd name="connsiteX199" fmla="*/ 4132323 w 11243827"/>
              <a:gd name="connsiteY199" fmla="*/ 5609784 h 5687273"/>
              <a:gd name="connsiteX200" fmla="*/ 4098620 w 11243827"/>
              <a:gd name="connsiteY200" fmla="*/ 5599672 h 5687273"/>
              <a:gd name="connsiteX201" fmla="*/ 3963475 w 11243827"/>
              <a:gd name="connsiteY201" fmla="*/ 5581841 h 5687273"/>
              <a:gd name="connsiteX202" fmla="*/ 3703613 w 11243827"/>
              <a:gd name="connsiteY202" fmla="*/ 5572482 h 5687273"/>
              <a:gd name="connsiteX203" fmla="*/ 3432987 w 11243827"/>
              <a:gd name="connsiteY203" fmla="*/ 5545768 h 5687273"/>
              <a:gd name="connsiteX204" fmla="*/ 3176381 w 11243827"/>
              <a:gd name="connsiteY204" fmla="*/ 5556110 h 5687273"/>
              <a:gd name="connsiteX205" fmla="*/ 2710156 w 11243827"/>
              <a:gd name="connsiteY205" fmla="*/ 5527517 h 5687273"/>
              <a:gd name="connsiteX206" fmla="*/ 2550206 w 11243827"/>
              <a:gd name="connsiteY206" fmla="*/ 5524958 h 5687273"/>
              <a:gd name="connsiteX207" fmla="*/ 2443041 w 11243827"/>
              <a:gd name="connsiteY207" fmla="*/ 5523990 h 5687273"/>
              <a:gd name="connsiteX208" fmla="*/ 2435613 w 11243827"/>
              <a:gd name="connsiteY208" fmla="*/ 5526704 h 5687273"/>
              <a:gd name="connsiteX209" fmla="*/ 2405682 w 11243827"/>
              <a:gd name="connsiteY209" fmla="*/ 5528307 h 5687273"/>
              <a:gd name="connsiteX210" fmla="*/ 2397487 w 11243827"/>
              <a:gd name="connsiteY210" fmla="*/ 5540337 h 5687273"/>
              <a:gd name="connsiteX211" fmla="*/ 2297454 w 11243827"/>
              <a:gd name="connsiteY211" fmla="*/ 5550765 h 5687273"/>
              <a:gd name="connsiteX212" fmla="*/ 2056700 w 11243827"/>
              <a:gd name="connsiteY212" fmla="*/ 5555489 h 5687273"/>
              <a:gd name="connsiteX213" fmla="*/ 1878530 w 11243827"/>
              <a:gd name="connsiteY213" fmla="*/ 5535330 h 5687273"/>
              <a:gd name="connsiteX214" fmla="*/ 1859292 w 11243827"/>
              <a:gd name="connsiteY214" fmla="*/ 5535461 h 5687273"/>
              <a:gd name="connsiteX215" fmla="*/ 1835626 w 11243827"/>
              <a:gd name="connsiteY215" fmla="*/ 5533793 h 5687273"/>
              <a:gd name="connsiteX216" fmla="*/ 1798939 w 11243827"/>
              <a:gd name="connsiteY216" fmla="*/ 5540285 h 5687273"/>
              <a:gd name="connsiteX217" fmla="*/ 1779046 w 11243827"/>
              <a:gd name="connsiteY217" fmla="*/ 5549949 h 5687273"/>
              <a:gd name="connsiteX218" fmla="*/ 1772421 w 11243827"/>
              <a:gd name="connsiteY218" fmla="*/ 5549018 h 5687273"/>
              <a:gd name="connsiteX219" fmla="*/ 1772052 w 11243827"/>
              <a:gd name="connsiteY219" fmla="*/ 5545689 h 5687273"/>
              <a:gd name="connsiteX220" fmla="*/ 1711543 w 11243827"/>
              <a:gd name="connsiteY220" fmla="*/ 5534558 h 5687273"/>
              <a:gd name="connsiteX221" fmla="*/ 1698891 w 11243827"/>
              <a:gd name="connsiteY221" fmla="*/ 5513187 h 5687273"/>
              <a:gd name="connsiteX222" fmla="*/ 1538763 w 11243827"/>
              <a:gd name="connsiteY222" fmla="*/ 5482781 h 5687273"/>
              <a:gd name="connsiteX223" fmla="*/ 1501533 w 11243827"/>
              <a:gd name="connsiteY223" fmla="*/ 5467817 h 5687273"/>
              <a:gd name="connsiteX224" fmla="*/ 1461266 w 11243827"/>
              <a:gd name="connsiteY224" fmla="*/ 5469343 h 5687273"/>
              <a:gd name="connsiteX225" fmla="*/ 1449415 w 11243827"/>
              <a:gd name="connsiteY225" fmla="*/ 5460467 h 5687273"/>
              <a:gd name="connsiteX226" fmla="*/ 1447454 w 11243827"/>
              <a:gd name="connsiteY226" fmla="*/ 5458776 h 5687273"/>
              <a:gd name="connsiteX227" fmla="*/ 1437814 w 11243827"/>
              <a:gd name="connsiteY227" fmla="*/ 5455515 h 5687273"/>
              <a:gd name="connsiteX228" fmla="*/ 1437334 w 11243827"/>
              <a:gd name="connsiteY228" fmla="*/ 5450209 h 5687273"/>
              <a:gd name="connsiteX229" fmla="*/ 1424429 w 11243827"/>
              <a:gd name="connsiteY229" fmla="*/ 5442157 h 5687273"/>
              <a:gd name="connsiteX230" fmla="*/ 1406063 w 11243827"/>
              <a:gd name="connsiteY230" fmla="*/ 5437380 h 5687273"/>
              <a:gd name="connsiteX231" fmla="*/ 1316379 w 11243827"/>
              <a:gd name="connsiteY231" fmla="*/ 5419601 h 5687273"/>
              <a:gd name="connsiteX232" fmla="*/ 1264090 w 11243827"/>
              <a:gd name="connsiteY232" fmla="*/ 5406153 h 5687273"/>
              <a:gd name="connsiteX233" fmla="*/ 1246374 w 11243827"/>
              <a:gd name="connsiteY233" fmla="*/ 5396631 h 5687273"/>
              <a:gd name="connsiteX234" fmla="*/ 1220190 w 11243827"/>
              <a:gd name="connsiteY234" fmla="*/ 5386301 h 5687273"/>
              <a:gd name="connsiteX235" fmla="*/ 1175643 w 11243827"/>
              <a:gd name="connsiteY235" fmla="*/ 5364651 h 5687273"/>
              <a:gd name="connsiteX236" fmla="*/ 1150342 w 11243827"/>
              <a:gd name="connsiteY236" fmla="*/ 5358447 h 5687273"/>
              <a:gd name="connsiteX237" fmla="*/ 1137272 w 11243827"/>
              <a:gd name="connsiteY237" fmla="*/ 5351191 h 5687273"/>
              <a:gd name="connsiteX238" fmla="*/ 1131268 w 11243827"/>
              <a:gd name="connsiteY238" fmla="*/ 5350530 h 5687273"/>
              <a:gd name="connsiteX239" fmla="*/ 1112024 w 11243827"/>
              <a:gd name="connsiteY239" fmla="*/ 5345786 h 5687273"/>
              <a:gd name="connsiteX240" fmla="*/ 1100870 w 11243827"/>
              <a:gd name="connsiteY240" fmla="*/ 5343651 h 5687273"/>
              <a:gd name="connsiteX241" fmla="*/ 1096383 w 11243827"/>
              <a:gd name="connsiteY241" fmla="*/ 5343015 h 5687273"/>
              <a:gd name="connsiteX242" fmla="*/ 1085571 w 11243827"/>
              <a:gd name="connsiteY242" fmla="*/ 5345836 h 5687273"/>
              <a:gd name="connsiteX243" fmla="*/ 1073168 w 11243827"/>
              <a:gd name="connsiteY243" fmla="*/ 5341521 h 5687273"/>
              <a:gd name="connsiteX244" fmla="*/ 1058039 w 11243827"/>
              <a:gd name="connsiteY244" fmla="*/ 5343504 h 5687273"/>
              <a:gd name="connsiteX245" fmla="*/ 1055426 w 11243827"/>
              <a:gd name="connsiteY245" fmla="*/ 5339088 h 5687273"/>
              <a:gd name="connsiteX246" fmla="*/ 1044738 w 11243827"/>
              <a:gd name="connsiteY246" fmla="*/ 5333063 h 5687273"/>
              <a:gd name="connsiteX247" fmla="*/ 1033909 w 11243827"/>
              <a:gd name="connsiteY247" fmla="*/ 5335680 h 5687273"/>
              <a:gd name="connsiteX248" fmla="*/ 1012649 w 11243827"/>
              <a:gd name="connsiteY248" fmla="*/ 5334541 h 5687273"/>
              <a:gd name="connsiteX249" fmla="*/ 1007115 w 11243827"/>
              <a:gd name="connsiteY249" fmla="*/ 5332775 h 5687273"/>
              <a:gd name="connsiteX250" fmla="*/ 986002 w 11243827"/>
              <a:gd name="connsiteY250" fmla="*/ 5334906 h 5687273"/>
              <a:gd name="connsiteX251" fmla="*/ 953418 w 11243827"/>
              <a:gd name="connsiteY251" fmla="*/ 5333901 h 5687273"/>
              <a:gd name="connsiteX252" fmla="*/ 916854 w 11243827"/>
              <a:gd name="connsiteY252" fmla="*/ 5329435 h 5687273"/>
              <a:gd name="connsiteX253" fmla="*/ 905651 w 11243827"/>
              <a:gd name="connsiteY253" fmla="*/ 5332114 h 5687273"/>
              <a:gd name="connsiteX254" fmla="*/ 836961 w 11243827"/>
              <a:gd name="connsiteY254" fmla="*/ 5330803 h 5687273"/>
              <a:gd name="connsiteX255" fmla="*/ 817627 w 11243827"/>
              <a:gd name="connsiteY255" fmla="*/ 5330580 h 5687273"/>
              <a:gd name="connsiteX256" fmla="*/ 801817 w 11243827"/>
              <a:gd name="connsiteY256" fmla="*/ 5325937 h 5687273"/>
              <a:gd name="connsiteX257" fmla="*/ 798857 w 11243827"/>
              <a:gd name="connsiteY257" fmla="*/ 5320979 h 5687273"/>
              <a:gd name="connsiteX258" fmla="*/ 788354 w 11243827"/>
              <a:gd name="connsiteY258" fmla="*/ 5320143 h 5687273"/>
              <a:gd name="connsiteX259" fmla="*/ 785726 w 11243827"/>
              <a:gd name="connsiteY259" fmla="*/ 5318989 h 5687273"/>
              <a:gd name="connsiteX260" fmla="*/ 770507 w 11243827"/>
              <a:gd name="connsiteY260" fmla="*/ 5313309 h 5687273"/>
              <a:gd name="connsiteX261" fmla="*/ 733810 w 11243827"/>
              <a:gd name="connsiteY261" fmla="*/ 5324286 h 5687273"/>
              <a:gd name="connsiteX262" fmla="*/ 692117 w 11243827"/>
              <a:gd name="connsiteY262" fmla="*/ 5318786 h 5687273"/>
              <a:gd name="connsiteX263" fmla="*/ 528894 w 11243827"/>
              <a:gd name="connsiteY263" fmla="*/ 5327578 h 5687273"/>
              <a:gd name="connsiteX264" fmla="*/ 507005 w 11243827"/>
              <a:gd name="connsiteY264" fmla="*/ 5310149 h 5687273"/>
              <a:gd name="connsiteX265" fmla="*/ 441302 w 11243827"/>
              <a:gd name="connsiteY265" fmla="*/ 5307062 h 5687273"/>
              <a:gd name="connsiteX266" fmla="*/ 336819 w 11243827"/>
              <a:gd name="connsiteY266" fmla="*/ 5336690 h 5687273"/>
              <a:gd name="connsiteX267" fmla="*/ 215763 w 11243827"/>
              <a:gd name="connsiteY267" fmla="*/ 5332575 h 5687273"/>
              <a:gd name="connsiteX268" fmla="*/ 205927 w 11243827"/>
              <a:gd name="connsiteY268" fmla="*/ 5339672 h 5687273"/>
              <a:gd name="connsiteX269" fmla="*/ 194189 w 11243827"/>
              <a:gd name="connsiteY269" fmla="*/ 5343588 h 5687273"/>
              <a:gd name="connsiteX270" fmla="*/ 192552 w 11243827"/>
              <a:gd name="connsiteY270" fmla="*/ 5342845 h 5687273"/>
              <a:gd name="connsiteX271" fmla="*/ 178320 w 11243827"/>
              <a:gd name="connsiteY271" fmla="*/ 5343766 h 5687273"/>
              <a:gd name="connsiteX272" fmla="*/ 175596 w 11243827"/>
              <a:gd name="connsiteY272" fmla="*/ 5346411 h 5687273"/>
              <a:gd name="connsiteX273" fmla="*/ 165951 w 11243827"/>
              <a:gd name="connsiteY273" fmla="*/ 5347808 h 5687273"/>
              <a:gd name="connsiteX274" fmla="*/ 147287 w 11243827"/>
              <a:gd name="connsiteY274" fmla="*/ 5352625 h 5687273"/>
              <a:gd name="connsiteX275" fmla="*/ 143484 w 11243827"/>
              <a:gd name="connsiteY275" fmla="*/ 5351591 h 5687273"/>
              <a:gd name="connsiteX276" fmla="*/ 114847 w 11243827"/>
              <a:gd name="connsiteY276" fmla="*/ 5355844 h 5687273"/>
              <a:gd name="connsiteX277" fmla="*/ 114306 w 11243827"/>
              <a:gd name="connsiteY277" fmla="*/ 5354983 h 5687273"/>
              <a:gd name="connsiteX278" fmla="*/ 105588 w 11243827"/>
              <a:gd name="connsiteY278" fmla="*/ 5352169 h 5687273"/>
              <a:gd name="connsiteX279" fmla="*/ 89264 w 11243827"/>
              <a:gd name="connsiteY279" fmla="*/ 5348886 h 5687273"/>
              <a:gd name="connsiteX280" fmla="*/ 49794 w 11243827"/>
              <a:gd name="connsiteY280" fmla="*/ 5329950 h 5687273"/>
              <a:gd name="connsiteX281" fmla="*/ 19924 w 11243827"/>
              <a:gd name="connsiteY281" fmla="*/ 5334282 h 5687273"/>
              <a:gd name="connsiteX282" fmla="*/ 13819 w 11243827"/>
              <a:gd name="connsiteY282" fmla="*/ 5334653 h 5687273"/>
              <a:gd name="connsiteX283" fmla="*/ 13657 w 11243827"/>
              <a:gd name="connsiteY283" fmla="*/ 5334455 h 5687273"/>
              <a:gd name="connsiteX284" fmla="*/ 7139 w 11243827"/>
              <a:gd name="connsiteY284" fmla="*/ 5334438 h 5687273"/>
              <a:gd name="connsiteX285" fmla="*/ 2684 w 11243827"/>
              <a:gd name="connsiteY285" fmla="*/ 5335333 h 5687273"/>
              <a:gd name="connsiteX286" fmla="*/ 0 w 11243827"/>
              <a:gd name="connsiteY286" fmla="*/ 5335496 h 5687273"/>
              <a:gd name="connsiteX287" fmla="*/ 0 w 11243827"/>
              <a:gd name="connsiteY287" fmla="*/ 10592 h 5687273"/>
              <a:gd name="connsiteX288" fmla="*/ 11243827 w 11243827"/>
              <a:gd name="connsiteY288" fmla="*/ 0 h 56872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15763 w 11243827"/>
              <a:gd name="connsiteY266" fmla="*/ 5332575 h 5641173"/>
              <a:gd name="connsiteX267" fmla="*/ 205927 w 11243827"/>
              <a:gd name="connsiteY267" fmla="*/ 5339672 h 5641173"/>
              <a:gd name="connsiteX268" fmla="*/ 194189 w 11243827"/>
              <a:gd name="connsiteY268" fmla="*/ 5343588 h 5641173"/>
              <a:gd name="connsiteX269" fmla="*/ 192552 w 11243827"/>
              <a:gd name="connsiteY269" fmla="*/ 5342845 h 5641173"/>
              <a:gd name="connsiteX270" fmla="*/ 178320 w 11243827"/>
              <a:gd name="connsiteY270" fmla="*/ 5343766 h 5641173"/>
              <a:gd name="connsiteX271" fmla="*/ 175596 w 11243827"/>
              <a:gd name="connsiteY271" fmla="*/ 5346411 h 5641173"/>
              <a:gd name="connsiteX272" fmla="*/ 165951 w 11243827"/>
              <a:gd name="connsiteY272" fmla="*/ 5347808 h 5641173"/>
              <a:gd name="connsiteX273" fmla="*/ 147287 w 11243827"/>
              <a:gd name="connsiteY273" fmla="*/ 5352625 h 5641173"/>
              <a:gd name="connsiteX274" fmla="*/ 143484 w 11243827"/>
              <a:gd name="connsiteY274" fmla="*/ 5351591 h 5641173"/>
              <a:gd name="connsiteX275" fmla="*/ 114847 w 11243827"/>
              <a:gd name="connsiteY275" fmla="*/ 5355844 h 5641173"/>
              <a:gd name="connsiteX276" fmla="*/ 114306 w 11243827"/>
              <a:gd name="connsiteY276" fmla="*/ 5354983 h 5641173"/>
              <a:gd name="connsiteX277" fmla="*/ 105588 w 11243827"/>
              <a:gd name="connsiteY277" fmla="*/ 5352169 h 5641173"/>
              <a:gd name="connsiteX278" fmla="*/ 89264 w 11243827"/>
              <a:gd name="connsiteY278" fmla="*/ 5348886 h 5641173"/>
              <a:gd name="connsiteX279" fmla="*/ 49794 w 11243827"/>
              <a:gd name="connsiteY279" fmla="*/ 5329950 h 5641173"/>
              <a:gd name="connsiteX280" fmla="*/ 19924 w 11243827"/>
              <a:gd name="connsiteY280" fmla="*/ 5334282 h 5641173"/>
              <a:gd name="connsiteX281" fmla="*/ 13819 w 11243827"/>
              <a:gd name="connsiteY281" fmla="*/ 5334653 h 5641173"/>
              <a:gd name="connsiteX282" fmla="*/ 13657 w 11243827"/>
              <a:gd name="connsiteY282" fmla="*/ 5334455 h 5641173"/>
              <a:gd name="connsiteX283" fmla="*/ 7139 w 11243827"/>
              <a:gd name="connsiteY283" fmla="*/ 5334438 h 5641173"/>
              <a:gd name="connsiteX284" fmla="*/ 2684 w 11243827"/>
              <a:gd name="connsiteY284" fmla="*/ 5335333 h 5641173"/>
              <a:gd name="connsiteX285" fmla="*/ 0 w 11243827"/>
              <a:gd name="connsiteY285" fmla="*/ 5335496 h 5641173"/>
              <a:gd name="connsiteX286" fmla="*/ 0 w 11243827"/>
              <a:gd name="connsiteY286" fmla="*/ 10592 h 5641173"/>
              <a:gd name="connsiteX287" fmla="*/ 11243827 w 11243827"/>
              <a:gd name="connsiteY287"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15763 w 11243827"/>
              <a:gd name="connsiteY266" fmla="*/ 5332575 h 5641173"/>
              <a:gd name="connsiteX267" fmla="*/ 270932 w 11243827"/>
              <a:gd name="connsiteY267" fmla="*/ 5345451 h 5641173"/>
              <a:gd name="connsiteX268" fmla="*/ 194189 w 11243827"/>
              <a:gd name="connsiteY268" fmla="*/ 5343588 h 5641173"/>
              <a:gd name="connsiteX269" fmla="*/ 192552 w 11243827"/>
              <a:gd name="connsiteY269" fmla="*/ 5342845 h 5641173"/>
              <a:gd name="connsiteX270" fmla="*/ 178320 w 11243827"/>
              <a:gd name="connsiteY270" fmla="*/ 5343766 h 5641173"/>
              <a:gd name="connsiteX271" fmla="*/ 175596 w 11243827"/>
              <a:gd name="connsiteY271" fmla="*/ 5346411 h 5641173"/>
              <a:gd name="connsiteX272" fmla="*/ 165951 w 11243827"/>
              <a:gd name="connsiteY272" fmla="*/ 5347808 h 5641173"/>
              <a:gd name="connsiteX273" fmla="*/ 147287 w 11243827"/>
              <a:gd name="connsiteY273" fmla="*/ 5352625 h 5641173"/>
              <a:gd name="connsiteX274" fmla="*/ 143484 w 11243827"/>
              <a:gd name="connsiteY274" fmla="*/ 5351591 h 5641173"/>
              <a:gd name="connsiteX275" fmla="*/ 114847 w 11243827"/>
              <a:gd name="connsiteY275" fmla="*/ 5355844 h 5641173"/>
              <a:gd name="connsiteX276" fmla="*/ 114306 w 11243827"/>
              <a:gd name="connsiteY276" fmla="*/ 5354983 h 5641173"/>
              <a:gd name="connsiteX277" fmla="*/ 105588 w 11243827"/>
              <a:gd name="connsiteY277" fmla="*/ 5352169 h 5641173"/>
              <a:gd name="connsiteX278" fmla="*/ 89264 w 11243827"/>
              <a:gd name="connsiteY278" fmla="*/ 5348886 h 5641173"/>
              <a:gd name="connsiteX279" fmla="*/ 49794 w 11243827"/>
              <a:gd name="connsiteY279" fmla="*/ 5329950 h 5641173"/>
              <a:gd name="connsiteX280" fmla="*/ 19924 w 11243827"/>
              <a:gd name="connsiteY280" fmla="*/ 5334282 h 5641173"/>
              <a:gd name="connsiteX281" fmla="*/ 13819 w 11243827"/>
              <a:gd name="connsiteY281" fmla="*/ 5334653 h 5641173"/>
              <a:gd name="connsiteX282" fmla="*/ 13657 w 11243827"/>
              <a:gd name="connsiteY282" fmla="*/ 5334455 h 5641173"/>
              <a:gd name="connsiteX283" fmla="*/ 7139 w 11243827"/>
              <a:gd name="connsiteY283" fmla="*/ 5334438 h 5641173"/>
              <a:gd name="connsiteX284" fmla="*/ 2684 w 11243827"/>
              <a:gd name="connsiteY284" fmla="*/ 5335333 h 5641173"/>
              <a:gd name="connsiteX285" fmla="*/ 0 w 11243827"/>
              <a:gd name="connsiteY285" fmla="*/ 5335496 h 5641173"/>
              <a:gd name="connsiteX286" fmla="*/ 0 w 11243827"/>
              <a:gd name="connsiteY286" fmla="*/ 10592 h 5641173"/>
              <a:gd name="connsiteX287" fmla="*/ 11243827 w 11243827"/>
              <a:gd name="connsiteY287"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43484 w 11243827"/>
              <a:gd name="connsiteY273" fmla="*/ 5351591 h 5641173"/>
              <a:gd name="connsiteX274" fmla="*/ 114847 w 11243827"/>
              <a:gd name="connsiteY274" fmla="*/ 5355844 h 5641173"/>
              <a:gd name="connsiteX275" fmla="*/ 114306 w 11243827"/>
              <a:gd name="connsiteY275" fmla="*/ 5354983 h 5641173"/>
              <a:gd name="connsiteX276" fmla="*/ 105588 w 11243827"/>
              <a:gd name="connsiteY276" fmla="*/ 5352169 h 5641173"/>
              <a:gd name="connsiteX277" fmla="*/ 89264 w 11243827"/>
              <a:gd name="connsiteY277" fmla="*/ 5348886 h 5641173"/>
              <a:gd name="connsiteX278" fmla="*/ 49794 w 11243827"/>
              <a:gd name="connsiteY278" fmla="*/ 5329950 h 5641173"/>
              <a:gd name="connsiteX279" fmla="*/ 19924 w 11243827"/>
              <a:gd name="connsiteY279" fmla="*/ 5334282 h 5641173"/>
              <a:gd name="connsiteX280" fmla="*/ 13819 w 11243827"/>
              <a:gd name="connsiteY280" fmla="*/ 5334653 h 5641173"/>
              <a:gd name="connsiteX281" fmla="*/ 13657 w 11243827"/>
              <a:gd name="connsiteY281" fmla="*/ 5334455 h 5641173"/>
              <a:gd name="connsiteX282" fmla="*/ 7139 w 11243827"/>
              <a:gd name="connsiteY282" fmla="*/ 5334438 h 5641173"/>
              <a:gd name="connsiteX283" fmla="*/ 2684 w 11243827"/>
              <a:gd name="connsiteY283" fmla="*/ 5335333 h 5641173"/>
              <a:gd name="connsiteX284" fmla="*/ 0 w 11243827"/>
              <a:gd name="connsiteY284" fmla="*/ 5335496 h 5641173"/>
              <a:gd name="connsiteX285" fmla="*/ 0 w 11243827"/>
              <a:gd name="connsiteY285" fmla="*/ 10592 h 5641173"/>
              <a:gd name="connsiteX286" fmla="*/ 11243827 w 11243827"/>
              <a:gd name="connsiteY286"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43484 w 11243827"/>
              <a:gd name="connsiteY273" fmla="*/ 5351591 h 5641173"/>
              <a:gd name="connsiteX274" fmla="*/ 114847 w 11243827"/>
              <a:gd name="connsiteY274" fmla="*/ 5355844 h 5641173"/>
              <a:gd name="connsiteX275" fmla="*/ 114306 w 11243827"/>
              <a:gd name="connsiteY275" fmla="*/ 5354983 h 5641173"/>
              <a:gd name="connsiteX276" fmla="*/ 89264 w 11243827"/>
              <a:gd name="connsiteY276" fmla="*/ 5348886 h 5641173"/>
              <a:gd name="connsiteX277" fmla="*/ 49794 w 11243827"/>
              <a:gd name="connsiteY277" fmla="*/ 5329950 h 5641173"/>
              <a:gd name="connsiteX278" fmla="*/ 19924 w 11243827"/>
              <a:gd name="connsiteY278" fmla="*/ 5334282 h 5641173"/>
              <a:gd name="connsiteX279" fmla="*/ 13819 w 11243827"/>
              <a:gd name="connsiteY279" fmla="*/ 5334653 h 5641173"/>
              <a:gd name="connsiteX280" fmla="*/ 13657 w 11243827"/>
              <a:gd name="connsiteY280" fmla="*/ 5334455 h 5641173"/>
              <a:gd name="connsiteX281" fmla="*/ 7139 w 11243827"/>
              <a:gd name="connsiteY281" fmla="*/ 5334438 h 5641173"/>
              <a:gd name="connsiteX282" fmla="*/ 2684 w 11243827"/>
              <a:gd name="connsiteY282" fmla="*/ 5335333 h 5641173"/>
              <a:gd name="connsiteX283" fmla="*/ 0 w 11243827"/>
              <a:gd name="connsiteY283" fmla="*/ 5335496 h 5641173"/>
              <a:gd name="connsiteX284" fmla="*/ 0 w 11243827"/>
              <a:gd name="connsiteY284" fmla="*/ 10592 h 5641173"/>
              <a:gd name="connsiteX285" fmla="*/ 11243827 w 11243827"/>
              <a:gd name="connsiteY285"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14847 w 11243827"/>
              <a:gd name="connsiteY273" fmla="*/ 5355844 h 5641173"/>
              <a:gd name="connsiteX274" fmla="*/ 114306 w 11243827"/>
              <a:gd name="connsiteY274" fmla="*/ 5354983 h 5641173"/>
              <a:gd name="connsiteX275" fmla="*/ 89264 w 11243827"/>
              <a:gd name="connsiteY275" fmla="*/ 5348886 h 5641173"/>
              <a:gd name="connsiteX276" fmla="*/ 49794 w 11243827"/>
              <a:gd name="connsiteY276" fmla="*/ 5329950 h 5641173"/>
              <a:gd name="connsiteX277" fmla="*/ 19924 w 11243827"/>
              <a:gd name="connsiteY277" fmla="*/ 5334282 h 5641173"/>
              <a:gd name="connsiteX278" fmla="*/ 13819 w 11243827"/>
              <a:gd name="connsiteY278" fmla="*/ 5334653 h 5641173"/>
              <a:gd name="connsiteX279" fmla="*/ 13657 w 11243827"/>
              <a:gd name="connsiteY279" fmla="*/ 5334455 h 5641173"/>
              <a:gd name="connsiteX280" fmla="*/ 7139 w 11243827"/>
              <a:gd name="connsiteY280" fmla="*/ 5334438 h 5641173"/>
              <a:gd name="connsiteX281" fmla="*/ 2684 w 11243827"/>
              <a:gd name="connsiteY281" fmla="*/ 5335333 h 5641173"/>
              <a:gd name="connsiteX282" fmla="*/ 0 w 11243827"/>
              <a:gd name="connsiteY282" fmla="*/ 5335496 h 5641173"/>
              <a:gd name="connsiteX283" fmla="*/ 0 w 11243827"/>
              <a:gd name="connsiteY283" fmla="*/ 10592 h 5641173"/>
              <a:gd name="connsiteX284" fmla="*/ 11243827 w 11243827"/>
              <a:gd name="connsiteY284"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47287 w 11243827"/>
              <a:gd name="connsiteY271" fmla="*/ 5352625 h 5641173"/>
              <a:gd name="connsiteX272" fmla="*/ 114847 w 11243827"/>
              <a:gd name="connsiteY272" fmla="*/ 5355844 h 5641173"/>
              <a:gd name="connsiteX273" fmla="*/ 114306 w 11243827"/>
              <a:gd name="connsiteY273" fmla="*/ 5354983 h 5641173"/>
              <a:gd name="connsiteX274" fmla="*/ 89264 w 11243827"/>
              <a:gd name="connsiteY274" fmla="*/ 5348886 h 5641173"/>
              <a:gd name="connsiteX275" fmla="*/ 49794 w 11243827"/>
              <a:gd name="connsiteY275" fmla="*/ 5329950 h 5641173"/>
              <a:gd name="connsiteX276" fmla="*/ 19924 w 11243827"/>
              <a:gd name="connsiteY276" fmla="*/ 5334282 h 5641173"/>
              <a:gd name="connsiteX277" fmla="*/ 13819 w 11243827"/>
              <a:gd name="connsiteY277" fmla="*/ 5334653 h 5641173"/>
              <a:gd name="connsiteX278" fmla="*/ 13657 w 11243827"/>
              <a:gd name="connsiteY278" fmla="*/ 5334455 h 5641173"/>
              <a:gd name="connsiteX279" fmla="*/ 7139 w 11243827"/>
              <a:gd name="connsiteY279" fmla="*/ 5334438 h 5641173"/>
              <a:gd name="connsiteX280" fmla="*/ 2684 w 11243827"/>
              <a:gd name="connsiteY280" fmla="*/ 5335333 h 5641173"/>
              <a:gd name="connsiteX281" fmla="*/ 0 w 11243827"/>
              <a:gd name="connsiteY281" fmla="*/ 5335496 h 5641173"/>
              <a:gd name="connsiteX282" fmla="*/ 0 w 11243827"/>
              <a:gd name="connsiteY282" fmla="*/ 10592 h 5641173"/>
              <a:gd name="connsiteX283" fmla="*/ 11243827 w 11243827"/>
              <a:gd name="connsiteY283"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12024 w 11243827"/>
              <a:gd name="connsiteY238" fmla="*/ 5345786 h 5641173"/>
              <a:gd name="connsiteX239" fmla="*/ 1100870 w 11243827"/>
              <a:gd name="connsiteY239" fmla="*/ 5343651 h 5641173"/>
              <a:gd name="connsiteX240" fmla="*/ 1096383 w 11243827"/>
              <a:gd name="connsiteY240" fmla="*/ 5343015 h 5641173"/>
              <a:gd name="connsiteX241" fmla="*/ 1085571 w 11243827"/>
              <a:gd name="connsiteY241" fmla="*/ 5345836 h 5641173"/>
              <a:gd name="connsiteX242" fmla="*/ 1073168 w 11243827"/>
              <a:gd name="connsiteY242" fmla="*/ 5341521 h 5641173"/>
              <a:gd name="connsiteX243" fmla="*/ 1058039 w 11243827"/>
              <a:gd name="connsiteY243" fmla="*/ 5343504 h 5641173"/>
              <a:gd name="connsiteX244" fmla="*/ 1055426 w 11243827"/>
              <a:gd name="connsiteY244" fmla="*/ 5339088 h 5641173"/>
              <a:gd name="connsiteX245" fmla="*/ 1044738 w 11243827"/>
              <a:gd name="connsiteY245" fmla="*/ 5333063 h 5641173"/>
              <a:gd name="connsiteX246" fmla="*/ 1033909 w 11243827"/>
              <a:gd name="connsiteY246" fmla="*/ 5335680 h 5641173"/>
              <a:gd name="connsiteX247" fmla="*/ 1012649 w 11243827"/>
              <a:gd name="connsiteY247" fmla="*/ 5334541 h 5641173"/>
              <a:gd name="connsiteX248" fmla="*/ 1007115 w 11243827"/>
              <a:gd name="connsiteY248" fmla="*/ 5332775 h 5641173"/>
              <a:gd name="connsiteX249" fmla="*/ 986002 w 11243827"/>
              <a:gd name="connsiteY249" fmla="*/ 5334906 h 5641173"/>
              <a:gd name="connsiteX250" fmla="*/ 953418 w 11243827"/>
              <a:gd name="connsiteY250" fmla="*/ 5333901 h 5641173"/>
              <a:gd name="connsiteX251" fmla="*/ 916854 w 11243827"/>
              <a:gd name="connsiteY251" fmla="*/ 5329435 h 5641173"/>
              <a:gd name="connsiteX252" fmla="*/ 905651 w 11243827"/>
              <a:gd name="connsiteY252" fmla="*/ 5332114 h 5641173"/>
              <a:gd name="connsiteX253" fmla="*/ 836961 w 11243827"/>
              <a:gd name="connsiteY253" fmla="*/ 5330803 h 5641173"/>
              <a:gd name="connsiteX254" fmla="*/ 817627 w 11243827"/>
              <a:gd name="connsiteY254" fmla="*/ 5330580 h 5641173"/>
              <a:gd name="connsiteX255" fmla="*/ 801817 w 11243827"/>
              <a:gd name="connsiteY255" fmla="*/ 5325937 h 5641173"/>
              <a:gd name="connsiteX256" fmla="*/ 798857 w 11243827"/>
              <a:gd name="connsiteY256" fmla="*/ 5320979 h 5641173"/>
              <a:gd name="connsiteX257" fmla="*/ 788354 w 11243827"/>
              <a:gd name="connsiteY257" fmla="*/ 5320143 h 5641173"/>
              <a:gd name="connsiteX258" fmla="*/ 785726 w 11243827"/>
              <a:gd name="connsiteY258" fmla="*/ 5318989 h 5641173"/>
              <a:gd name="connsiteX259" fmla="*/ 770507 w 11243827"/>
              <a:gd name="connsiteY259" fmla="*/ 5313309 h 5641173"/>
              <a:gd name="connsiteX260" fmla="*/ 733810 w 11243827"/>
              <a:gd name="connsiteY260" fmla="*/ 5324286 h 5641173"/>
              <a:gd name="connsiteX261" fmla="*/ 692117 w 11243827"/>
              <a:gd name="connsiteY261" fmla="*/ 5318786 h 5641173"/>
              <a:gd name="connsiteX262" fmla="*/ 574943 w 11243827"/>
              <a:gd name="connsiteY262" fmla="*/ 5327578 h 5641173"/>
              <a:gd name="connsiteX263" fmla="*/ 441302 w 11243827"/>
              <a:gd name="connsiteY263" fmla="*/ 5307062 h 5641173"/>
              <a:gd name="connsiteX264" fmla="*/ 336819 w 11243827"/>
              <a:gd name="connsiteY264" fmla="*/ 5336690 h 5641173"/>
              <a:gd name="connsiteX265" fmla="*/ 270932 w 11243827"/>
              <a:gd name="connsiteY265" fmla="*/ 5345451 h 5641173"/>
              <a:gd name="connsiteX266" fmla="*/ 194189 w 11243827"/>
              <a:gd name="connsiteY266" fmla="*/ 5343588 h 5641173"/>
              <a:gd name="connsiteX267" fmla="*/ 192552 w 11243827"/>
              <a:gd name="connsiteY267" fmla="*/ 5342845 h 5641173"/>
              <a:gd name="connsiteX268" fmla="*/ 178320 w 11243827"/>
              <a:gd name="connsiteY268" fmla="*/ 5343766 h 5641173"/>
              <a:gd name="connsiteX269" fmla="*/ 175596 w 11243827"/>
              <a:gd name="connsiteY269" fmla="*/ 5346411 h 5641173"/>
              <a:gd name="connsiteX270" fmla="*/ 147287 w 11243827"/>
              <a:gd name="connsiteY270" fmla="*/ 5352625 h 5641173"/>
              <a:gd name="connsiteX271" fmla="*/ 114847 w 11243827"/>
              <a:gd name="connsiteY271" fmla="*/ 5355844 h 5641173"/>
              <a:gd name="connsiteX272" fmla="*/ 114306 w 11243827"/>
              <a:gd name="connsiteY272" fmla="*/ 5354983 h 5641173"/>
              <a:gd name="connsiteX273" fmla="*/ 89264 w 11243827"/>
              <a:gd name="connsiteY273" fmla="*/ 5348886 h 5641173"/>
              <a:gd name="connsiteX274" fmla="*/ 49794 w 11243827"/>
              <a:gd name="connsiteY274" fmla="*/ 5329950 h 5641173"/>
              <a:gd name="connsiteX275" fmla="*/ 19924 w 11243827"/>
              <a:gd name="connsiteY275" fmla="*/ 5334282 h 5641173"/>
              <a:gd name="connsiteX276" fmla="*/ 13819 w 11243827"/>
              <a:gd name="connsiteY276" fmla="*/ 5334653 h 5641173"/>
              <a:gd name="connsiteX277" fmla="*/ 13657 w 11243827"/>
              <a:gd name="connsiteY277" fmla="*/ 5334455 h 5641173"/>
              <a:gd name="connsiteX278" fmla="*/ 7139 w 11243827"/>
              <a:gd name="connsiteY278" fmla="*/ 5334438 h 5641173"/>
              <a:gd name="connsiteX279" fmla="*/ 2684 w 11243827"/>
              <a:gd name="connsiteY279" fmla="*/ 5335333 h 5641173"/>
              <a:gd name="connsiteX280" fmla="*/ 0 w 11243827"/>
              <a:gd name="connsiteY280" fmla="*/ 5335496 h 5641173"/>
              <a:gd name="connsiteX281" fmla="*/ 0 w 11243827"/>
              <a:gd name="connsiteY281" fmla="*/ 10592 h 5641173"/>
              <a:gd name="connsiteX282" fmla="*/ 11243827 w 11243827"/>
              <a:gd name="connsiteY282"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45836 h 5641173"/>
              <a:gd name="connsiteX241" fmla="*/ 1073168 w 11243827"/>
              <a:gd name="connsiteY241" fmla="*/ 5341521 h 5641173"/>
              <a:gd name="connsiteX242" fmla="*/ 1058039 w 11243827"/>
              <a:gd name="connsiteY242" fmla="*/ 5343504 h 5641173"/>
              <a:gd name="connsiteX243" fmla="*/ 1055426 w 11243827"/>
              <a:gd name="connsiteY243" fmla="*/ 5339088 h 5641173"/>
              <a:gd name="connsiteX244" fmla="*/ 1044738 w 11243827"/>
              <a:gd name="connsiteY244" fmla="*/ 5333063 h 5641173"/>
              <a:gd name="connsiteX245" fmla="*/ 1033909 w 11243827"/>
              <a:gd name="connsiteY245" fmla="*/ 5335680 h 5641173"/>
              <a:gd name="connsiteX246" fmla="*/ 1012649 w 11243827"/>
              <a:gd name="connsiteY246" fmla="*/ 5334541 h 5641173"/>
              <a:gd name="connsiteX247" fmla="*/ 1007115 w 11243827"/>
              <a:gd name="connsiteY247" fmla="*/ 5332775 h 5641173"/>
              <a:gd name="connsiteX248" fmla="*/ 986002 w 11243827"/>
              <a:gd name="connsiteY248" fmla="*/ 5334906 h 5641173"/>
              <a:gd name="connsiteX249" fmla="*/ 953418 w 11243827"/>
              <a:gd name="connsiteY249" fmla="*/ 5333901 h 5641173"/>
              <a:gd name="connsiteX250" fmla="*/ 916854 w 11243827"/>
              <a:gd name="connsiteY250" fmla="*/ 5329435 h 5641173"/>
              <a:gd name="connsiteX251" fmla="*/ 905651 w 11243827"/>
              <a:gd name="connsiteY251" fmla="*/ 5332114 h 5641173"/>
              <a:gd name="connsiteX252" fmla="*/ 836961 w 11243827"/>
              <a:gd name="connsiteY252" fmla="*/ 5330803 h 5641173"/>
              <a:gd name="connsiteX253" fmla="*/ 817627 w 11243827"/>
              <a:gd name="connsiteY253" fmla="*/ 5330580 h 5641173"/>
              <a:gd name="connsiteX254" fmla="*/ 801817 w 11243827"/>
              <a:gd name="connsiteY254" fmla="*/ 5325937 h 5641173"/>
              <a:gd name="connsiteX255" fmla="*/ 798857 w 11243827"/>
              <a:gd name="connsiteY255" fmla="*/ 5320979 h 5641173"/>
              <a:gd name="connsiteX256" fmla="*/ 788354 w 11243827"/>
              <a:gd name="connsiteY256" fmla="*/ 5320143 h 5641173"/>
              <a:gd name="connsiteX257" fmla="*/ 785726 w 11243827"/>
              <a:gd name="connsiteY257" fmla="*/ 5318989 h 5641173"/>
              <a:gd name="connsiteX258" fmla="*/ 770507 w 11243827"/>
              <a:gd name="connsiteY258" fmla="*/ 5313309 h 5641173"/>
              <a:gd name="connsiteX259" fmla="*/ 733810 w 11243827"/>
              <a:gd name="connsiteY259" fmla="*/ 5324286 h 5641173"/>
              <a:gd name="connsiteX260" fmla="*/ 692117 w 11243827"/>
              <a:gd name="connsiteY260" fmla="*/ 5318786 h 5641173"/>
              <a:gd name="connsiteX261" fmla="*/ 574943 w 11243827"/>
              <a:gd name="connsiteY261" fmla="*/ 5327578 h 5641173"/>
              <a:gd name="connsiteX262" fmla="*/ 441302 w 11243827"/>
              <a:gd name="connsiteY262" fmla="*/ 5307062 h 5641173"/>
              <a:gd name="connsiteX263" fmla="*/ 336819 w 11243827"/>
              <a:gd name="connsiteY263" fmla="*/ 5336690 h 5641173"/>
              <a:gd name="connsiteX264" fmla="*/ 270932 w 11243827"/>
              <a:gd name="connsiteY264" fmla="*/ 5345451 h 5641173"/>
              <a:gd name="connsiteX265" fmla="*/ 194189 w 11243827"/>
              <a:gd name="connsiteY265" fmla="*/ 5343588 h 5641173"/>
              <a:gd name="connsiteX266" fmla="*/ 192552 w 11243827"/>
              <a:gd name="connsiteY266" fmla="*/ 5342845 h 5641173"/>
              <a:gd name="connsiteX267" fmla="*/ 178320 w 11243827"/>
              <a:gd name="connsiteY267" fmla="*/ 5343766 h 5641173"/>
              <a:gd name="connsiteX268" fmla="*/ 175596 w 11243827"/>
              <a:gd name="connsiteY268" fmla="*/ 5346411 h 5641173"/>
              <a:gd name="connsiteX269" fmla="*/ 147287 w 11243827"/>
              <a:gd name="connsiteY269" fmla="*/ 5352625 h 5641173"/>
              <a:gd name="connsiteX270" fmla="*/ 114847 w 11243827"/>
              <a:gd name="connsiteY270" fmla="*/ 5355844 h 5641173"/>
              <a:gd name="connsiteX271" fmla="*/ 114306 w 11243827"/>
              <a:gd name="connsiteY271" fmla="*/ 5354983 h 5641173"/>
              <a:gd name="connsiteX272" fmla="*/ 89264 w 11243827"/>
              <a:gd name="connsiteY272" fmla="*/ 5348886 h 5641173"/>
              <a:gd name="connsiteX273" fmla="*/ 49794 w 11243827"/>
              <a:gd name="connsiteY273" fmla="*/ 5329950 h 5641173"/>
              <a:gd name="connsiteX274" fmla="*/ 19924 w 11243827"/>
              <a:gd name="connsiteY274" fmla="*/ 5334282 h 5641173"/>
              <a:gd name="connsiteX275" fmla="*/ 13819 w 11243827"/>
              <a:gd name="connsiteY275" fmla="*/ 5334653 h 5641173"/>
              <a:gd name="connsiteX276" fmla="*/ 13657 w 11243827"/>
              <a:gd name="connsiteY276" fmla="*/ 5334455 h 5641173"/>
              <a:gd name="connsiteX277" fmla="*/ 7139 w 11243827"/>
              <a:gd name="connsiteY277" fmla="*/ 5334438 h 5641173"/>
              <a:gd name="connsiteX278" fmla="*/ 2684 w 11243827"/>
              <a:gd name="connsiteY278" fmla="*/ 5335333 h 5641173"/>
              <a:gd name="connsiteX279" fmla="*/ 0 w 11243827"/>
              <a:gd name="connsiteY279" fmla="*/ 5335496 h 5641173"/>
              <a:gd name="connsiteX280" fmla="*/ 0 w 11243827"/>
              <a:gd name="connsiteY280" fmla="*/ 10592 h 5641173"/>
              <a:gd name="connsiteX281" fmla="*/ 11243827 w 11243827"/>
              <a:gd name="connsiteY281"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45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6002 w 11243827"/>
              <a:gd name="connsiteY247" fmla="*/ 5334906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6002 w 11243827"/>
              <a:gd name="connsiteY247" fmla="*/ 5334906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7447 w 11243827"/>
              <a:gd name="connsiteY247" fmla="*/ 5346462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7447 w 11243827"/>
              <a:gd name="connsiteY247" fmla="*/ 5346462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8405 w 11243827"/>
              <a:gd name="connsiteY251" fmla="*/ 5339470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32830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32830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209610 h 5641173"/>
              <a:gd name="connsiteX3" fmla="*/ 11240675 w 11243827"/>
              <a:gd name="connsiteY3" fmla="*/ 5210442 h 5641173"/>
              <a:gd name="connsiteX4" fmla="*/ 11179959 w 11243827"/>
              <a:gd name="connsiteY4" fmla="*/ 5221199 h 5641173"/>
              <a:gd name="connsiteX5" fmla="*/ 11105493 w 11243827"/>
              <a:gd name="connsiteY5" fmla="*/ 5259905 h 5641173"/>
              <a:gd name="connsiteX6" fmla="*/ 11078640 w 11243827"/>
              <a:gd name="connsiteY6" fmla="*/ 5263531 h 5641173"/>
              <a:gd name="connsiteX7" fmla="*/ 11079616 w 11243827"/>
              <a:gd name="connsiteY7" fmla="*/ 5270380 h 5641173"/>
              <a:gd name="connsiteX8" fmla="*/ 11069641 w 11243827"/>
              <a:gd name="connsiteY8" fmla="*/ 5270884 h 5641173"/>
              <a:gd name="connsiteX9" fmla="*/ 11047377 w 11243827"/>
              <a:gd name="connsiteY9" fmla="*/ 5271051 h 5641173"/>
              <a:gd name="connsiteX10" fmla="*/ 10980705 w 11243827"/>
              <a:gd name="connsiteY10" fmla="*/ 5272951 h 5641173"/>
              <a:gd name="connsiteX11" fmla="*/ 10962514 w 11243827"/>
              <a:gd name="connsiteY11" fmla="*/ 5286084 h 5641173"/>
              <a:gd name="connsiteX12" fmla="*/ 10945307 w 11243827"/>
              <a:gd name="connsiteY12" fmla="*/ 5286290 h 5641173"/>
              <a:gd name="connsiteX13" fmla="*/ 10845516 w 11243827"/>
              <a:gd name="connsiteY13" fmla="*/ 5303894 h 5641173"/>
              <a:gd name="connsiteX14" fmla="*/ 10831795 w 11243827"/>
              <a:gd name="connsiteY14" fmla="*/ 5305210 h 5641173"/>
              <a:gd name="connsiteX15" fmla="*/ 10824365 w 11243827"/>
              <a:gd name="connsiteY15" fmla="*/ 5311111 h 5641173"/>
              <a:gd name="connsiteX16" fmla="*/ 10797756 w 11243827"/>
              <a:gd name="connsiteY16" fmla="*/ 5312285 h 5641173"/>
              <a:gd name="connsiteX17" fmla="*/ 10796525 w 11243827"/>
              <a:gd name="connsiteY17" fmla="*/ 5315645 h 5641173"/>
              <a:gd name="connsiteX18" fmla="*/ 10709063 w 11243827"/>
              <a:gd name="connsiteY18" fmla="*/ 5344492 h 5641173"/>
              <a:gd name="connsiteX19" fmla="*/ 10694078 w 11243827"/>
              <a:gd name="connsiteY19" fmla="*/ 5349258 h 5641173"/>
              <a:gd name="connsiteX20" fmla="*/ 10681131 w 11243827"/>
              <a:gd name="connsiteY20" fmla="*/ 5347812 h 5641173"/>
              <a:gd name="connsiteX21" fmla="*/ 10609448 w 11243827"/>
              <a:gd name="connsiteY21" fmla="*/ 5351931 h 5641173"/>
              <a:gd name="connsiteX22" fmla="*/ 10592397 w 11243827"/>
              <a:gd name="connsiteY22" fmla="*/ 5349402 h 5641173"/>
              <a:gd name="connsiteX23" fmla="*/ 10585227 w 11243827"/>
              <a:gd name="connsiteY23" fmla="*/ 5344063 h 5641173"/>
              <a:gd name="connsiteX24" fmla="*/ 10557472 w 11243827"/>
              <a:gd name="connsiteY24" fmla="*/ 5354151 h 5641173"/>
              <a:gd name="connsiteX25" fmla="*/ 10514646 w 11243827"/>
              <a:gd name="connsiteY25" fmla="*/ 5361064 h 5641173"/>
              <a:gd name="connsiteX26" fmla="*/ 10494292 w 11243827"/>
              <a:gd name="connsiteY26" fmla="*/ 5366054 h 5641173"/>
              <a:gd name="connsiteX27" fmla="*/ 10477869 w 11243827"/>
              <a:gd name="connsiteY27" fmla="*/ 5363025 h 5641173"/>
              <a:gd name="connsiteX28" fmla="*/ 10384411 w 11243827"/>
              <a:gd name="connsiteY28" fmla="*/ 5362257 h 5641173"/>
              <a:gd name="connsiteX29" fmla="*/ 10362921 w 11243827"/>
              <a:gd name="connsiteY29" fmla="*/ 5357444 h 5641173"/>
              <a:gd name="connsiteX30" fmla="*/ 10352736 w 11243827"/>
              <a:gd name="connsiteY30" fmla="*/ 5347851 h 5641173"/>
              <a:gd name="connsiteX31" fmla="*/ 10344754 w 11243827"/>
              <a:gd name="connsiteY31" fmla="*/ 5351272 h 5641173"/>
              <a:gd name="connsiteX32" fmla="*/ 10288226 w 11243827"/>
              <a:gd name="connsiteY32" fmla="*/ 5351613 h 5641173"/>
              <a:gd name="connsiteX33" fmla="*/ 10251350 w 11243827"/>
              <a:gd name="connsiteY33" fmla="*/ 5352711 h 5641173"/>
              <a:gd name="connsiteX34" fmla="*/ 10249108 w 11243827"/>
              <a:gd name="connsiteY34" fmla="*/ 5365881 h 5641173"/>
              <a:gd name="connsiteX35" fmla="*/ 10216272 w 11243827"/>
              <a:gd name="connsiteY35" fmla="*/ 5370573 h 5641173"/>
              <a:gd name="connsiteX36" fmla="*/ 10181278 w 11243827"/>
              <a:gd name="connsiteY36" fmla="*/ 5362119 h 5641173"/>
              <a:gd name="connsiteX37" fmla="*/ 10140033 w 11243827"/>
              <a:gd name="connsiteY37" fmla="*/ 5363304 h 5641173"/>
              <a:gd name="connsiteX38" fmla="*/ 10115353 w 11243827"/>
              <a:gd name="connsiteY38" fmla="*/ 5363869 h 5641173"/>
              <a:gd name="connsiteX39" fmla="*/ 10050578 w 11243827"/>
              <a:gd name="connsiteY39" fmla="*/ 5376153 h 5641173"/>
              <a:gd name="connsiteX40" fmla="*/ 9945478 w 11243827"/>
              <a:gd name="connsiteY40" fmla="*/ 5422859 h 5641173"/>
              <a:gd name="connsiteX41" fmla="*/ 9912481 w 11243827"/>
              <a:gd name="connsiteY41" fmla="*/ 5429477 h 5641173"/>
              <a:gd name="connsiteX42" fmla="*/ 9906713 w 11243827"/>
              <a:gd name="connsiteY42" fmla="*/ 5426784 h 5641173"/>
              <a:gd name="connsiteX43" fmla="*/ 9742436 w 11243827"/>
              <a:gd name="connsiteY43" fmla="*/ 5454834 h 5641173"/>
              <a:gd name="connsiteX44" fmla="*/ 9713044 w 11243827"/>
              <a:gd name="connsiteY44" fmla="*/ 5456476 h 5641173"/>
              <a:gd name="connsiteX45" fmla="*/ 9691033 w 11243827"/>
              <a:gd name="connsiteY45" fmla="*/ 5455451 h 5641173"/>
              <a:gd name="connsiteX46" fmla="*/ 9638355 w 11243827"/>
              <a:gd name="connsiteY46" fmla="*/ 5464794 h 5641173"/>
              <a:gd name="connsiteX47" fmla="*/ 9552434 w 11243827"/>
              <a:gd name="connsiteY47" fmla="*/ 5485280 h 5641173"/>
              <a:gd name="connsiteX48" fmla="*/ 9533883 w 11243827"/>
              <a:gd name="connsiteY48" fmla="*/ 5488516 h 5641173"/>
              <a:gd name="connsiteX49" fmla="*/ 9516916 w 11243827"/>
              <a:gd name="connsiteY49" fmla="*/ 5486828 h 5641173"/>
              <a:gd name="connsiteX50" fmla="*/ 9512093 w 11243827"/>
              <a:gd name="connsiteY50" fmla="*/ 5482541 h 5641173"/>
              <a:gd name="connsiteX51" fmla="*/ 9501725 w 11243827"/>
              <a:gd name="connsiteY51" fmla="*/ 5483603 h 5641173"/>
              <a:gd name="connsiteX52" fmla="*/ 9498754 w 11243827"/>
              <a:gd name="connsiteY52" fmla="*/ 5482951 h 5641173"/>
              <a:gd name="connsiteX53" fmla="*/ 9481932 w 11243827"/>
              <a:gd name="connsiteY53" fmla="*/ 5480151 h 5641173"/>
              <a:gd name="connsiteX54" fmla="*/ 9451321 w 11243827"/>
              <a:gd name="connsiteY54" fmla="*/ 5497375 h 5641173"/>
              <a:gd name="connsiteX55" fmla="*/ 9409298 w 11243827"/>
              <a:gd name="connsiteY55" fmla="*/ 5499478 h 5641173"/>
              <a:gd name="connsiteX56" fmla="*/ 9303056 w 11243827"/>
              <a:gd name="connsiteY56" fmla="*/ 5519093 h 5641173"/>
              <a:gd name="connsiteX57" fmla="*/ 9229078 w 11243827"/>
              <a:gd name="connsiteY57" fmla="*/ 5524154 h 5641173"/>
              <a:gd name="connsiteX58" fmla="*/ 9165105 w 11243827"/>
              <a:gd name="connsiteY58" fmla="*/ 5532892 h 5641173"/>
              <a:gd name="connsiteX59" fmla="*/ 9077301 w 11243827"/>
              <a:gd name="connsiteY59" fmla="*/ 5580356 h 5641173"/>
              <a:gd name="connsiteX60" fmla="*/ 8960065 w 11243827"/>
              <a:gd name="connsiteY60" fmla="*/ 5597982 h 5641173"/>
              <a:gd name="connsiteX61" fmla="*/ 8953536 w 11243827"/>
              <a:gd name="connsiteY61" fmla="*/ 5606638 h 5641173"/>
              <a:gd name="connsiteX62" fmla="*/ 8943907 w 11243827"/>
              <a:gd name="connsiteY62" fmla="*/ 5612541 h 5641173"/>
              <a:gd name="connsiteX63" fmla="*/ 8942046 w 11243827"/>
              <a:gd name="connsiteY63" fmla="*/ 5612112 h 5641173"/>
              <a:gd name="connsiteX64" fmla="*/ 8928824 w 11243827"/>
              <a:gd name="connsiteY64" fmla="*/ 5615549 h 5641173"/>
              <a:gd name="connsiteX65" fmla="*/ 8927294 w 11243827"/>
              <a:gd name="connsiteY65" fmla="*/ 5618607 h 5641173"/>
              <a:gd name="connsiteX66" fmla="*/ 8918651 w 11243827"/>
              <a:gd name="connsiteY66" fmla="*/ 5621688 h 5641173"/>
              <a:gd name="connsiteX67" fmla="*/ 8902772 w 11243827"/>
              <a:gd name="connsiteY67" fmla="*/ 5629703 h 5641173"/>
              <a:gd name="connsiteX68" fmla="*/ 8898724 w 11243827"/>
              <a:gd name="connsiteY68" fmla="*/ 5629379 h 5641173"/>
              <a:gd name="connsiteX69" fmla="*/ 8873099 w 11243827"/>
              <a:gd name="connsiteY69" fmla="*/ 5638628 h 5641173"/>
              <a:gd name="connsiteX70" fmla="*/ 8872234 w 11243827"/>
              <a:gd name="connsiteY70" fmla="*/ 5637889 h 5641173"/>
              <a:gd name="connsiteX71" fmla="*/ 8862777 w 11243827"/>
              <a:gd name="connsiteY71" fmla="*/ 5636711 h 5641173"/>
              <a:gd name="connsiteX72" fmla="*/ 8845869 w 11243827"/>
              <a:gd name="connsiteY72" fmla="*/ 5636436 h 5641173"/>
              <a:gd name="connsiteX73" fmla="*/ 8800548 w 11243827"/>
              <a:gd name="connsiteY73" fmla="*/ 5625084 h 5641173"/>
              <a:gd name="connsiteX74" fmla="*/ 8773774 w 11243827"/>
              <a:gd name="connsiteY74" fmla="*/ 5634630 h 5641173"/>
              <a:gd name="connsiteX75" fmla="*/ 8698255 w 11243827"/>
              <a:gd name="connsiteY75" fmla="*/ 5636083 h 5641173"/>
              <a:gd name="connsiteX76" fmla="*/ 8619167 w 11243827"/>
              <a:gd name="connsiteY76" fmla="*/ 5619130 h 5641173"/>
              <a:gd name="connsiteX77" fmla="*/ 8539822 w 11243827"/>
              <a:gd name="connsiteY77" fmla="*/ 5616905 h 5641173"/>
              <a:gd name="connsiteX78" fmla="*/ 8511094 w 11243827"/>
              <a:gd name="connsiteY78" fmla="*/ 5617360 h 5641173"/>
              <a:gd name="connsiteX79" fmla="*/ 8459886 w 11243827"/>
              <a:gd name="connsiteY79" fmla="*/ 5612612 h 5641173"/>
              <a:gd name="connsiteX80" fmla="*/ 8436432 w 11243827"/>
              <a:gd name="connsiteY80" fmla="*/ 5606990 h 5641173"/>
              <a:gd name="connsiteX81" fmla="*/ 8435403 w 11243827"/>
              <a:gd name="connsiteY81" fmla="*/ 5607336 h 5641173"/>
              <a:gd name="connsiteX82" fmla="*/ 8433307 w 11243827"/>
              <a:gd name="connsiteY82" fmla="*/ 5604917 h 5641173"/>
              <a:gd name="connsiteX83" fmla="*/ 8428968 w 11243827"/>
              <a:gd name="connsiteY83" fmla="*/ 5603796 h 5641173"/>
              <a:gd name="connsiteX84" fmla="*/ 8417124 w 11243827"/>
              <a:gd name="connsiteY84" fmla="*/ 5604518 h 5641173"/>
              <a:gd name="connsiteX85" fmla="*/ 8412669 w 11243827"/>
              <a:gd name="connsiteY85" fmla="*/ 5605413 h 5641173"/>
              <a:gd name="connsiteX86" fmla="*/ 8406152 w 11243827"/>
              <a:gd name="connsiteY86" fmla="*/ 5605396 h 5641173"/>
              <a:gd name="connsiteX87" fmla="*/ 8405989 w 11243827"/>
              <a:gd name="connsiteY87" fmla="*/ 5605197 h 5641173"/>
              <a:gd name="connsiteX88" fmla="*/ 8399884 w 11243827"/>
              <a:gd name="connsiteY88" fmla="*/ 5605568 h 5641173"/>
              <a:gd name="connsiteX89" fmla="*/ 8370014 w 11243827"/>
              <a:gd name="connsiteY89" fmla="*/ 5609900 h 5641173"/>
              <a:gd name="connsiteX90" fmla="*/ 8330544 w 11243827"/>
              <a:gd name="connsiteY90" fmla="*/ 5590964 h 5641173"/>
              <a:gd name="connsiteX91" fmla="*/ 8314221 w 11243827"/>
              <a:gd name="connsiteY91" fmla="*/ 5587682 h 5641173"/>
              <a:gd name="connsiteX92" fmla="*/ 8305502 w 11243827"/>
              <a:gd name="connsiteY92" fmla="*/ 5584868 h 5641173"/>
              <a:gd name="connsiteX93" fmla="*/ 8304962 w 11243827"/>
              <a:gd name="connsiteY93" fmla="*/ 5584007 h 5641173"/>
              <a:gd name="connsiteX94" fmla="*/ 8276324 w 11243827"/>
              <a:gd name="connsiteY94" fmla="*/ 5588260 h 5641173"/>
              <a:gd name="connsiteX95" fmla="*/ 8272522 w 11243827"/>
              <a:gd name="connsiteY95" fmla="*/ 5587226 h 5641173"/>
              <a:gd name="connsiteX96" fmla="*/ 8253857 w 11243827"/>
              <a:gd name="connsiteY96" fmla="*/ 5592043 h 5641173"/>
              <a:gd name="connsiteX97" fmla="*/ 8244212 w 11243827"/>
              <a:gd name="connsiteY97" fmla="*/ 5593439 h 5641173"/>
              <a:gd name="connsiteX98" fmla="*/ 8241488 w 11243827"/>
              <a:gd name="connsiteY98" fmla="*/ 5596085 h 5641173"/>
              <a:gd name="connsiteX99" fmla="*/ 8227256 w 11243827"/>
              <a:gd name="connsiteY99" fmla="*/ 5597005 h 5641173"/>
              <a:gd name="connsiteX100" fmla="*/ 8225619 w 11243827"/>
              <a:gd name="connsiteY100" fmla="*/ 5596262 h 5641173"/>
              <a:gd name="connsiteX101" fmla="*/ 8213882 w 11243827"/>
              <a:gd name="connsiteY101" fmla="*/ 5600179 h 5641173"/>
              <a:gd name="connsiteX102" fmla="*/ 8204045 w 11243827"/>
              <a:gd name="connsiteY102" fmla="*/ 5607275 h 5641173"/>
              <a:gd name="connsiteX103" fmla="*/ 8082989 w 11243827"/>
              <a:gd name="connsiteY103" fmla="*/ 5603160 h 5641173"/>
              <a:gd name="connsiteX104" fmla="*/ 7976942 w 11243827"/>
              <a:gd name="connsiteY104" fmla="*/ 5598455 h 5641173"/>
              <a:gd name="connsiteX105" fmla="*/ 7950121 w 11243827"/>
              <a:gd name="connsiteY105" fmla="*/ 5590893 h 5641173"/>
              <a:gd name="connsiteX106" fmla="*/ 7727691 w 11243827"/>
              <a:gd name="connsiteY106" fmla="*/ 5621064 h 5641173"/>
              <a:gd name="connsiteX107" fmla="*/ 7685998 w 11243827"/>
              <a:gd name="connsiteY107" fmla="*/ 5615564 h 5641173"/>
              <a:gd name="connsiteX108" fmla="*/ 7649302 w 11243827"/>
              <a:gd name="connsiteY108" fmla="*/ 5626541 h 5641173"/>
              <a:gd name="connsiteX109" fmla="*/ 7634083 w 11243827"/>
              <a:gd name="connsiteY109" fmla="*/ 5620862 h 5641173"/>
              <a:gd name="connsiteX110" fmla="*/ 7631455 w 11243827"/>
              <a:gd name="connsiteY110" fmla="*/ 5619708 h 5641173"/>
              <a:gd name="connsiteX111" fmla="*/ 7620952 w 11243827"/>
              <a:gd name="connsiteY111" fmla="*/ 5618872 h 5641173"/>
              <a:gd name="connsiteX112" fmla="*/ 7617992 w 11243827"/>
              <a:gd name="connsiteY112" fmla="*/ 5613914 h 5641173"/>
              <a:gd name="connsiteX113" fmla="*/ 7602182 w 11243827"/>
              <a:gd name="connsiteY113" fmla="*/ 5609271 h 5641173"/>
              <a:gd name="connsiteX114" fmla="*/ 7582847 w 11243827"/>
              <a:gd name="connsiteY114" fmla="*/ 5609047 h 5641173"/>
              <a:gd name="connsiteX115" fmla="*/ 7514158 w 11243827"/>
              <a:gd name="connsiteY115" fmla="*/ 5607737 h 5641173"/>
              <a:gd name="connsiteX116" fmla="*/ 7502955 w 11243827"/>
              <a:gd name="connsiteY116" fmla="*/ 5610415 h 5641173"/>
              <a:gd name="connsiteX117" fmla="*/ 7466391 w 11243827"/>
              <a:gd name="connsiteY117" fmla="*/ 5605949 h 5641173"/>
              <a:gd name="connsiteX118" fmla="*/ 7433806 w 11243827"/>
              <a:gd name="connsiteY118" fmla="*/ 5604945 h 5641173"/>
              <a:gd name="connsiteX119" fmla="*/ 7412693 w 11243827"/>
              <a:gd name="connsiteY119" fmla="*/ 5607075 h 5641173"/>
              <a:gd name="connsiteX120" fmla="*/ 7407159 w 11243827"/>
              <a:gd name="connsiteY120" fmla="*/ 5605310 h 5641173"/>
              <a:gd name="connsiteX121" fmla="*/ 7385900 w 11243827"/>
              <a:gd name="connsiteY121" fmla="*/ 5604171 h 5641173"/>
              <a:gd name="connsiteX122" fmla="*/ 7375071 w 11243827"/>
              <a:gd name="connsiteY122" fmla="*/ 5606788 h 5641173"/>
              <a:gd name="connsiteX123" fmla="*/ 7364382 w 11243827"/>
              <a:gd name="connsiteY123" fmla="*/ 5600762 h 5641173"/>
              <a:gd name="connsiteX124" fmla="*/ 7361770 w 11243827"/>
              <a:gd name="connsiteY124" fmla="*/ 5596347 h 5641173"/>
              <a:gd name="connsiteX125" fmla="*/ 7346641 w 11243827"/>
              <a:gd name="connsiteY125" fmla="*/ 5598329 h 5641173"/>
              <a:gd name="connsiteX126" fmla="*/ 7334238 w 11243827"/>
              <a:gd name="connsiteY126" fmla="*/ 5594014 h 5641173"/>
              <a:gd name="connsiteX127" fmla="*/ 7323426 w 11243827"/>
              <a:gd name="connsiteY127" fmla="*/ 5596835 h 5641173"/>
              <a:gd name="connsiteX128" fmla="*/ 7318938 w 11243827"/>
              <a:gd name="connsiteY128" fmla="*/ 5596200 h 5641173"/>
              <a:gd name="connsiteX129" fmla="*/ 7307784 w 11243827"/>
              <a:gd name="connsiteY129" fmla="*/ 5594065 h 5641173"/>
              <a:gd name="connsiteX130" fmla="*/ 7288540 w 11243827"/>
              <a:gd name="connsiteY130" fmla="*/ 5589320 h 5641173"/>
              <a:gd name="connsiteX131" fmla="*/ 7282537 w 11243827"/>
              <a:gd name="connsiteY131" fmla="*/ 5588660 h 5641173"/>
              <a:gd name="connsiteX132" fmla="*/ 7269466 w 11243827"/>
              <a:gd name="connsiteY132" fmla="*/ 5581404 h 5641173"/>
              <a:gd name="connsiteX133" fmla="*/ 7244165 w 11243827"/>
              <a:gd name="connsiteY133" fmla="*/ 5575200 h 5641173"/>
              <a:gd name="connsiteX134" fmla="*/ 7199619 w 11243827"/>
              <a:gd name="connsiteY134" fmla="*/ 5553550 h 5641173"/>
              <a:gd name="connsiteX135" fmla="*/ 7173434 w 11243827"/>
              <a:gd name="connsiteY135" fmla="*/ 5543219 h 5641173"/>
              <a:gd name="connsiteX136" fmla="*/ 7155718 w 11243827"/>
              <a:gd name="connsiteY136" fmla="*/ 5533697 h 5641173"/>
              <a:gd name="connsiteX137" fmla="*/ 7103430 w 11243827"/>
              <a:gd name="connsiteY137" fmla="*/ 5520249 h 5641173"/>
              <a:gd name="connsiteX138" fmla="*/ 7013746 w 11243827"/>
              <a:gd name="connsiteY138" fmla="*/ 5502470 h 5641173"/>
              <a:gd name="connsiteX139" fmla="*/ 6995379 w 11243827"/>
              <a:gd name="connsiteY139" fmla="*/ 5497693 h 5641173"/>
              <a:gd name="connsiteX140" fmla="*/ 6982475 w 11243827"/>
              <a:gd name="connsiteY140" fmla="*/ 5489641 h 5641173"/>
              <a:gd name="connsiteX141" fmla="*/ 6981994 w 11243827"/>
              <a:gd name="connsiteY141" fmla="*/ 5484335 h 5641173"/>
              <a:gd name="connsiteX142" fmla="*/ 6972355 w 11243827"/>
              <a:gd name="connsiteY142" fmla="*/ 5481074 h 5641173"/>
              <a:gd name="connsiteX143" fmla="*/ 6970394 w 11243827"/>
              <a:gd name="connsiteY143" fmla="*/ 5479383 h 5641173"/>
              <a:gd name="connsiteX144" fmla="*/ 6958543 w 11243827"/>
              <a:gd name="connsiteY144" fmla="*/ 5470507 h 5641173"/>
              <a:gd name="connsiteX145" fmla="*/ 6918276 w 11243827"/>
              <a:gd name="connsiteY145" fmla="*/ 5472034 h 5641173"/>
              <a:gd name="connsiteX146" fmla="*/ 6881046 w 11243827"/>
              <a:gd name="connsiteY146" fmla="*/ 5457070 h 5641173"/>
              <a:gd name="connsiteX147" fmla="*/ 6752164 w 11243827"/>
              <a:gd name="connsiteY147" fmla="*/ 5425021 h 5641173"/>
              <a:gd name="connsiteX148" fmla="*/ 6724964 w 11243827"/>
              <a:gd name="connsiteY148" fmla="*/ 5414071 h 5641173"/>
              <a:gd name="connsiteX149" fmla="*/ 6683286 w 11243827"/>
              <a:gd name="connsiteY149" fmla="*/ 5432830 h 5641173"/>
              <a:gd name="connsiteX150" fmla="*/ 6644277 w 11243827"/>
              <a:gd name="connsiteY150" fmla="*/ 5429684 h 5641173"/>
              <a:gd name="connsiteX151" fmla="*/ 6532914 w 11243827"/>
              <a:gd name="connsiteY151" fmla="*/ 5431205 h 5641173"/>
              <a:gd name="connsiteX152" fmla="*/ 6307459 w 11243827"/>
              <a:gd name="connsiteY152" fmla="*/ 5467087 h 5641173"/>
              <a:gd name="connsiteX153" fmla="*/ 6196243 w 11243827"/>
              <a:gd name="connsiteY153" fmla="*/ 5515042 h 5641173"/>
              <a:gd name="connsiteX154" fmla="*/ 6099124 w 11243827"/>
              <a:gd name="connsiteY154" fmla="*/ 5516848 h 5641173"/>
              <a:gd name="connsiteX155" fmla="*/ 6016077 w 11243827"/>
              <a:gd name="connsiteY155" fmla="*/ 5528642 h 5641173"/>
              <a:gd name="connsiteX156" fmla="*/ 6004389 w 11243827"/>
              <a:gd name="connsiteY156" fmla="*/ 5531206 h 5641173"/>
              <a:gd name="connsiteX157" fmla="*/ 5933945 w 11243827"/>
              <a:gd name="connsiteY157" fmla="*/ 5538840 h 5641173"/>
              <a:gd name="connsiteX158" fmla="*/ 5883936 w 11243827"/>
              <a:gd name="connsiteY158" fmla="*/ 5553807 h 5641173"/>
              <a:gd name="connsiteX159" fmla="*/ 5798331 w 11243827"/>
              <a:gd name="connsiteY159" fmla="*/ 5564248 h 5641173"/>
              <a:gd name="connsiteX160" fmla="*/ 5712738 w 11243827"/>
              <a:gd name="connsiteY160" fmla="*/ 5573120 h 5641173"/>
              <a:gd name="connsiteX161" fmla="*/ 5681342 w 11243827"/>
              <a:gd name="connsiteY161" fmla="*/ 5575621 h 5641173"/>
              <a:gd name="connsiteX162" fmla="*/ 5627167 w 11243827"/>
              <a:gd name="connsiteY162" fmla="*/ 5583215 h 5641173"/>
              <a:gd name="connsiteX163" fmla="*/ 5591414 w 11243827"/>
              <a:gd name="connsiteY163" fmla="*/ 5587695 h 5641173"/>
              <a:gd name="connsiteX164" fmla="*/ 5583028 w 11243827"/>
              <a:gd name="connsiteY164" fmla="*/ 5580877 h 5641173"/>
              <a:gd name="connsiteX165" fmla="*/ 5549426 w 11243827"/>
              <a:gd name="connsiteY165" fmla="*/ 5582858 h 5641173"/>
              <a:gd name="connsiteX166" fmla="*/ 5519999 w 11243827"/>
              <a:gd name="connsiteY166" fmla="*/ 5592246 h 5641173"/>
              <a:gd name="connsiteX167" fmla="*/ 5480028 w 11243827"/>
              <a:gd name="connsiteY167" fmla="*/ 5597282 h 5641173"/>
              <a:gd name="connsiteX168" fmla="*/ 5456175 w 11243827"/>
              <a:gd name="connsiteY168" fmla="*/ 5600371 h 5641173"/>
              <a:gd name="connsiteX169" fmla="*/ 5388463 w 11243827"/>
              <a:gd name="connsiteY169" fmla="*/ 5602638 h 5641173"/>
              <a:gd name="connsiteX170" fmla="*/ 5265898 w 11243827"/>
              <a:gd name="connsiteY170" fmla="*/ 5591830 h 5641173"/>
              <a:gd name="connsiteX171" fmla="*/ 5231231 w 11243827"/>
              <a:gd name="connsiteY171" fmla="*/ 5592790 h 5641173"/>
              <a:gd name="connsiteX172" fmla="*/ 5226996 w 11243827"/>
              <a:gd name="connsiteY172" fmla="*/ 5595040 h 5641173"/>
              <a:gd name="connsiteX173" fmla="*/ 5175988 w 11243827"/>
              <a:gd name="connsiteY173" fmla="*/ 5588131 h 5641173"/>
              <a:gd name="connsiteX174" fmla="*/ 5107470 w 11243827"/>
              <a:gd name="connsiteY174" fmla="*/ 5594771 h 5641173"/>
              <a:gd name="connsiteX175" fmla="*/ 5027868 w 11243827"/>
              <a:gd name="connsiteY175" fmla="*/ 5605624 h 5641173"/>
              <a:gd name="connsiteX176" fmla="*/ 5007324 w 11243827"/>
              <a:gd name="connsiteY176" fmla="*/ 5609209 h 5641173"/>
              <a:gd name="connsiteX177" fmla="*/ 4952559 w 11243827"/>
              <a:gd name="connsiteY177" fmla="*/ 5611402 h 5641173"/>
              <a:gd name="connsiteX178" fmla="*/ 4826081 w 11243827"/>
              <a:gd name="connsiteY178" fmla="*/ 5616191 h 5641173"/>
              <a:gd name="connsiteX179" fmla="*/ 4823501 w 11243827"/>
              <a:gd name="connsiteY179" fmla="*/ 5619174 h 5641173"/>
              <a:gd name="connsiteX180" fmla="*/ 4813093 w 11243827"/>
              <a:gd name="connsiteY180" fmla="*/ 5620026 h 5641173"/>
              <a:gd name="connsiteX181" fmla="*/ 4810563 w 11243827"/>
              <a:gd name="connsiteY181" fmla="*/ 5620787 h 5641173"/>
              <a:gd name="connsiteX182" fmla="*/ 4795818 w 11243827"/>
              <a:gd name="connsiteY182" fmla="*/ 5624618 h 5641173"/>
              <a:gd name="connsiteX183" fmla="*/ 4758404 w 11243827"/>
              <a:gd name="connsiteY183" fmla="*/ 5619510 h 5641173"/>
              <a:gd name="connsiteX184" fmla="*/ 4717254 w 11243827"/>
              <a:gd name="connsiteY184" fmla="*/ 5624155 h 5641173"/>
              <a:gd name="connsiteX185" fmla="*/ 4591958 w 11243827"/>
              <a:gd name="connsiteY185" fmla="*/ 5624710 h 5641173"/>
              <a:gd name="connsiteX186" fmla="*/ 4476215 w 11243827"/>
              <a:gd name="connsiteY186" fmla="*/ 5628210 h 5641173"/>
              <a:gd name="connsiteX187" fmla="*/ 4425193 w 11243827"/>
              <a:gd name="connsiteY187" fmla="*/ 5627414 h 5641173"/>
              <a:gd name="connsiteX188" fmla="*/ 4383866 w 11243827"/>
              <a:gd name="connsiteY188" fmla="*/ 5626546 h 5641173"/>
              <a:gd name="connsiteX189" fmla="*/ 4385596 w 11243827"/>
              <a:gd name="connsiteY189" fmla="*/ 5634646 h 5641173"/>
              <a:gd name="connsiteX190" fmla="*/ 4360864 w 11243827"/>
              <a:gd name="connsiteY190" fmla="*/ 5641173 h 5641173"/>
              <a:gd name="connsiteX191" fmla="*/ 4328321 w 11243827"/>
              <a:gd name="connsiteY191" fmla="*/ 5626332 h 5641173"/>
              <a:gd name="connsiteX192" fmla="*/ 4309842 w 11243827"/>
              <a:gd name="connsiteY192" fmla="*/ 5626471 h 5641173"/>
              <a:gd name="connsiteX193" fmla="*/ 4277424 w 11243827"/>
              <a:gd name="connsiteY193" fmla="*/ 5631598 h 5641173"/>
              <a:gd name="connsiteX194" fmla="*/ 4266627 w 11243827"/>
              <a:gd name="connsiteY194" fmla="*/ 5633969 h 5641173"/>
              <a:gd name="connsiteX195" fmla="*/ 4185525 w 11243827"/>
              <a:gd name="connsiteY195" fmla="*/ 5617508 h 5641173"/>
              <a:gd name="connsiteX196" fmla="*/ 4177617 w 11243827"/>
              <a:gd name="connsiteY196" fmla="*/ 5610903 h 5641173"/>
              <a:gd name="connsiteX197" fmla="*/ 4136948 w 11243827"/>
              <a:gd name="connsiteY197" fmla="*/ 5608031 h 5641173"/>
              <a:gd name="connsiteX198" fmla="*/ 4132323 w 11243827"/>
              <a:gd name="connsiteY198" fmla="*/ 5609784 h 5641173"/>
              <a:gd name="connsiteX199" fmla="*/ 4098620 w 11243827"/>
              <a:gd name="connsiteY199" fmla="*/ 5599672 h 5641173"/>
              <a:gd name="connsiteX200" fmla="*/ 3963475 w 11243827"/>
              <a:gd name="connsiteY200" fmla="*/ 5581841 h 5641173"/>
              <a:gd name="connsiteX201" fmla="*/ 3703613 w 11243827"/>
              <a:gd name="connsiteY201" fmla="*/ 5572482 h 5641173"/>
              <a:gd name="connsiteX202" fmla="*/ 3432987 w 11243827"/>
              <a:gd name="connsiteY202" fmla="*/ 5545768 h 5641173"/>
              <a:gd name="connsiteX203" fmla="*/ 3176381 w 11243827"/>
              <a:gd name="connsiteY203" fmla="*/ 5556110 h 5641173"/>
              <a:gd name="connsiteX204" fmla="*/ 2710156 w 11243827"/>
              <a:gd name="connsiteY204" fmla="*/ 5527517 h 5641173"/>
              <a:gd name="connsiteX205" fmla="*/ 2550206 w 11243827"/>
              <a:gd name="connsiteY205" fmla="*/ 5524958 h 5641173"/>
              <a:gd name="connsiteX206" fmla="*/ 2443041 w 11243827"/>
              <a:gd name="connsiteY206" fmla="*/ 5523990 h 5641173"/>
              <a:gd name="connsiteX207" fmla="*/ 2435613 w 11243827"/>
              <a:gd name="connsiteY207" fmla="*/ 5526704 h 5641173"/>
              <a:gd name="connsiteX208" fmla="*/ 2405682 w 11243827"/>
              <a:gd name="connsiteY208" fmla="*/ 5528307 h 5641173"/>
              <a:gd name="connsiteX209" fmla="*/ 2397487 w 11243827"/>
              <a:gd name="connsiteY209" fmla="*/ 5540337 h 5641173"/>
              <a:gd name="connsiteX210" fmla="*/ 2297454 w 11243827"/>
              <a:gd name="connsiteY210" fmla="*/ 5550765 h 5641173"/>
              <a:gd name="connsiteX211" fmla="*/ 2056700 w 11243827"/>
              <a:gd name="connsiteY211" fmla="*/ 5555489 h 5641173"/>
              <a:gd name="connsiteX212" fmla="*/ 1878530 w 11243827"/>
              <a:gd name="connsiteY212" fmla="*/ 5535330 h 5641173"/>
              <a:gd name="connsiteX213" fmla="*/ 1859292 w 11243827"/>
              <a:gd name="connsiteY213" fmla="*/ 5535461 h 5641173"/>
              <a:gd name="connsiteX214" fmla="*/ 1835626 w 11243827"/>
              <a:gd name="connsiteY214" fmla="*/ 5533793 h 5641173"/>
              <a:gd name="connsiteX215" fmla="*/ 1798939 w 11243827"/>
              <a:gd name="connsiteY215" fmla="*/ 5540285 h 5641173"/>
              <a:gd name="connsiteX216" fmla="*/ 1779046 w 11243827"/>
              <a:gd name="connsiteY216" fmla="*/ 5549949 h 5641173"/>
              <a:gd name="connsiteX217" fmla="*/ 1772421 w 11243827"/>
              <a:gd name="connsiteY217" fmla="*/ 5549018 h 5641173"/>
              <a:gd name="connsiteX218" fmla="*/ 1772052 w 11243827"/>
              <a:gd name="connsiteY218" fmla="*/ 5545689 h 5641173"/>
              <a:gd name="connsiteX219" fmla="*/ 1711543 w 11243827"/>
              <a:gd name="connsiteY219" fmla="*/ 5534558 h 5641173"/>
              <a:gd name="connsiteX220" fmla="*/ 1631462 w 11243827"/>
              <a:gd name="connsiteY220" fmla="*/ 5491807 h 5641173"/>
              <a:gd name="connsiteX221" fmla="*/ 1538763 w 11243827"/>
              <a:gd name="connsiteY221" fmla="*/ 5482781 h 5641173"/>
              <a:gd name="connsiteX222" fmla="*/ 1501533 w 11243827"/>
              <a:gd name="connsiteY222" fmla="*/ 5467817 h 5641173"/>
              <a:gd name="connsiteX223" fmla="*/ 1461266 w 11243827"/>
              <a:gd name="connsiteY223" fmla="*/ 5469343 h 5641173"/>
              <a:gd name="connsiteX224" fmla="*/ 1449415 w 11243827"/>
              <a:gd name="connsiteY224" fmla="*/ 5460467 h 5641173"/>
              <a:gd name="connsiteX225" fmla="*/ 1447454 w 11243827"/>
              <a:gd name="connsiteY225" fmla="*/ 5458776 h 5641173"/>
              <a:gd name="connsiteX226" fmla="*/ 1437814 w 11243827"/>
              <a:gd name="connsiteY226" fmla="*/ 5455515 h 5641173"/>
              <a:gd name="connsiteX227" fmla="*/ 1437334 w 11243827"/>
              <a:gd name="connsiteY227" fmla="*/ 5450209 h 5641173"/>
              <a:gd name="connsiteX228" fmla="*/ 1424429 w 11243827"/>
              <a:gd name="connsiteY228" fmla="*/ 5442157 h 5641173"/>
              <a:gd name="connsiteX229" fmla="*/ 1406063 w 11243827"/>
              <a:gd name="connsiteY229" fmla="*/ 5437380 h 5641173"/>
              <a:gd name="connsiteX230" fmla="*/ 1316379 w 11243827"/>
              <a:gd name="connsiteY230" fmla="*/ 5419601 h 5641173"/>
              <a:gd name="connsiteX231" fmla="*/ 1264090 w 11243827"/>
              <a:gd name="connsiteY231" fmla="*/ 5406153 h 5641173"/>
              <a:gd name="connsiteX232" fmla="*/ 1246374 w 11243827"/>
              <a:gd name="connsiteY232" fmla="*/ 5396631 h 5641173"/>
              <a:gd name="connsiteX233" fmla="*/ 1220190 w 11243827"/>
              <a:gd name="connsiteY233" fmla="*/ 5386301 h 5641173"/>
              <a:gd name="connsiteX234" fmla="*/ 1175643 w 11243827"/>
              <a:gd name="connsiteY234" fmla="*/ 5364651 h 5641173"/>
              <a:gd name="connsiteX235" fmla="*/ 1150342 w 11243827"/>
              <a:gd name="connsiteY235" fmla="*/ 5358447 h 5641173"/>
              <a:gd name="connsiteX236" fmla="*/ 1112024 w 11243827"/>
              <a:gd name="connsiteY236" fmla="*/ 5345786 h 5641173"/>
              <a:gd name="connsiteX237" fmla="*/ 1100870 w 11243827"/>
              <a:gd name="connsiteY237" fmla="*/ 5343651 h 5641173"/>
              <a:gd name="connsiteX238" fmla="*/ 1096383 w 11243827"/>
              <a:gd name="connsiteY238" fmla="*/ 5343015 h 5641173"/>
              <a:gd name="connsiteX239" fmla="*/ 1058039 w 11243827"/>
              <a:gd name="connsiteY239" fmla="*/ 5343504 h 5641173"/>
              <a:gd name="connsiteX240" fmla="*/ 1055426 w 11243827"/>
              <a:gd name="connsiteY240" fmla="*/ 5339088 h 5641173"/>
              <a:gd name="connsiteX241" fmla="*/ 1044738 w 11243827"/>
              <a:gd name="connsiteY241" fmla="*/ 5333063 h 5641173"/>
              <a:gd name="connsiteX242" fmla="*/ 1033909 w 11243827"/>
              <a:gd name="connsiteY242" fmla="*/ 5335680 h 5641173"/>
              <a:gd name="connsiteX243" fmla="*/ 1012649 w 11243827"/>
              <a:gd name="connsiteY243" fmla="*/ 5334541 h 5641173"/>
              <a:gd name="connsiteX244" fmla="*/ 1007115 w 11243827"/>
              <a:gd name="connsiteY244" fmla="*/ 5332775 h 5641173"/>
              <a:gd name="connsiteX245" fmla="*/ 987447 w 11243827"/>
              <a:gd name="connsiteY245" fmla="*/ 5346462 h 5641173"/>
              <a:gd name="connsiteX246" fmla="*/ 953418 w 11243827"/>
              <a:gd name="connsiteY246" fmla="*/ 5333901 h 5641173"/>
              <a:gd name="connsiteX247" fmla="*/ 916854 w 11243827"/>
              <a:gd name="connsiteY247" fmla="*/ 5329435 h 5641173"/>
              <a:gd name="connsiteX248" fmla="*/ 905651 w 11243827"/>
              <a:gd name="connsiteY248" fmla="*/ 5332114 h 5641173"/>
              <a:gd name="connsiteX249" fmla="*/ 838405 w 11243827"/>
              <a:gd name="connsiteY249" fmla="*/ 5339470 h 5641173"/>
              <a:gd name="connsiteX250" fmla="*/ 817627 w 11243827"/>
              <a:gd name="connsiteY250" fmla="*/ 5330580 h 5641173"/>
              <a:gd name="connsiteX251" fmla="*/ 801817 w 11243827"/>
              <a:gd name="connsiteY251" fmla="*/ 5325937 h 5641173"/>
              <a:gd name="connsiteX252" fmla="*/ 798857 w 11243827"/>
              <a:gd name="connsiteY252" fmla="*/ 5320979 h 5641173"/>
              <a:gd name="connsiteX253" fmla="*/ 788354 w 11243827"/>
              <a:gd name="connsiteY253" fmla="*/ 5320143 h 5641173"/>
              <a:gd name="connsiteX254" fmla="*/ 785726 w 11243827"/>
              <a:gd name="connsiteY254" fmla="*/ 5318989 h 5641173"/>
              <a:gd name="connsiteX255" fmla="*/ 770507 w 11243827"/>
              <a:gd name="connsiteY255" fmla="*/ 5313309 h 5641173"/>
              <a:gd name="connsiteX256" fmla="*/ 733810 w 11243827"/>
              <a:gd name="connsiteY256" fmla="*/ 5324286 h 5641173"/>
              <a:gd name="connsiteX257" fmla="*/ 692117 w 11243827"/>
              <a:gd name="connsiteY257" fmla="*/ 5318786 h 5641173"/>
              <a:gd name="connsiteX258" fmla="*/ 574943 w 11243827"/>
              <a:gd name="connsiteY258" fmla="*/ 5327578 h 5641173"/>
              <a:gd name="connsiteX259" fmla="*/ 441302 w 11243827"/>
              <a:gd name="connsiteY259" fmla="*/ 5307062 h 5641173"/>
              <a:gd name="connsiteX260" fmla="*/ 336819 w 11243827"/>
              <a:gd name="connsiteY260" fmla="*/ 5336690 h 5641173"/>
              <a:gd name="connsiteX261" fmla="*/ 270932 w 11243827"/>
              <a:gd name="connsiteY261" fmla="*/ 5345451 h 5641173"/>
              <a:gd name="connsiteX262" fmla="*/ 194189 w 11243827"/>
              <a:gd name="connsiteY262" fmla="*/ 5343588 h 5641173"/>
              <a:gd name="connsiteX263" fmla="*/ 192552 w 11243827"/>
              <a:gd name="connsiteY263" fmla="*/ 5342845 h 5641173"/>
              <a:gd name="connsiteX264" fmla="*/ 178320 w 11243827"/>
              <a:gd name="connsiteY264" fmla="*/ 5343766 h 5641173"/>
              <a:gd name="connsiteX265" fmla="*/ 175596 w 11243827"/>
              <a:gd name="connsiteY265" fmla="*/ 5346411 h 5641173"/>
              <a:gd name="connsiteX266" fmla="*/ 147287 w 11243827"/>
              <a:gd name="connsiteY266" fmla="*/ 5352625 h 5641173"/>
              <a:gd name="connsiteX267" fmla="*/ 114847 w 11243827"/>
              <a:gd name="connsiteY267" fmla="*/ 5355844 h 5641173"/>
              <a:gd name="connsiteX268" fmla="*/ 114306 w 11243827"/>
              <a:gd name="connsiteY268" fmla="*/ 5354983 h 5641173"/>
              <a:gd name="connsiteX269" fmla="*/ 89264 w 11243827"/>
              <a:gd name="connsiteY269" fmla="*/ 5348886 h 5641173"/>
              <a:gd name="connsiteX270" fmla="*/ 49794 w 11243827"/>
              <a:gd name="connsiteY270" fmla="*/ 5329950 h 5641173"/>
              <a:gd name="connsiteX271" fmla="*/ 19924 w 11243827"/>
              <a:gd name="connsiteY271" fmla="*/ 5334282 h 5641173"/>
              <a:gd name="connsiteX272" fmla="*/ 13819 w 11243827"/>
              <a:gd name="connsiteY272" fmla="*/ 5334653 h 5641173"/>
              <a:gd name="connsiteX273" fmla="*/ 13657 w 11243827"/>
              <a:gd name="connsiteY273" fmla="*/ 5334455 h 5641173"/>
              <a:gd name="connsiteX274" fmla="*/ 7139 w 11243827"/>
              <a:gd name="connsiteY274" fmla="*/ 5334438 h 5641173"/>
              <a:gd name="connsiteX275" fmla="*/ 2684 w 11243827"/>
              <a:gd name="connsiteY275" fmla="*/ 5335333 h 5641173"/>
              <a:gd name="connsiteX276" fmla="*/ 0 w 11243827"/>
              <a:gd name="connsiteY276" fmla="*/ 5335496 h 5641173"/>
              <a:gd name="connsiteX277" fmla="*/ 0 w 11243827"/>
              <a:gd name="connsiteY277" fmla="*/ 10592 h 5641173"/>
              <a:gd name="connsiteX278" fmla="*/ 11243827 w 11243827"/>
              <a:gd name="connsiteY278" fmla="*/ 0 h 5641173"/>
              <a:gd name="connsiteX0" fmla="*/ 11243827 w 11243827"/>
              <a:gd name="connsiteY0" fmla="*/ 0 h 5641173"/>
              <a:gd name="connsiteX1" fmla="*/ 11243827 w 11243827"/>
              <a:gd name="connsiteY1" fmla="*/ 5209610 h 5641173"/>
              <a:gd name="connsiteX2" fmla="*/ 11240675 w 11243827"/>
              <a:gd name="connsiteY2" fmla="*/ 5210442 h 5641173"/>
              <a:gd name="connsiteX3" fmla="*/ 11179959 w 11243827"/>
              <a:gd name="connsiteY3" fmla="*/ 5221199 h 5641173"/>
              <a:gd name="connsiteX4" fmla="*/ 11105493 w 11243827"/>
              <a:gd name="connsiteY4" fmla="*/ 5259905 h 5641173"/>
              <a:gd name="connsiteX5" fmla="*/ 11078640 w 11243827"/>
              <a:gd name="connsiteY5" fmla="*/ 5263531 h 5641173"/>
              <a:gd name="connsiteX6" fmla="*/ 11079616 w 11243827"/>
              <a:gd name="connsiteY6" fmla="*/ 5270380 h 5641173"/>
              <a:gd name="connsiteX7" fmla="*/ 11069641 w 11243827"/>
              <a:gd name="connsiteY7" fmla="*/ 5270884 h 5641173"/>
              <a:gd name="connsiteX8" fmla="*/ 11047377 w 11243827"/>
              <a:gd name="connsiteY8" fmla="*/ 5271051 h 5641173"/>
              <a:gd name="connsiteX9" fmla="*/ 10980705 w 11243827"/>
              <a:gd name="connsiteY9" fmla="*/ 5272951 h 5641173"/>
              <a:gd name="connsiteX10" fmla="*/ 10962514 w 11243827"/>
              <a:gd name="connsiteY10" fmla="*/ 5286084 h 5641173"/>
              <a:gd name="connsiteX11" fmla="*/ 10945307 w 11243827"/>
              <a:gd name="connsiteY11" fmla="*/ 5286290 h 5641173"/>
              <a:gd name="connsiteX12" fmla="*/ 10845516 w 11243827"/>
              <a:gd name="connsiteY12" fmla="*/ 5303894 h 5641173"/>
              <a:gd name="connsiteX13" fmla="*/ 10831795 w 11243827"/>
              <a:gd name="connsiteY13" fmla="*/ 5305210 h 5641173"/>
              <a:gd name="connsiteX14" fmla="*/ 10824365 w 11243827"/>
              <a:gd name="connsiteY14" fmla="*/ 5311111 h 5641173"/>
              <a:gd name="connsiteX15" fmla="*/ 10797756 w 11243827"/>
              <a:gd name="connsiteY15" fmla="*/ 5312285 h 5641173"/>
              <a:gd name="connsiteX16" fmla="*/ 10796525 w 11243827"/>
              <a:gd name="connsiteY16" fmla="*/ 5315645 h 5641173"/>
              <a:gd name="connsiteX17" fmla="*/ 10709063 w 11243827"/>
              <a:gd name="connsiteY17" fmla="*/ 5344492 h 5641173"/>
              <a:gd name="connsiteX18" fmla="*/ 10694078 w 11243827"/>
              <a:gd name="connsiteY18" fmla="*/ 5349258 h 5641173"/>
              <a:gd name="connsiteX19" fmla="*/ 10681131 w 11243827"/>
              <a:gd name="connsiteY19" fmla="*/ 5347812 h 5641173"/>
              <a:gd name="connsiteX20" fmla="*/ 10609448 w 11243827"/>
              <a:gd name="connsiteY20" fmla="*/ 5351931 h 5641173"/>
              <a:gd name="connsiteX21" fmla="*/ 10592397 w 11243827"/>
              <a:gd name="connsiteY21" fmla="*/ 5349402 h 5641173"/>
              <a:gd name="connsiteX22" fmla="*/ 10585227 w 11243827"/>
              <a:gd name="connsiteY22" fmla="*/ 5344063 h 5641173"/>
              <a:gd name="connsiteX23" fmla="*/ 10557472 w 11243827"/>
              <a:gd name="connsiteY23" fmla="*/ 5354151 h 5641173"/>
              <a:gd name="connsiteX24" fmla="*/ 10514646 w 11243827"/>
              <a:gd name="connsiteY24" fmla="*/ 5361064 h 5641173"/>
              <a:gd name="connsiteX25" fmla="*/ 10494292 w 11243827"/>
              <a:gd name="connsiteY25" fmla="*/ 5366054 h 5641173"/>
              <a:gd name="connsiteX26" fmla="*/ 10477869 w 11243827"/>
              <a:gd name="connsiteY26" fmla="*/ 5363025 h 5641173"/>
              <a:gd name="connsiteX27" fmla="*/ 10384411 w 11243827"/>
              <a:gd name="connsiteY27" fmla="*/ 5362257 h 5641173"/>
              <a:gd name="connsiteX28" fmla="*/ 10362921 w 11243827"/>
              <a:gd name="connsiteY28" fmla="*/ 5357444 h 5641173"/>
              <a:gd name="connsiteX29" fmla="*/ 10352736 w 11243827"/>
              <a:gd name="connsiteY29" fmla="*/ 5347851 h 5641173"/>
              <a:gd name="connsiteX30" fmla="*/ 10344754 w 11243827"/>
              <a:gd name="connsiteY30" fmla="*/ 5351272 h 5641173"/>
              <a:gd name="connsiteX31" fmla="*/ 10288226 w 11243827"/>
              <a:gd name="connsiteY31" fmla="*/ 5351613 h 5641173"/>
              <a:gd name="connsiteX32" fmla="*/ 10251350 w 11243827"/>
              <a:gd name="connsiteY32" fmla="*/ 5352711 h 5641173"/>
              <a:gd name="connsiteX33" fmla="*/ 10249108 w 11243827"/>
              <a:gd name="connsiteY33" fmla="*/ 5365881 h 5641173"/>
              <a:gd name="connsiteX34" fmla="*/ 10216272 w 11243827"/>
              <a:gd name="connsiteY34" fmla="*/ 5370573 h 5641173"/>
              <a:gd name="connsiteX35" fmla="*/ 10181278 w 11243827"/>
              <a:gd name="connsiteY35" fmla="*/ 5362119 h 5641173"/>
              <a:gd name="connsiteX36" fmla="*/ 10140033 w 11243827"/>
              <a:gd name="connsiteY36" fmla="*/ 5363304 h 5641173"/>
              <a:gd name="connsiteX37" fmla="*/ 10115353 w 11243827"/>
              <a:gd name="connsiteY37" fmla="*/ 5363869 h 5641173"/>
              <a:gd name="connsiteX38" fmla="*/ 10050578 w 11243827"/>
              <a:gd name="connsiteY38" fmla="*/ 5376153 h 5641173"/>
              <a:gd name="connsiteX39" fmla="*/ 9945478 w 11243827"/>
              <a:gd name="connsiteY39" fmla="*/ 5422859 h 5641173"/>
              <a:gd name="connsiteX40" fmla="*/ 9912481 w 11243827"/>
              <a:gd name="connsiteY40" fmla="*/ 5429477 h 5641173"/>
              <a:gd name="connsiteX41" fmla="*/ 9906713 w 11243827"/>
              <a:gd name="connsiteY41" fmla="*/ 5426784 h 5641173"/>
              <a:gd name="connsiteX42" fmla="*/ 9742436 w 11243827"/>
              <a:gd name="connsiteY42" fmla="*/ 5454834 h 5641173"/>
              <a:gd name="connsiteX43" fmla="*/ 9713044 w 11243827"/>
              <a:gd name="connsiteY43" fmla="*/ 5456476 h 5641173"/>
              <a:gd name="connsiteX44" fmla="*/ 9691033 w 11243827"/>
              <a:gd name="connsiteY44" fmla="*/ 5455451 h 5641173"/>
              <a:gd name="connsiteX45" fmla="*/ 9638355 w 11243827"/>
              <a:gd name="connsiteY45" fmla="*/ 5464794 h 5641173"/>
              <a:gd name="connsiteX46" fmla="*/ 9552434 w 11243827"/>
              <a:gd name="connsiteY46" fmla="*/ 5485280 h 5641173"/>
              <a:gd name="connsiteX47" fmla="*/ 9533883 w 11243827"/>
              <a:gd name="connsiteY47" fmla="*/ 5488516 h 5641173"/>
              <a:gd name="connsiteX48" fmla="*/ 9516916 w 11243827"/>
              <a:gd name="connsiteY48" fmla="*/ 5486828 h 5641173"/>
              <a:gd name="connsiteX49" fmla="*/ 9512093 w 11243827"/>
              <a:gd name="connsiteY49" fmla="*/ 5482541 h 5641173"/>
              <a:gd name="connsiteX50" fmla="*/ 9501725 w 11243827"/>
              <a:gd name="connsiteY50" fmla="*/ 5483603 h 5641173"/>
              <a:gd name="connsiteX51" fmla="*/ 9498754 w 11243827"/>
              <a:gd name="connsiteY51" fmla="*/ 5482951 h 5641173"/>
              <a:gd name="connsiteX52" fmla="*/ 9481932 w 11243827"/>
              <a:gd name="connsiteY52" fmla="*/ 5480151 h 5641173"/>
              <a:gd name="connsiteX53" fmla="*/ 9451321 w 11243827"/>
              <a:gd name="connsiteY53" fmla="*/ 5497375 h 5641173"/>
              <a:gd name="connsiteX54" fmla="*/ 9409298 w 11243827"/>
              <a:gd name="connsiteY54" fmla="*/ 5499478 h 5641173"/>
              <a:gd name="connsiteX55" fmla="*/ 9303056 w 11243827"/>
              <a:gd name="connsiteY55" fmla="*/ 5519093 h 5641173"/>
              <a:gd name="connsiteX56" fmla="*/ 9229078 w 11243827"/>
              <a:gd name="connsiteY56" fmla="*/ 5524154 h 5641173"/>
              <a:gd name="connsiteX57" fmla="*/ 9165105 w 11243827"/>
              <a:gd name="connsiteY57" fmla="*/ 5532892 h 5641173"/>
              <a:gd name="connsiteX58" fmla="*/ 9077301 w 11243827"/>
              <a:gd name="connsiteY58" fmla="*/ 5580356 h 5641173"/>
              <a:gd name="connsiteX59" fmla="*/ 8960065 w 11243827"/>
              <a:gd name="connsiteY59" fmla="*/ 5597982 h 5641173"/>
              <a:gd name="connsiteX60" fmla="*/ 8953536 w 11243827"/>
              <a:gd name="connsiteY60" fmla="*/ 5606638 h 5641173"/>
              <a:gd name="connsiteX61" fmla="*/ 8943907 w 11243827"/>
              <a:gd name="connsiteY61" fmla="*/ 5612541 h 5641173"/>
              <a:gd name="connsiteX62" fmla="*/ 8942046 w 11243827"/>
              <a:gd name="connsiteY62" fmla="*/ 5612112 h 5641173"/>
              <a:gd name="connsiteX63" fmla="*/ 8928824 w 11243827"/>
              <a:gd name="connsiteY63" fmla="*/ 5615549 h 5641173"/>
              <a:gd name="connsiteX64" fmla="*/ 8927294 w 11243827"/>
              <a:gd name="connsiteY64" fmla="*/ 5618607 h 5641173"/>
              <a:gd name="connsiteX65" fmla="*/ 8918651 w 11243827"/>
              <a:gd name="connsiteY65" fmla="*/ 5621688 h 5641173"/>
              <a:gd name="connsiteX66" fmla="*/ 8902772 w 11243827"/>
              <a:gd name="connsiteY66" fmla="*/ 5629703 h 5641173"/>
              <a:gd name="connsiteX67" fmla="*/ 8898724 w 11243827"/>
              <a:gd name="connsiteY67" fmla="*/ 5629379 h 5641173"/>
              <a:gd name="connsiteX68" fmla="*/ 8873099 w 11243827"/>
              <a:gd name="connsiteY68" fmla="*/ 5638628 h 5641173"/>
              <a:gd name="connsiteX69" fmla="*/ 8872234 w 11243827"/>
              <a:gd name="connsiteY69" fmla="*/ 5637889 h 5641173"/>
              <a:gd name="connsiteX70" fmla="*/ 8862777 w 11243827"/>
              <a:gd name="connsiteY70" fmla="*/ 5636711 h 5641173"/>
              <a:gd name="connsiteX71" fmla="*/ 8845869 w 11243827"/>
              <a:gd name="connsiteY71" fmla="*/ 5636436 h 5641173"/>
              <a:gd name="connsiteX72" fmla="*/ 8800548 w 11243827"/>
              <a:gd name="connsiteY72" fmla="*/ 5625084 h 5641173"/>
              <a:gd name="connsiteX73" fmla="*/ 8773774 w 11243827"/>
              <a:gd name="connsiteY73" fmla="*/ 5634630 h 5641173"/>
              <a:gd name="connsiteX74" fmla="*/ 8698255 w 11243827"/>
              <a:gd name="connsiteY74" fmla="*/ 5636083 h 5641173"/>
              <a:gd name="connsiteX75" fmla="*/ 8619167 w 11243827"/>
              <a:gd name="connsiteY75" fmla="*/ 5619130 h 5641173"/>
              <a:gd name="connsiteX76" fmla="*/ 8539822 w 11243827"/>
              <a:gd name="connsiteY76" fmla="*/ 5616905 h 5641173"/>
              <a:gd name="connsiteX77" fmla="*/ 8511094 w 11243827"/>
              <a:gd name="connsiteY77" fmla="*/ 5617360 h 5641173"/>
              <a:gd name="connsiteX78" fmla="*/ 8459886 w 11243827"/>
              <a:gd name="connsiteY78" fmla="*/ 5612612 h 5641173"/>
              <a:gd name="connsiteX79" fmla="*/ 8436432 w 11243827"/>
              <a:gd name="connsiteY79" fmla="*/ 5606990 h 5641173"/>
              <a:gd name="connsiteX80" fmla="*/ 8435403 w 11243827"/>
              <a:gd name="connsiteY80" fmla="*/ 5607336 h 5641173"/>
              <a:gd name="connsiteX81" fmla="*/ 8433307 w 11243827"/>
              <a:gd name="connsiteY81" fmla="*/ 5604917 h 5641173"/>
              <a:gd name="connsiteX82" fmla="*/ 8428968 w 11243827"/>
              <a:gd name="connsiteY82" fmla="*/ 5603796 h 5641173"/>
              <a:gd name="connsiteX83" fmla="*/ 8417124 w 11243827"/>
              <a:gd name="connsiteY83" fmla="*/ 5604518 h 5641173"/>
              <a:gd name="connsiteX84" fmla="*/ 8412669 w 11243827"/>
              <a:gd name="connsiteY84" fmla="*/ 5605413 h 5641173"/>
              <a:gd name="connsiteX85" fmla="*/ 8406152 w 11243827"/>
              <a:gd name="connsiteY85" fmla="*/ 5605396 h 5641173"/>
              <a:gd name="connsiteX86" fmla="*/ 8405989 w 11243827"/>
              <a:gd name="connsiteY86" fmla="*/ 5605197 h 5641173"/>
              <a:gd name="connsiteX87" fmla="*/ 8399884 w 11243827"/>
              <a:gd name="connsiteY87" fmla="*/ 5605568 h 5641173"/>
              <a:gd name="connsiteX88" fmla="*/ 8370014 w 11243827"/>
              <a:gd name="connsiteY88" fmla="*/ 5609900 h 5641173"/>
              <a:gd name="connsiteX89" fmla="*/ 8330544 w 11243827"/>
              <a:gd name="connsiteY89" fmla="*/ 5590964 h 5641173"/>
              <a:gd name="connsiteX90" fmla="*/ 8314221 w 11243827"/>
              <a:gd name="connsiteY90" fmla="*/ 5587682 h 5641173"/>
              <a:gd name="connsiteX91" fmla="*/ 8305502 w 11243827"/>
              <a:gd name="connsiteY91" fmla="*/ 5584868 h 5641173"/>
              <a:gd name="connsiteX92" fmla="*/ 8304962 w 11243827"/>
              <a:gd name="connsiteY92" fmla="*/ 5584007 h 5641173"/>
              <a:gd name="connsiteX93" fmla="*/ 8276324 w 11243827"/>
              <a:gd name="connsiteY93" fmla="*/ 5588260 h 5641173"/>
              <a:gd name="connsiteX94" fmla="*/ 8272522 w 11243827"/>
              <a:gd name="connsiteY94" fmla="*/ 5587226 h 5641173"/>
              <a:gd name="connsiteX95" fmla="*/ 8253857 w 11243827"/>
              <a:gd name="connsiteY95" fmla="*/ 5592043 h 5641173"/>
              <a:gd name="connsiteX96" fmla="*/ 8244212 w 11243827"/>
              <a:gd name="connsiteY96" fmla="*/ 5593439 h 5641173"/>
              <a:gd name="connsiteX97" fmla="*/ 8241488 w 11243827"/>
              <a:gd name="connsiteY97" fmla="*/ 5596085 h 5641173"/>
              <a:gd name="connsiteX98" fmla="*/ 8227256 w 11243827"/>
              <a:gd name="connsiteY98" fmla="*/ 5597005 h 5641173"/>
              <a:gd name="connsiteX99" fmla="*/ 8225619 w 11243827"/>
              <a:gd name="connsiteY99" fmla="*/ 5596262 h 5641173"/>
              <a:gd name="connsiteX100" fmla="*/ 8213882 w 11243827"/>
              <a:gd name="connsiteY100" fmla="*/ 5600179 h 5641173"/>
              <a:gd name="connsiteX101" fmla="*/ 8204045 w 11243827"/>
              <a:gd name="connsiteY101" fmla="*/ 5607275 h 5641173"/>
              <a:gd name="connsiteX102" fmla="*/ 8082989 w 11243827"/>
              <a:gd name="connsiteY102" fmla="*/ 5603160 h 5641173"/>
              <a:gd name="connsiteX103" fmla="*/ 7976942 w 11243827"/>
              <a:gd name="connsiteY103" fmla="*/ 5598455 h 5641173"/>
              <a:gd name="connsiteX104" fmla="*/ 7950121 w 11243827"/>
              <a:gd name="connsiteY104" fmla="*/ 5590893 h 5641173"/>
              <a:gd name="connsiteX105" fmla="*/ 7727691 w 11243827"/>
              <a:gd name="connsiteY105" fmla="*/ 5621064 h 5641173"/>
              <a:gd name="connsiteX106" fmla="*/ 7685998 w 11243827"/>
              <a:gd name="connsiteY106" fmla="*/ 5615564 h 5641173"/>
              <a:gd name="connsiteX107" fmla="*/ 7649302 w 11243827"/>
              <a:gd name="connsiteY107" fmla="*/ 5626541 h 5641173"/>
              <a:gd name="connsiteX108" fmla="*/ 7634083 w 11243827"/>
              <a:gd name="connsiteY108" fmla="*/ 5620862 h 5641173"/>
              <a:gd name="connsiteX109" fmla="*/ 7631455 w 11243827"/>
              <a:gd name="connsiteY109" fmla="*/ 5619708 h 5641173"/>
              <a:gd name="connsiteX110" fmla="*/ 7620952 w 11243827"/>
              <a:gd name="connsiteY110" fmla="*/ 5618872 h 5641173"/>
              <a:gd name="connsiteX111" fmla="*/ 7617992 w 11243827"/>
              <a:gd name="connsiteY111" fmla="*/ 5613914 h 5641173"/>
              <a:gd name="connsiteX112" fmla="*/ 7602182 w 11243827"/>
              <a:gd name="connsiteY112" fmla="*/ 5609271 h 5641173"/>
              <a:gd name="connsiteX113" fmla="*/ 7582847 w 11243827"/>
              <a:gd name="connsiteY113" fmla="*/ 5609047 h 5641173"/>
              <a:gd name="connsiteX114" fmla="*/ 7514158 w 11243827"/>
              <a:gd name="connsiteY114" fmla="*/ 5607737 h 5641173"/>
              <a:gd name="connsiteX115" fmla="*/ 7502955 w 11243827"/>
              <a:gd name="connsiteY115" fmla="*/ 5610415 h 5641173"/>
              <a:gd name="connsiteX116" fmla="*/ 7466391 w 11243827"/>
              <a:gd name="connsiteY116" fmla="*/ 5605949 h 5641173"/>
              <a:gd name="connsiteX117" fmla="*/ 7433806 w 11243827"/>
              <a:gd name="connsiteY117" fmla="*/ 5604945 h 5641173"/>
              <a:gd name="connsiteX118" fmla="*/ 7412693 w 11243827"/>
              <a:gd name="connsiteY118" fmla="*/ 5607075 h 5641173"/>
              <a:gd name="connsiteX119" fmla="*/ 7407159 w 11243827"/>
              <a:gd name="connsiteY119" fmla="*/ 5605310 h 5641173"/>
              <a:gd name="connsiteX120" fmla="*/ 7385900 w 11243827"/>
              <a:gd name="connsiteY120" fmla="*/ 5604171 h 5641173"/>
              <a:gd name="connsiteX121" fmla="*/ 7375071 w 11243827"/>
              <a:gd name="connsiteY121" fmla="*/ 5606788 h 5641173"/>
              <a:gd name="connsiteX122" fmla="*/ 7364382 w 11243827"/>
              <a:gd name="connsiteY122" fmla="*/ 5600762 h 5641173"/>
              <a:gd name="connsiteX123" fmla="*/ 7361770 w 11243827"/>
              <a:gd name="connsiteY123" fmla="*/ 5596347 h 5641173"/>
              <a:gd name="connsiteX124" fmla="*/ 7346641 w 11243827"/>
              <a:gd name="connsiteY124" fmla="*/ 5598329 h 5641173"/>
              <a:gd name="connsiteX125" fmla="*/ 7334238 w 11243827"/>
              <a:gd name="connsiteY125" fmla="*/ 5594014 h 5641173"/>
              <a:gd name="connsiteX126" fmla="*/ 7323426 w 11243827"/>
              <a:gd name="connsiteY126" fmla="*/ 5596835 h 5641173"/>
              <a:gd name="connsiteX127" fmla="*/ 7318938 w 11243827"/>
              <a:gd name="connsiteY127" fmla="*/ 5596200 h 5641173"/>
              <a:gd name="connsiteX128" fmla="*/ 7307784 w 11243827"/>
              <a:gd name="connsiteY128" fmla="*/ 5594065 h 5641173"/>
              <a:gd name="connsiteX129" fmla="*/ 7288540 w 11243827"/>
              <a:gd name="connsiteY129" fmla="*/ 5589320 h 5641173"/>
              <a:gd name="connsiteX130" fmla="*/ 7282537 w 11243827"/>
              <a:gd name="connsiteY130" fmla="*/ 5588660 h 5641173"/>
              <a:gd name="connsiteX131" fmla="*/ 7269466 w 11243827"/>
              <a:gd name="connsiteY131" fmla="*/ 5581404 h 5641173"/>
              <a:gd name="connsiteX132" fmla="*/ 7244165 w 11243827"/>
              <a:gd name="connsiteY132" fmla="*/ 5575200 h 5641173"/>
              <a:gd name="connsiteX133" fmla="*/ 7199619 w 11243827"/>
              <a:gd name="connsiteY133" fmla="*/ 5553550 h 5641173"/>
              <a:gd name="connsiteX134" fmla="*/ 7173434 w 11243827"/>
              <a:gd name="connsiteY134" fmla="*/ 5543219 h 5641173"/>
              <a:gd name="connsiteX135" fmla="*/ 7155718 w 11243827"/>
              <a:gd name="connsiteY135" fmla="*/ 5533697 h 5641173"/>
              <a:gd name="connsiteX136" fmla="*/ 7103430 w 11243827"/>
              <a:gd name="connsiteY136" fmla="*/ 5520249 h 5641173"/>
              <a:gd name="connsiteX137" fmla="*/ 7013746 w 11243827"/>
              <a:gd name="connsiteY137" fmla="*/ 5502470 h 5641173"/>
              <a:gd name="connsiteX138" fmla="*/ 6995379 w 11243827"/>
              <a:gd name="connsiteY138" fmla="*/ 5497693 h 5641173"/>
              <a:gd name="connsiteX139" fmla="*/ 6982475 w 11243827"/>
              <a:gd name="connsiteY139" fmla="*/ 5489641 h 5641173"/>
              <a:gd name="connsiteX140" fmla="*/ 6981994 w 11243827"/>
              <a:gd name="connsiteY140" fmla="*/ 5484335 h 5641173"/>
              <a:gd name="connsiteX141" fmla="*/ 6972355 w 11243827"/>
              <a:gd name="connsiteY141" fmla="*/ 5481074 h 5641173"/>
              <a:gd name="connsiteX142" fmla="*/ 6970394 w 11243827"/>
              <a:gd name="connsiteY142" fmla="*/ 5479383 h 5641173"/>
              <a:gd name="connsiteX143" fmla="*/ 6958543 w 11243827"/>
              <a:gd name="connsiteY143" fmla="*/ 5470507 h 5641173"/>
              <a:gd name="connsiteX144" fmla="*/ 6918276 w 11243827"/>
              <a:gd name="connsiteY144" fmla="*/ 5472034 h 5641173"/>
              <a:gd name="connsiteX145" fmla="*/ 6881046 w 11243827"/>
              <a:gd name="connsiteY145" fmla="*/ 5457070 h 5641173"/>
              <a:gd name="connsiteX146" fmla="*/ 6752164 w 11243827"/>
              <a:gd name="connsiteY146" fmla="*/ 5425021 h 5641173"/>
              <a:gd name="connsiteX147" fmla="*/ 6724964 w 11243827"/>
              <a:gd name="connsiteY147" fmla="*/ 5414071 h 5641173"/>
              <a:gd name="connsiteX148" fmla="*/ 6683286 w 11243827"/>
              <a:gd name="connsiteY148" fmla="*/ 5432830 h 5641173"/>
              <a:gd name="connsiteX149" fmla="*/ 6644277 w 11243827"/>
              <a:gd name="connsiteY149" fmla="*/ 5429684 h 5641173"/>
              <a:gd name="connsiteX150" fmla="*/ 6532914 w 11243827"/>
              <a:gd name="connsiteY150" fmla="*/ 5431205 h 5641173"/>
              <a:gd name="connsiteX151" fmla="*/ 6307459 w 11243827"/>
              <a:gd name="connsiteY151" fmla="*/ 5467087 h 5641173"/>
              <a:gd name="connsiteX152" fmla="*/ 6196243 w 11243827"/>
              <a:gd name="connsiteY152" fmla="*/ 5515042 h 5641173"/>
              <a:gd name="connsiteX153" fmla="*/ 6099124 w 11243827"/>
              <a:gd name="connsiteY153" fmla="*/ 5516848 h 5641173"/>
              <a:gd name="connsiteX154" fmla="*/ 6016077 w 11243827"/>
              <a:gd name="connsiteY154" fmla="*/ 5528642 h 5641173"/>
              <a:gd name="connsiteX155" fmla="*/ 6004389 w 11243827"/>
              <a:gd name="connsiteY155" fmla="*/ 5531206 h 5641173"/>
              <a:gd name="connsiteX156" fmla="*/ 5933945 w 11243827"/>
              <a:gd name="connsiteY156" fmla="*/ 5538840 h 5641173"/>
              <a:gd name="connsiteX157" fmla="*/ 5883936 w 11243827"/>
              <a:gd name="connsiteY157" fmla="*/ 5553807 h 5641173"/>
              <a:gd name="connsiteX158" fmla="*/ 5798331 w 11243827"/>
              <a:gd name="connsiteY158" fmla="*/ 5564248 h 5641173"/>
              <a:gd name="connsiteX159" fmla="*/ 5712738 w 11243827"/>
              <a:gd name="connsiteY159" fmla="*/ 5573120 h 5641173"/>
              <a:gd name="connsiteX160" fmla="*/ 5681342 w 11243827"/>
              <a:gd name="connsiteY160" fmla="*/ 5575621 h 5641173"/>
              <a:gd name="connsiteX161" fmla="*/ 5627167 w 11243827"/>
              <a:gd name="connsiteY161" fmla="*/ 5583215 h 5641173"/>
              <a:gd name="connsiteX162" fmla="*/ 5591414 w 11243827"/>
              <a:gd name="connsiteY162" fmla="*/ 5587695 h 5641173"/>
              <a:gd name="connsiteX163" fmla="*/ 5583028 w 11243827"/>
              <a:gd name="connsiteY163" fmla="*/ 5580877 h 5641173"/>
              <a:gd name="connsiteX164" fmla="*/ 5549426 w 11243827"/>
              <a:gd name="connsiteY164" fmla="*/ 5582858 h 5641173"/>
              <a:gd name="connsiteX165" fmla="*/ 5519999 w 11243827"/>
              <a:gd name="connsiteY165" fmla="*/ 5592246 h 5641173"/>
              <a:gd name="connsiteX166" fmla="*/ 5480028 w 11243827"/>
              <a:gd name="connsiteY166" fmla="*/ 5597282 h 5641173"/>
              <a:gd name="connsiteX167" fmla="*/ 5456175 w 11243827"/>
              <a:gd name="connsiteY167" fmla="*/ 5600371 h 5641173"/>
              <a:gd name="connsiteX168" fmla="*/ 5388463 w 11243827"/>
              <a:gd name="connsiteY168" fmla="*/ 5602638 h 5641173"/>
              <a:gd name="connsiteX169" fmla="*/ 5265898 w 11243827"/>
              <a:gd name="connsiteY169" fmla="*/ 5591830 h 5641173"/>
              <a:gd name="connsiteX170" fmla="*/ 5231231 w 11243827"/>
              <a:gd name="connsiteY170" fmla="*/ 5592790 h 5641173"/>
              <a:gd name="connsiteX171" fmla="*/ 5226996 w 11243827"/>
              <a:gd name="connsiteY171" fmla="*/ 5595040 h 5641173"/>
              <a:gd name="connsiteX172" fmla="*/ 5175988 w 11243827"/>
              <a:gd name="connsiteY172" fmla="*/ 5588131 h 5641173"/>
              <a:gd name="connsiteX173" fmla="*/ 5107470 w 11243827"/>
              <a:gd name="connsiteY173" fmla="*/ 5594771 h 5641173"/>
              <a:gd name="connsiteX174" fmla="*/ 5027868 w 11243827"/>
              <a:gd name="connsiteY174" fmla="*/ 5605624 h 5641173"/>
              <a:gd name="connsiteX175" fmla="*/ 5007324 w 11243827"/>
              <a:gd name="connsiteY175" fmla="*/ 5609209 h 5641173"/>
              <a:gd name="connsiteX176" fmla="*/ 4952559 w 11243827"/>
              <a:gd name="connsiteY176" fmla="*/ 5611402 h 5641173"/>
              <a:gd name="connsiteX177" fmla="*/ 4826081 w 11243827"/>
              <a:gd name="connsiteY177" fmla="*/ 5616191 h 5641173"/>
              <a:gd name="connsiteX178" fmla="*/ 4823501 w 11243827"/>
              <a:gd name="connsiteY178" fmla="*/ 5619174 h 5641173"/>
              <a:gd name="connsiteX179" fmla="*/ 4813093 w 11243827"/>
              <a:gd name="connsiteY179" fmla="*/ 5620026 h 5641173"/>
              <a:gd name="connsiteX180" fmla="*/ 4810563 w 11243827"/>
              <a:gd name="connsiteY180" fmla="*/ 5620787 h 5641173"/>
              <a:gd name="connsiteX181" fmla="*/ 4795818 w 11243827"/>
              <a:gd name="connsiteY181" fmla="*/ 5624618 h 5641173"/>
              <a:gd name="connsiteX182" fmla="*/ 4758404 w 11243827"/>
              <a:gd name="connsiteY182" fmla="*/ 5619510 h 5641173"/>
              <a:gd name="connsiteX183" fmla="*/ 4717254 w 11243827"/>
              <a:gd name="connsiteY183" fmla="*/ 5624155 h 5641173"/>
              <a:gd name="connsiteX184" fmla="*/ 4591958 w 11243827"/>
              <a:gd name="connsiteY184" fmla="*/ 5624710 h 5641173"/>
              <a:gd name="connsiteX185" fmla="*/ 4476215 w 11243827"/>
              <a:gd name="connsiteY185" fmla="*/ 5628210 h 5641173"/>
              <a:gd name="connsiteX186" fmla="*/ 4425193 w 11243827"/>
              <a:gd name="connsiteY186" fmla="*/ 5627414 h 5641173"/>
              <a:gd name="connsiteX187" fmla="*/ 4383866 w 11243827"/>
              <a:gd name="connsiteY187" fmla="*/ 5626546 h 5641173"/>
              <a:gd name="connsiteX188" fmla="*/ 4385596 w 11243827"/>
              <a:gd name="connsiteY188" fmla="*/ 5634646 h 5641173"/>
              <a:gd name="connsiteX189" fmla="*/ 4360864 w 11243827"/>
              <a:gd name="connsiteY189" fmla="*/ 5641173 h 5641173"/>
              <a:gd name="connsiteX190" fmla="*/ 4328321 w 11243827"/>
              <a:gd name="connsiteY190" fmla="*/ 5626332 h 5641173"/>
              <a:gd name="connsiteX191" fmla="*/ 4309842 w 11243827"/>
              <a:gd name="connsiteY191" fmla="*/ 5626471 h 5641173"/>
              <a:gd name="connsiteX192" fmla="*/ 4277424 w 11243827"/>
              <a:gd name="connsiteY192" fmla="*/ 5631598 h 5641173"/>
              <a:gd name="connsiteX193" fmla="*/ 4266627 w 11243827"/>
              <a:gd name="connsiteY193" fmla="*/ 5633969 h 5641173"/>
              <a:gd name="connsiteX194" fmla="*/ 4185525 w 11243827"/>
              <a:gd name="connsiteY194" fmla="*/ 5617508 h 5641173"/>
              <a:gd name="connsiteX195" fmla="*/ 4177617 w 11243827"/>
              <a:gd name="connsiteY195" fmla="*/ 5610903 h 5641173"/>
              <a:gd name="connsiteX196" fmla="*/ 4136948 w 11243827"/>
              <a:gd name="connsiteY196" fmla="*/ 5608031 h 5641173"/>
              <a:gd name="connsiteX197" fmla="*/ 4132323 w 11243827"/>
              <a:gd name="connsiteY197" fmla="*/ 5609784 h 5641173"/>
              <a:gd name="connsiteX198" fmla="*/ 4098620 w 11243827"/>
              <a:gd name="connsiteY198" fmla="*/ 5599672 h 5641173"/>
              <a:gd name="connsiteX199" fmla="*/ 3963475 w 11243827"/>
              <a:gd name="connsiteY199" fmla="*/ 5581841 h 5641173"/>
              <a:gd name="connsiteX200" fmla="*/ 3703613 w 11243827"/>
              <a:gd name="connsiteY200" fmla="*/ 5572482 h 5641173"/>
              <a:gd name="connsiteX201" fmla="*/ 3432987 w 11243827"/>
              <a:gd name="connsiteY201" fmla="*/ 5545768 h 5641173"/>
              <a:gd name="connsiteX202" fmla="*/ 3176381 w 11243827"/>
              <a:gd name="connsiteY202" fmla="*/ 5556110 h 5641173"/>
              <a:gd name="connsiteX203" fmla="*/ 2710156 w 11243827"/>
              <a:gd name="connsiteY203" fmla="*/ 5527517 h 5641173"/>
              <a:gd name="connsiteX204" fmla="*/ 2550206 w 11243827"/>
              <a:gd name="connsiteY204" fmla="*/ 5524958 h 5641173"/>
              <a:gd name="connsiteX205" fmla="*/ 2443041 w 11243827"/>
              <a:gd name="connsiteY205" fmla="*/ 5523990 h 5641173"/>
              <a:gd name="connsiteX206" fmla="*/ 2435613 w 11243827"/>
              <a:gd name="connsiteY206" fmla="*/ 5526704 h 5641173"/>
              <a:gd name="connsiteX207" fmla="*/ 2405682 w 11243827"/>
              <a:gd name="connsiteY207" fmla="*/ 5528307 h 5641173"/>
              <a:gd name="connsiteX208" fmla="*/ 2397487 w 11243827"/>
              <a:gd name="connsiteY208" fmla="*/ 5540337 h 5641173"/>
              <a:gd name="connsiteX209" fmla="*/ 2297454 w 11243827"/>
              <a:gd name="connsiteY209" fmla="*/ 5550765 h 5641173"/>
              <a:gd name="connsiteX210" fmla="*/ 2056700 w 11243827"/>
              <a:gd name="connsiteY210" fmla="*/ 5555489 h 5641173"/>
              <a:gd name="connsiteX211" fmla="*/ 1878530 w 11243827"/>
              <a:gd name="connsiteY211" fmla="*/ 5535330 h 5641173"/>
              <a:gd name="connsiteX212" fmla="*/ 1859292 w 11243827"/>
              <a:gd name="connsiteY212" fmla="*/ 5535461 h 5641173"/>
              <a:gd name="connsiteX213" fmla="*/ 1835626 w 11243827"/>
              <a:gd name="connsiteY213" fmla="*/ 5533793 h 5641173"/>
              <a:gd name="connsiteX214" fmla="*/ 1798939 w 11243827"/>
              <a:gd name="connsiteY214" fmla="*/ 5540285 h 5641173"/>
              <a:gd name="connsiteX215" fmla="*/ 1779046 w 11243827"/>
              <a:gd name="connsiteY215" fmla="*/ 5549949 h 5641173"/>
              <a:gd name="connsiteX216" fmla="*/ 1772421 w 11243827"/>
              <a:gd name="connsiteY216" fmla="*/ 5549018 h 5641173"/>
              <a:gd name="connsiteX217" fmla="*/ 1772052 w 11243827"/>
              <a:gd name="connsiteY217" fmla="*/ 5545689 h 5641173"/>
              <a:gd name="connsiteX218" fmla="*/ 1711543 w 11243827"/>
              <a:gd name="connsiteY218" fmla="*/ 5534558 h 5641173"/>
              <a:gd name="connsiteX219" fmla="*/ 1631462 w 11243827"/>
              <a:gd name="connsiteY219" fmla="*/ 5491807 h 5641173"/>
              <a:gd name="connsiteX220" fmla="*/ 1538763 w 11243827"/>
              <a:gd name="connsiteY220" fmla="*/ 5482781 h 5641173"/>
              <a:gd name="connsiteX221" fmla="*/ 1501533 w 11243827"/>
              <a:gd name="connsiteY221" fmla="*/ 5467817 h 5641173"/>
              <a:gd name="connsiteX222" fmla="*/ 1461266 w 11243827"/>
              <a:gd name="connsiteY222" fmla="*/ 5469343 h 5641173"/>
              <a:gd name="connsiteX223" fmla="*/ 1449415 w 11243827"/>
              <a:gd name="connsiteY223" fmla="*/ 5460467 h 5641173"/>
              <a:gd name="connsiteX224" fmla="*/ 1447454 w 11243827"/>
              <a:gd name="connsiteY224" fmla="*/ 5458776 h 5641173"/>
              <a:gd name="connsiteX225" fmla="*/ 1437814 w 11243827"/>
              <a:gd name="connsiteY225" fmla="*/ 5455515 h 5641173"/>
              <a:gd name="connsiteX226" fmla="*/ 1437334 w 11243827"/>
              <a:gd name="connsiteY226" fmla="*/ 5450209 h 5641173"/>
              <a:gd name="connsiteX227" fmla="*/ 1424429 w 11243827"/>
              <a:gd name="connsiteY227" fmla="*/ 5442157 h 5641173"/>
              <a:gd name="connsiteX228" fmla="*/ 1406063 w 11243827"/>
              <a:gd name="connsiteY228" fmla="*/ 5437380 h 5641173"/>
              <a:gd name="connsiteX229" fmla="*/ 1316379 w 11243827"/>
              <a:gd name="connsiteY229" fmla="*/ 5419601 h 5641173"/>
              <a:gd name="connsiteX230" fmla="*/ 1264090 w 11243827"/>
              <a:gd name="connsiteY230" fmla="*/ 5406153 h 5641173"/>
              <a:gd name="connsiteX231" fmla="*/ 1246374 w 11243827"/>
              <a:gd name="connsiteY231" fmla="*/ 5396631 h 5641173"/>
              <a:gd name="connsiteX232" fmla="*/ 1220190 w 11243827"/>
              <a:gd name="connsiteY232" fmla="*/ 5386301 h 5641173"/>
              <a:gd name="connsiteX233" fmla="*/ 1175643 w 11243827"/>
              <a:gd name="connsiteY233" fmla="*/ 5364651 h 5641173"/>
              <a:gd name="connsiteX234" fmla="*/ 1150342 w 11243827"/>
              <a:gd name="connsiteY234" fmla="*/ 5358447 h 5641173"/>
              <a:gd name="connsiteX235" fmla="*/ 1112024 w 11243827"/>
              <a:gd name="connsiteY235" fmla="*/ 5345786 h 5641173"/>
              <a:gd name="connsiteX236" fmla="*/ 1100870 w 11243827"/>
              <a:gd name="connsiteY236" fmla="*/ 5343651 h 5641173"/>
              <a:gd name="connsiteX237" fmla="*/ 1096383 w 11243827"/>
              <a:gd name="connsiteY237" fmla="*/ 5343015 h 5641173"/>
              <a:gd name="connsiteX238" fmla="*/ 1058039 w 11243827"/>
              <a:gd name="connsiteY238" fmla="*/ 5343504 h 5641173"/>
              <a:gd name="connsiteX239" fmla="*/ 1055426 w 11243827"/>
              <a:gd name="connsiteY239" fmla="*/ 5339088 h 5641173"/>
              <a:gd name="connsiteX240" fmla="*/ 1044738 w 11243827"/>
              <a:gd name="connsiteY240" fmla="*/ 5333063 h 5641173"/>
              <a:gd name="connsiteX241" fmla="*/ 1033909 w 11243827"/>
              <a:gd name="connsiteY241" fmla="*/ 5335680 h 5641173"/>
              <a:gd name="connsiteX242" fmla="*/ 1012649 w 11243827"/>
              <a:gd name="connsiteY242" fmla="*/ 5334541 h 5641173"/>
              <a:gd name="connsiteX243" fmla="*/ 1007115 w 11243827"/>
              <a:gd name="connsiteY243" fmla="*/ 5332775 h 5641173"/>
              <a:gd name="connsiteX244" fmla="*/ 987447 w 11243827"/>
              <a:gd name="connsiteY244" fmla="*/ 5346462 h 5641173"/>
              <a:gd name="connsiteX245" fmla="*/ 953418 w 11243827"/>
              <a:gd name="connsiteY245" fmla="*/ 5333901 h 5641173"/>
              <a:gd name="connsiteX246" fmla="*/ 916854 w 11243827"/>
              <a:gd name="connsiteY246" fmla="*/ 5329435 h 5641173"/>
              <a:gd name="connsiteX247" fmla="*/ 905651 w 11243827"/>
              <a:gd name="connsiteY247" fmla="*/ 5332114 h 5641173"/>
              <a:gd name="connsiteX248" fmla="*/ 838405 w 11243827"/>
              <a:gd name="connsiteY248" fmla="*/ 5339470 h 5641173"/>
              <a:gd name="connsiteX249" fmla="*/ 817627 w 11243827"/>
              <a:gd name="connsiteY249" fmla="*/ 5330580 h 5641173"/>
              <a:gd name="connsiteX250" fmla="*/ 801817 w 11243827"/>
              <a:gd name="connsiteY250" fmla="*/ 5325937 h 5641173"/>
              <a:gd name="connsiteX251" fmla="*/ 798857 w 11243827"/>
              <a:gd name="connsiteY251" fmla="*/ 5320979 h 5641173"/>
              <a:gd name="connsiteX252" fmla="*/ 788354 w 11243827"/>
              <a:gd name="connsiteY252" fmla="*/ 5320143 h 5641173"/>
              <a:gd name="connsiteX253" fmla="*/ 785726 w 11243827"/>
              <a:gd name="connsiteY253" fmla="*/ 5318989 h 5641173"/>
              <a:gd name="connsiteX254" fmla="*/ 770507 w 11243827"/>
              <a:gd name="connsiteY254" fmla="*/ 5313309 h 5641173"/>
              <a:gd name="connsiteX255" fmla="*/ 733810 w 11243827"/>
              <a:gd name="connsiteY255" fmla="*/ 5324286 h 5641173"/>
              <a:gd name="connsiteX256" fmla="*/ 692117 w 11243827"/>
              <a:gd name="connsiteY256" fmla="*/ 5318786 h 5641173"/>
              <a:gd name="connsiteX257" fmla="*/ 574943 w 11243827"/>
              <a:gd name="connsiteY257" fmla="*/ 5327578 h 5641173"/>
              <a:gd name="connsiteX258" fmla="*/ 441302 w 11243827"/>
              <a:gd name="connsiteY258" fmla="*/ 5307062 h 5641173"/>
              <a:gd name="connsiteX259" fmla="*/ 336819 w 11243827"/>
              <a:gd name="connsiteY259" fmla="*/ 5336690 h 5641173"/>
              <a:gd name="connsiteX260" fmla="*/ 270932 w 11243827"/>
              <a:gd name="connsiteY260" fmla="*/ 5345451 h 5641173"/>
              <a:gd name="connsiteX261" fmla="*/ 194189 w 11243827"/>
              <a:gd name="connsiteY261" fmla="*/ 5343588 h 5641173"/>
              <a:gd name="connsiteX262" fmla="*/ 192552 w 11243827"/>
              <a:gd name="connsiteY262" fmla="*/ 5342845 h 5641173"/>
              <a:gd name="connsiteX263" fmla="*/ 178320 w 11243827"/>
              <a:gd name="connsiteY263" fmla="*/ 5343766 h 5641173"/>
              <a:gd name="connsiteX264" fmla="*/ 175596 w 11243827"/>
              <a:gd name="connsiteY264" fmla="*/ 5346411 h 5641173"/>
              <a:gd name="connsiteX265" fmla="*/ 147287 w 11243827"/>
              <a:gd name="connsiteY265" fmla="*/ 5352625 h 5641173"/>
              <a:gd name="connsiteX266" fmla="*/ 114847 w 11243827"/>
              <a:gd name="connsiteY266" fmla="*/ 5355844 h 5641173"/>
              <a:gd name="connsiteX267" fmla="*/ 114306 w 11243827"/>
              <a:gd name="connsiteY267" fmla="*/ 5354983 h 5641173"/>
              <a:gd name="connsiteX268" fmla="*/ 89264 w 11243827"/>
              <a:gd name="connsiteY268" fmla="*/ 5348886 h 5641173"/>
              <a:gd name="connsiteX269" fmla="*/ 49794 w 11243827"/>
              <a:gd name="connsiteY269" fmla="*/ 5329950 h 5641173"/>
              <a:gd name="connsiteX270" fmla="*/ 19924 w 11243827"/>
              <a:gd name="connsiteY270" fmla="*/ 5334282 h 5641173"/>
              <a:gd name="connsiteX271" fmla="*/ 13819 w 11243827"/>
              <a:gd name="connsiteY271" fmla="*/ 5334653 h 5641173"/>
              <a:gd name="connsiteX272" fmla="*/ 13657 w 11243827"/>
              <a:gd name="connsiteY272" fmla="*/ 5334455 h 5641173"/>
              <a:gd name="connsiteX273" fmla="*/ 7139 w 11243827"/>
              <a:gd name="connsiteY273" fmla="*/ 5334438 h 5641173"/>
              <a:gd name="connsiteX274" fmla="*/ 2684 w 11243827"/>
              <a:gd name="connsiteY274" fmla="*/ 5335333 h 5641173"/>
              <a:gd name="connsiteX275" fmla="*/ 0 w 11243827"/>
              <a:gd name="connsiteY275" fmla="*/ 5335496 h 5641173"/>
              <a:gd name="connsiteX276" fmla="*/ 0 w 11243827"/>
              <a:gd name="connsiteY276" fmla="*/ 10592 h 5641173"/>
              <a:gd name="connsiteX277" fmla="*/ 11243827 w 11243827"/>
              <a:gd name="connsiteY277" fmla="*/ 0 h 5641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Lst>
            <a:rect l="l" t="t" r="r" b="b"/>
            <a:pathLst>
              <a:path w="11243827" h="5641173">
                <a:moveTo>
                  <a:pt x="11243827" y="0"/>
                </a:moveTo>
                <a:lnTo>
                  <a:pt x="11243827" y="5209610"/>
                </a:lnTo>
                <a:lnTo>
                  <a:pt x="11240675" y="5210442"/>
                </a:lnTo>
                <a:cubicBezTo>
                  <a:pt x="11212687" y="5216721"/>
                  <a:pt x="11197241" y="5217028"/>
                  <a:pt x="11179959" y="5221199"/>
                </a:cubicBezTo>
                <a:cubicBezTo>
                  <a:pt x="11151979" y="5230882"/>
                  <a:pt x="11122378" y="5252850"/>
                  <a:pt x="11105493" y="5259905"/>
                </a:cubicBezTo>
                <a:lnTo>
                  <a:pt x="11078640" y="5263531"/>
                </a:lnTo>
                <a:lnTo>
                  <a:pt x="11079616" y="5270380"/>
                </a:lnTo>
                <a:lnTo>
                  <a:pt x="11069641" y="5270884"/>
                </a:lnTo>
                <a:lnTo>
                  <a:pt x="11047377" y="5271051"/>
                </a:lnTo>
                <a:cubicBezTo>
                  <a:pt x="11033483" y="5272087"/>
                  <a:pt x="10994850" y="5270445"/>
                  <a:pt x="10980705" y="5272951"/>
                </a:cubicBezTo>
                <a:cubicBezTo>
                  <a:pt x="10976625" y="5280257"/>
                  <a:pt x="10970327" y="5284239"/>
                  <a:pt x="10962514" y="5286084"/>
                </a:cubicBezTo>
                <a:lnTo>
                  <a:pt x="10945307" y="5286290"/>
                </a:lnTo>
                <a:lnTo>
                  <a:pt x="10845516" y="5303894"/>
                </a:lnTo>
                <a:lnTo>
                  <a:pt x="10831795" y="5305210"/>
                </a:lnTo>
                <a:lnTo>
                  <a:pt x="10824365" y="5311111"/>
                </a:lnTo>
                <a:cubicBezTo>
                  <a:pt x="10818692" y="5312290"/>
                  <a:pt x="10802397" y="5311529"/>
                  <a:pt x="10797756" y="5312285"/>
                </a:cubicBezTo>
                <a:lnTo>
                  <a:pt x="10796525" y="5315645"/>
                </a:lnTo>
                <a:cubicBezTo>
                  <a:pt x="10781742" y="5321013"/>
                  <a:pt x="10726138" y="5338890"/>
                  <a:pt x="10709063" y="5344492"/>
                </a:cubicBezTo>
                <a:cubicBezTo>
                  <a:pt x="10705652" y="5339328"/>
                  <a:pt x="10698014" y="5347484"/>
                  <a:pt x="10694078" y="5349258"/>
                </a:cubicBezTo>
                <a:cubicBezTo>
                  <a:pt x="10693469" y="5345779"/>
                  <a:pt x="10683941" y="5344718"/>
                  <a:pt x="10681131" y="5347812"/>
                </a:cubicBezTo>
                <a:cubicBezTo>
                  <a:pt x="10614153" y="5364782"/>
                  <a:pt x="10647679" y="5329716"/>
                  <a:pt x="10609448" y="5351931"/>
                </a:cubicBezTo>
                <a:cubicBezTo>
                  <a:pt x="10602685" y="5353403"/>
                  <a:pt x="10597204" y="5352000"/>
                  <a:pt x="10592397" y="5349402"/>
                </a:cubicBezTo>
                <a:lnTo>
                  <a:pt x="10585227" y="5344063"/>
                </a:lnTo>
                <a:lnTo>
                  <a:pt x="10557472" y="5354151"/>
                </a:lnTo>
                <a:cubicBezTo>
                  <a:pt x="10543800" y="5357667"/>
                  <a:pt x="10529411" y="5359999"/>
                  <a:pt x="10514646" y="5361064"/>
                </a:cubicBezTo>
                <a:cubicBezTo>
                  <a:pt x="10511333" y="5353956"/>
                  <a:pt x="10499744" y="5364054"/>
                  <a:pt x="10494292" y="5366054"/>
                </a:cubicBezTo>
                <a:cubicBezTo>
                  <a:pt x="10494236" y="5361412"/>
                  <a:pt x="10482156" y="5359187"/>
                  <a:pt x="10477869" y="5363025"/>
                </a:cubicBezTo>
                <a:cubicBezTo>
                  <a:pt x="10387782" y="5379617"/>
                  <a:pt x="10438473" y="5336257"/>
                  <a:pt x="10384411" y="5362257"/>
                </a:cubicBezTo>
                <a:cubicBezTo>
                  <a:pt x="10375368" y="5363613"/>
                  <a:pt x="10368582" y="5361287"/>
                  <a:pt x="10362921" y="5357444"/>
                </a:cubicBezTo>
                <a:lnTo>
                  <a:pt x="10352736" y="5347851"/>
                </a:lnTo>
                <a:lnTo>
                  <a:pt x="10344754" y="5351272"/>
                </a:lnTo>
                <a:cubicBezTo>
                  <a:pt x="10314632" y="5351540"/>
                  <a:pt x="10305751" y="5341709"/>
                  <a:pt x="10288226" y="5351613"/>
                </a:cubicBezTo>
                <a:cubicBezTo>
                  <a:pt x="10262327" y="5331026"/>
                  <a:pt x="10271048" y="5349560"/>
                  <a:pt x="10251350" y="5352711"/>
                </a:cubicBezTo>
                <a:cubicBezTo>
                  <a:pt x="10235810" y="5356816"/>
                  <a:pt x="10264339" y="5364714"/>
                  <a:pt x="10249108" y="5365881"/>
                </a:cubicBezTo>
                <a:cubicBezTo>
                  <a:pt x="10232632" y="5360566"/>
                  <a:pt x="10233406" y="5377073"/>
                  <a:pt x="10216272" y="5370573"/>
                </a:cubicBezTo>
                <a:cubicBezTo>
                  <a:pt x="10220434" y="5358137"/>
                  <a:pt x="10182459" y="5372984"/>
                  <a:pt x="10181278" y="5362119"/>
                </a:cubicBezTo>
                <a:cubicBezTo>
                  <a:pt x="10166724" y="5377655"/>
                  <a:pt x="10159412" y="5358516"/>
                  <a:pt x="10140033" y="5363304"/>
                </a:cubicBezTo>
                <a:cubicBezTo>
                  <a:pt x="10130907" y="5369181"/>
                  <a:pt x="10124323" y="5370190"/>
                  <a:pt x="10115353" y="5363869"/>
                </a:cubicBezTo>
                <a:cubicBezTo>
                  <a:pt x="10073314" y="5392482"/>
                  <a:pt x="10089920" y="5365150"/>
                  <a:pt x="10050578" y="5376153"/>
                </a:cubicBezTo>
                <a:cubicBezTo>
                  <a:pt x="10016683" y="5387725"/>
                  <a:pt x="9978260" y="5395233"/>
                  <a:pt x="9945478" y="5422859"/>
                </a:cubicBezTo>
                <a:cubicBezTo>
                  <a:pt x="9939461" y="5430686"/>
                  <a:pt x="9924686" y="5433649"/>
                  <a:pt x="9912481" y="5429477"/>
                </a:cubicBezTo>
                <a:cubicBezTo>
                  <a:pt x="9910384" y="5428759"/>
                  <a:pt x="9908438" y="5427851"/>
                  <a:pt x="9906713" y="5426784"/>
                </a:cubicBezTo>
                <a:cubicBezTo>
                  <a:pt x="9878372" y="5431011"/>
                  <a:pt x="9774714" y="5449885"/>
                  <a:pt x="9742436" y="5454834"/>
                </a:cubicBezTo>
                <a:cubicBezTo>
                  <a:pt x="9739822" y="5444779"/>
                  <a:pt x="9723500" y="5462923"/>
                  <a:pt x="9713044" y="5456476"/>
                </a:cubicBezTo>
                <a:cubicBezTo>
                  <a:pt x="9705555" y="5450821"/>
                  <a:pt x="9698855" y="5455006"/>
                  <a:pt x="9691033" y="5455451"/>
                </a:cubicBezTo>
                <a:cubicBezTo>
                  <a:pt x="9680728" y="5451004"/>
                  <a:pt x="9647117" y="5459035"/>
                  <a:pt x="9638355" y="5464794"/>
                </a:cubicBezTo>
                <a:cubicBezTo>
                  <a:pt x="9617415" y="5484808"/>
                  <a:pt x="9569832" y="5469945"/>
                  <a:pt x="9552434" y="5485280"/>
                </a:cubicBezTo>
                <a:cubicBezTo>
                  <a:pt x="9546122" y="5487529"/>
                  <a:pt x="9539945" y="5488440"/>
                  <a:pt x="9533883" y="5488516"/>
                </a:cubicBezTo>
                <a:lnTo>
                  <a:pt x="9516916" y="5486828"/>
                </a:lnTo>
                <a:lnTo>
                  <a:pt x="9512093" y="5482541"/>
                </a:lnTo>
                <a:lnTo>
                  <a:pt x="9501725" y="5483603"/>
                </a:lnTo>
                <a:lnTo>
                  <a:pt x="9498754" y="5482951"/>
                </a:lnTo>
                <a:cubicBezTo>
                  <a:pt x="9493078" y="5481686"/>
                  <a:pt x="9487476" y="5480586"/>
                  <a:pt x="9481932" y="5480151"/>
                </a:cubicBezTo>
                <a:cubicBezTo>
                  <a:pt x="9489223" y="5501646"/>
                  <a:pt x="9435971" y="5479991"/>
                  <a:pt x="9451321" y="5497375"/>
                </a:cubicBezTo>
                <a:cubicBezTo>
                  <a:pt x="9422124" y="5498722"/>
                  <a:pt x="9444395" y="5514914"/>
                  <a:pt x="9409298" y="5499478"/>
                </a:cubicBezTo>
                <a:cubicBezTo>
                  <a:pt x="9363968" y="5517055"/>
                  <a:pt x="9350073" y="5507226"/>
                  <a:pt x="9303056" y="5519093"/>
                </a:cubicBezTo>
                <a:cubicBezTo>
                  <a:pt x="9272929" y="5515489"/>
                  <a:pt x="9242312" y="5519100"/>
                  <a:pt x="9229078" y="5524154"/>
                </a:cubicBezTo>
                <a:cubicBezTo>
                  <a:pt x="9244549" y="5484199"/>
                  <a:pt x="9198133" y="5512463"/>
                  <a:pt x="9165105" y="5532892"/>
                </a:cubicBezTo>
                <a:cubicBezTo>
                  <a:pt x="9128348" y="5546691"/>
                  <a:pt x="9105217" y="5601124"/>
                  <a:pt x="9077301" y="5580356"/>
                </a:cubicBezTo>
                <a:cubicBezTo>
                  <a:pt x="9034770" y="5585424"/>
                  <a:pt x="9004654" y="5606346"/>
                  <a:pt x="8960065" y="5597982"/>
                </a:cubicBezTo>
                <a:cubicBezTo>
                  <a:pt x="8958681" y="5601368"/>
                  <a:pt x="8956414" y="5604204"/>
                  <a:pt x="8953536" y="5606638"/>
                </a:cubicBezTo>
                <a:lnTo>
                  <a:pt x="8943907" y="5612541"/>
                </a:lnTo>
                <a:lnTo>
                  <a:pt x="8942046" y="5612112"/>
                </a:lnTo>
                <a:cubicBezTo>
                  <a:pt x="8934733" y="5612036"/>
                  <a:pt x="8930989" y="5613463"/>
                  <a:pt x="8928824" y="5615549"/>
                </a:cubicBezTo>
                <a:lnTo>
                  <a:pt x="8927294" y="5618607"/>
                </a:lnTo>
                <a:lnTo>
                  <a:pt x="8918651" y="5621688"/>
                </a:lnTo>
                <a:lnTo>
                  <a:pt x="8902772" y="5629703"/>
                </a:lnTo>
                <a:lnTo>
                  <a:pt x="8898724" y="5629379"/>
                </a:lnTo>
                <a:lnTo>
                  <a:pt x="8873099" y="5638628"/>
                </a:lnTo>
                <a:lnTo>
                  <a:pt x="8872234" y="5637889"/>
                </a:lnTo>
                <a:cubicBezTo>
                  <a:pt x="8869712" y="5636443"/>
                  <a:pt x="8866744" y="5635774"/>
                  <a:pt x="8862777" y="5636711"/>
                </a:cubicBezTo>
                <a:cubicBezTo>
                  <a:pt x="8861373" y="5622581"/>
                  <a:pt x="8857449" y="5632426"/>
                  <a:pt x="8845869" y="5636436"/>
                </a:cubicBezTo>
                <a:cubicBezTo>
                  <a:pt x="8841103" y="5615386"/>
                  <a:pt x="8812729" y="5634444"/>
                  <a:pt x="8800548" y="5625084"/>
                </a:cubicBezTo>
                <a:cubicBezTo>
                  <a:pt x="8792146" y="5628504"/>
                  <a:pt x="8783174" y="5631737"/>
                  <a:pt x="8773774" y="5634630"/>
                </a:cubicBezTo>
                <a:lnTo>
                  <a:pt x="8698255" y="5636083"/>
                </a:lnTo>
                <a:lnTo>
                  <a:pt x="8619167" y="5619130"/>
                </a:lnTo>
                <a:cubicBezTo>
                  <a:pt x="8589913" y="5618762"/>
                  <a:pt x="8564581" y="5612466"/>
                  <a:pt x="8539822" y="5616905"/>
                </a:cubicBezTo>
                <a:cubicBezTo>
                  <a:pt x="8529764" y="5612008"/>
                  <a:pt x="8520285" y="5610031"/>
                  <a:pt x="8511094" y="5617360"/>
                </a:cubicBezTo>
                <a:cubicBezTo>
                  <a:pt x="8483794" y="5614914"/>
                  <a:pt x="8477184" y="5604447"/>
                  <a:pt x="8459886" y="5612612"/>
                </a:cubicBezTo>
                <a:cubicBezTo>
                  <a:pt x="8444548" y="5595681"/>
                  <a:pt x="8443640" y="5602142"/>
                  <a:pt x="8436432" y="5606990"/>
                </a:cubicBezTo>
                <a:lnTo>
                  <a:pt x="8435403" y="5607336"/>
                </a:lnTo>
                <a:lnTo>
                  <a:pt x="8433307" y="5604917"/>
                </a:lnTo>
                <a:lnTo>
                  <a:pt x="8428968" y="5603796"/>
                </a:lnTo>
                <a:lnTo>
                  <a:pt x="8417124" y="5604518"/>
                </a:lnTo>
                <a:lnTo>
                  <a:pt x="8412669" y="5605413"/>
                </a:lnTo>
                <a:cubicBezTo>
                  <a:pt x="8409601" y="5605797"/>
                  <a:pt x="8407563" y="5605754"/>
                  <a:pt x="8406152" y="5605396"/>
                </a:cubicBezTo>
                <a:lnTo>
                  <a:pt x="8405989" y="5605197"/>
                </a:lnTo>
                <a:lnTo>
                  <a:pt x="8399884" y="5605568"/>
                </a:lnTo>
                <a:cubicBezTo>
                  <a:pt x="8389582" y="5606652"/>
                  <a:pt x="8379557" y="5608135"/>
                  <a:pt x="8370014" y="5609900"/>
                </a:cubicBezTo>
                <a:cubicBezTo>
                  <a:pt x="8361945" y="5598787"/>
                  <a:pt x="8326685" y="5611914"/>
                  <a:pt x="8330544" y="5590964"/>
                </a:cubicBezTo>
                <a:cubicBezTo>
                  <a:pt x="8317672" y="5592723"/>
                  <a:pt x="8309886" y="5601422"/>
                  <a:pt x="8314221" y="5587682"/>
                </a:cubicBezTo>
                <a:cubicBezTo>
                  <a:pt x="8309983" y="5587866"/>
                  <a:pt x="8307372" y="5586698"/>
                  <a:pt x="8305502" y="5584868"/>
                </a:cubicBezTo>
                <a:lnTo>
                  <a:pt x="8304962" y="5584007"/>
                </a:lnTo>
                <a:lnTo>
                  <a:pt x="8276324" y="5588260"/>
                </a:lnTo>
                <a:lnTo>
                  <a:pt x="8272522" y="5587226"/>
                </a:lnTo>
                <a:lnTo>
                  <a:pt x="8253857" y="5592043"/>
                </a:lnTo>
                <a:lnTo>
                  <a:pt x="8244212" y="5593439"/>
                </a:lnTo>
                <a:lnTo>
                  <a:pt x="8241488" y="5596085"/>
                </a:lnTo>
                <a:cubicBezTo>
                  <a:pt x="8238546" y="5597691"/>
                  <a:pt x="8234330" y="5598384"/>
                  <a:pt x="8227256" y="5597005"/>
                </a:cubicBezTo>
                <a:lnTo>
                  <a:pt x="8225619" y="5596262"/>
                </a:lnTo>
                <a:lnTo>
                  <a:pt x="8213882" y="5600179"/>
                </a:lnTo>
                <a:cubicBezTo>
                  <a:pt x="8210102" y="5601988"/>
                  <a:pt x="8206755" y="5604291"/>
                  <a:pt x="8204045" y="5607275"/>
                </a:cubicBezTo>
                <a:cubicBezTo>
                  <a:pt x="8164079" y="5591326"/>
                  <a:pt x="8126369" y="5605919"/>
                  <a:pt x="8082989" y="5603160"/>
                </a:cubicBezTo>
                <a:cubicBezTo>
                  <a:pt x="8034449" y="5606898"/>
                  <a:pt x="8008954" y="5596936"/>
                  <a:pt x="7976942" y="5598455"/>
                </a:cubicBezTo>
                <a:cubicBezTo>
                  <a:pt x="7962042" y="5600916"/>
                  <a:pt x="7941729" y="5599827"/>
                  <a:pt x="7950121" y="5590893"/>
                </a:cubicBezTo>
                <a:cubicBezTo>
                  <a:pt x="7904855" y="5610014"/>
                  <a:pt x="7778840" y="5612380"/>
                  <a:pt x="7727691" y="5621064"/>
                </a:cubicBezTo>
                <a:cubicBezTo>
                  <a:pt x="7699805" y="5600056"/>
                  <a:pt x="7714922" y="5619495"/>
                  <a:pt x="7685998" y="5615564"/>
                </a:cubicBezTo>
                <a:cubicBezTo>
                  <a:pt x="7693909" y="5634905"/>
                  <a:pt x="7650884" y="5604714"/>
                  <a:pt x="7649302" y="5626541"/>
                </a:cubicBezTo>
                <a:cubicBezTo>
                  <a:pt x="7644089" y="5625134"/>
                  <a:pt x="7639087" y="5623084"/>
                  <a:pt x="7634083" y="5620862"/>
                </a:cubicBezTo>
                <a:lnTo>
                  <a:pt x="7631455" y="5619708"/>
                </a:lnTo>
                <a:lnTo>
                  <a:pt x="7620952" y="5618872"/>
                </a:lnTo>
                <a:lnTo>
                  <a:pt x="7617992" y="5613914"/>
                </a:lnTo>
                <a:lnTo>
                  <a:pt x="7602182" y="5609271"/>
                </a:lnTo>
                <a:cubicBezTo>
                  <a:pt x="7596260" y="5608262"/>
                  <a:pt x="7589888" y="5608028"/>
                  <a:pt x="7582847" y="5609047"/>
                </a:cubicBezTo>
                <a:cubicBezTo>
                  <a:pt x="7565525" y="5617697"/>
                  <a:pt x="7538553" y="5607096"/>
                  <a:pt x="7514158" y="5607737"/>
                </a:cubicBezTo>
                <a:lnTo>
                  <a:pt x="7502955" y="5610415"/>
                </a:lnTo>
                <a:lnTo>
                  <a:pt x="7466391" y="5605949"/>
                </a:lnTo>
                <a:cubicBezTo>
                  <a:pt x="7455982" y="5605083"/>
                  <a:pt x="7445179" y="5604628"/>
                  <a:pt x="7433806" y="5604945"/>
                </a:cubicBezTo>
                <a:lnTo>
                  <a:pt x="7412693" y="5607075"/>
                </a:lnTo>
                <a:lnTo>
                  <a:pt x="7407159" y="5605310"/>
                </a:lnTo>
                <a:cubicBezTo>
                  <a:pt x="7397520" y="5605506"/>
                  <a:pt x="7384763" y="5611721"/>
                  <a:pt x="7385900" y="5604171"/>
                </a:cubicBezTo>
                <a:lnTo>
                  <a:pt x="7375071" y="5606788"/>
                </a:lnTo>
                <a:lnTo>
                  <a:pt x="7364382" y="5600762"/>
                </a:lnTo>
                <a:cubicBezTo>
                  <a:pt x="7363212" y="5599363"/>
                  <a:pt x="7362331" y="5597874"/>
                  <a:pt x="7361770" y="5596347"/>
                </a:cubicBezTo>
                <a:lnTo>
                  <a:pt x="7346641" y="5598329"/>
                </a:lnTo>
                <a:lnTo>
                  <a:pt x="7334238" y="5594014"/>
                </a:lnTo>
                <a:lnTo>
                  <a:pt x="7323426" y="5596835"/>
                </a:lnTo>
                <a:lnTo>
                  <a:pt x="7318938" y="5596200"/>
                </a:lnTo>
                <a:lnTo>
                  <a:pt x="7307784" y="5594065"/>
                </a:lnTo>
                <a:cubicBezTo>
                  <a:pt x="7302066" y="5592568"/>
                  <a:pt x="7295667" y="5590765"/>
                  <a:pt x="7288540" y="5589320"/>
                </a:cubicBezTo>
                <a:lnTo>
                  <a:pt x="7282537" y="5588660"/>
                </a:lnTo>
                <a:lnTo>
                  <a:pt x="7269466" y="5581404"/>
                </a:lnTo>
                <a:cubicBezTo>
                  <a:pt x="7259956" y="5575919"/>
                  <a:pt x="7252471" y="5572223"/>
                  <a:pt x="7244165" y="5575200"/>
                </a:cubicBezTo>
                <a:cubicBezTo>
                  <a:pt x="7230005" y="5568113"/>
                  <a:pt x="7220114" y="5548251"/>
                  <a:pt x="7199619" y="5553550"/>
                </a:cubicBezTo>
                <a:cubicBezTo>
                  <a:pt x="7205839" y="5544552"/>
                  <a:pt x="7176858" y="5552461"/>
                  <a:pt x="7173434" y="5543219"/>
                </a:cubicBezTo>
                <a:cubicBezTo>
                  <a:pt x="7171853" y="5535776"/>
                  <a:pt x="7162694" y="5536440"/>
                  <a:pt x="7155718" y="5533697"/>
                </a:cubicBezTo>
                <a:cubicBezTo>
                  <a:pt x="7150747" y="5526096"/>
                  <a:pt x="7115649" y="5519155"/>
                  <a:pt x="7103430" y="5520249"/>
                </a:cubicBezTo>
                <a:cubicBezTo>
                  <a:pt x="7068988" y="5527813"/>
                  <a:pt x="7041283" y="5497211"/>
                  <a:pt x="7013746" y="5502470"/>
                </a:cubicBezTo>
                <a:cubicBezTo>
                  <a:pt x="7006535" y="5501753"/>
                  <a:pt x="7000557" y="5500031"/>
                  <a:pt x="6995379" y="5497693"/>
                </a:cubicBezTo>
                <a:lnTo>
                  <a:pt x="6982475" y="5489641"/>
                </a:lnTo>
                <a:cubicBezTo>
                  <a:pt x="6982314" y="5487873"/>
                  <a:pt x="6982155" y="5486104"/>
                  <a:pt x="6981994" y="5484335"/>
                </a:cubicBezTo>
                <a:lnTo>
                  <a:pt x="6972355" y="5481074"/>
                </a:lnTo>
                <a:lnTo>
                  <a:pt x="6970394" y="5479383"/>
                </a:lnTo>
                <a:cubicBezTo>
                  <a:pt x="6966663" y="5476135"/>
                  <a:pt x="6962857" y="5473046"/>
                  <a:pt x="6958543" y="5470507"/>
                </a:cubicBezTo>
                <a:cubicBezTo>
                  <a:pt x="6946682" y="5490417"/>
                  <a:pt x="6919886" y="5452192"/>
                  <a:pt x="6918276" y="5472034"/>
                </a:cubicBezTo>
                <a:cubicBezTo>
                  <a:pt x="6892502" y="5461546"/>
                  <a:pt x="6897731" y="5483185"/>
                  <a:pt x="6881046" y="5457070"/>
                </a:cubicBezTo>
                <a:cubicBezTo>
                  <a:pt x="6828055" y="5453051"/>
                  <a:pt x="6839016" y="5431108"/>
                  <a:pt x="6752164" y="5425021"/>
                </a:cubicBezTo>
                <a:cubicBezTo>
                  <a:pt x="6758292" y="5421861"/>
                  <a:pt x="6727733" y="5418470"/>
                  <a:pt x="6724964" y="5414071"/>
                </a:cubicBezTo>
                <a:lnTo>
                  <a:pt x="6683286" y="5432830"/>
                </a:lnTo>
                <a:lnTo>
                  <a:pt x="6644277" y="5429684"/>
                </a:lnTo>
                <a:cubicBezTo>
                  <a:pt x="6602299" y="5429624"/>
                  <a:pt x="6572889" y="5412513"/>
                  <a:pt x="6532914" y="5431205"/>
                </a:cubicBezTo>
                <a:lnTo>
                  <a:pt x="6307459" y="5467087"/>
                </a:lnTo>
                <a:cubicBezTo>
                  <a:pt x="6243940" y="5484756"/>
                  <a:pt x="6232610" y="5506751"/>
                  <a:pt x="6196243" y="5515042"/>
                </a:cubicBezTo>
                <a:cubicBezTo>
                  <a:pt x="6164533" y="5518021"/>
                  <a:pt x="6142666" y="5509345"/>
                  <a:pt x="6099124" y="5516848"/>
                </a:cubicBezTo>
                <a:cubicBezTo>
                  <a:pt x="6076503" y="5515419"/>
                  <a:pt x="6031865" y="5528713"/>
                  <a:pt x="6016077" y="5528642"/>
                </a:cubicBezTo>
                <a:cubicBezTo>
                  <a:pt x="6017142" y="5530608"/>
                  <a:pt x="6008544" y="5532493"/>
                  <a:pt x="6004389" y="5531206"/>
                </a:cubicBezTo>
                <a:cubicBezTo>
                  <a:pt x="5932347" y="5531241"/>
                  <a:pt x="5981006" y="5545600"/>
                  <a:pt x="5933945" y="5538840"/>
                </a:cubicBezTo>
                <a:cubicBezTo>
                  <a:pt x="5905303" y="5539379"/>
                  <a:pt x="5918093" y="5561978"/>
                  <a:pt x="5883936" y="5553807"/>
                </a:cubicBezTo>
                <a:cubicBezTo>
                  <a:pt x="5850054" y="5556990"/>
                  <a:pt x="5832962" y="5567338"/>
                  <a:pt x="5798331" y="5564248"/>
                </a:cubicBezTo>
                <a:cubicBezTo>
                  <a:pt x="5766627" y="5567265"/>
                  <a:pt x="5741097" y="5573248"/>
                  <a:pt x="5712738" y="5573120"/>
                </a:cubicBezTo>
                <a:cubicBezTo>
                  <a:pt x="5703372" y="5576849"/>
                  <a:pt x="5693695" y="5578874"/>
                  <a:pt x="5681342" y="5575621"/>
                </a:cubicBezTo>
                <a:lnTo>
                  <a:pt x="5627167" y="5583215"/>
                </a:lnTo>
                <a:cubicBezTo>
                  <a:pt x="5612183" y="5597917"/>
                  <a:pt x="5611727" y="5586689"/>
                  <a:pt x="5591414" y="5587695"/>
                </a:cubicBezTo>
                <a:cubicBezTo>
                  <a:pt x="5574616" y="5587612"/>
                  <a:pt x="5598133" y="5579413"/>
                  <a:pt x="5583028" y="5580877"/>
                </a:cubicBezTo>
                <a:cubicBezTo>
                  <a:pt x="5569804" y="5586020"/>
                  <a:pt x="5562718" y="5576982"/>
                  <a:pt x="5549426" y="5582858"/>
                </a:cubicBezTo>
                <a:cubicBezTo>
                  <a:pt x="5559299" y="5589013"/>
                  <a:pt x="5515978" y="5586206"/>
                  <a:pt x="5519999" y="5592246"/>
                </a:cubicBezTo>
                <a:cubicBezTo>
                  <a:pt x="5498728" y="5585844"/>
                  <a:pt x="5500813" y="5597206"/>
                  <a:pt x="5480028" y="5597282"/>
                </a:cubicBezTo>
                <a:cubicBezTo>
                  <a:pt x="5468519" y="5595356"/>
                  <a:pt x="5461753" y="5595717"/>
                  <a:pt x="5456175" y="5600371"/>
                </a:cubicBezTo>
                <a:cubicBezTo>
                  <a:pt x="5402444" y="5590675"/>
                  <a:pt x="5431269" y="5603179"/>
                  <a:pt x="5388463" y="5602638"/>
                </a:cubicBezTo>
                <a:cubicBezTo>
                  <a:pt x="5350589" y="5601042"/>
                  <a:pt x="5310318" y="5602266"/>
                  <a:pt x="5265898" y="5591830"/>
                </a:cubicBezTo>
                <a:cubicBezTo>
                  <a:pt x="5256434" y="5588423"/>
                  <a:pt x="5240914" y="5588853"/>
                  <a:pt x="5231231" y="5592790"/>
                </a:cubicBezTo>
                <a:cubicBezTo>
                  <a:pt x="5229565" y="5593467"/>
                  <a:pt x="5228139" y="5594226"/>
                  <a:pt x="5226996" y="5595040"/>
                </a:cubicBezTo>
                <a:cubicBezTo>
                  <a:pt x="5199121" y="5587151"/>
                  <a:pt x="5190547" y="5594087"/>
                  <a:pt x="5175988" y="5588131"/>
                </a:cubicBezTo>
                <a:cubicBezTo>
                  <a:pt x="5141664" y="5589465"/>
                  <a:pt x="5120774" y="5599921"/>
                  <a:pt x="5107470" y="5594771"/>
                </a:cubicBezTo>
                <a:cubicBezTo>
                  <a:pt x="5082783" y="5597686"/>
                  <a:pt x="5044558" y="5603218"/>
                  <a:pt x="5027868" y="5605624"/>
                </a:cubicBezTo>
                <a:cubicBezTo>
                  <a:pt x="5023394" y="5609716"/>
                  <a:pt x="5015008" y="5608373"/>
                  <a:pt x="5007324" y="5609209"/>
                </a:cubicBezTo>
                <a:cubicBezTo>
                  <a:pt x="4999584" y="5613033"/>
                  <a:pt x="4963661" y="5613313"/>
                  <a:pt x="4952559" y="5611402"/>
                </a:cubicBezTo>
                <a:lnTo>
                  <a:pt x="4826081" y="5616191"/>
                </a:lnTo>
                <a:lnTo>
                  <a:pt x="4823501" y="5619174"/>
                </a:lnTo>
                <a:lnTo>
                  <a:pt x="4813093" y="5620026"/>
                </a:lnTo>
                <a:lnTo>
                  <a:pt x="4810563" y="5620787"/>
                </a:lnTo>
                <a:cubicBezTo>
                  <a:pt x="4805739" y="5622253"/>
                  <a:pt x="4800910" y="5623620"/>
                  <a:pt x="4795818" y="5624618"/>
                </a:cubicBezTo>
                <a:cubicBezTo>
                  <a:pt x="4792594" y="5611984"/>
                  <a:pt x="4751975" y="5631029"/>
                  <a:pt x="4758404" y="5619510"/>
                </a:cubicBezTo>
                <a:cubicBezTo>
                  <a:pt x="4729867" y="5622800"/>
                  <a:pt x="4743470" y="5610974"/>
                  <a:pt x="4717254" y="5624155"/>
                </a:cubicBezTo>
                <a:cubicBezTo>
                  <a:pt x="4665606" y="5620882"/>
                  <a:pt x="4638526" y="5634254"/>
                  <a:pt x="4591958" y="5624710"/>
                </a:cubicBezTo>
                <a:cubicBezTo>
                  <a:pt x="4600998" y="5629613"/>
                  <a:pt x="4491255" y="5629123"/>
                  <a:pt x="4476215" y="5628210"/>
                </a:cubicBezTo>
                <a:lnTo>
                  <a:pt x="4425193" y="5627414"/>
                </a:lnTo>
                <a:lnTo>
                  <a:pt x="4383866" y="5626546"/>
                </a:lnTo>
                <a:lnTo>
                  <a:pt x="4385596" y="5634646"/>
                </a:lnTo>
                <a:cubicBezTo>
                  <a:pt x="4373497" y="5634009"/>
                  <a:pt x="4366105" y="5636763"/>
                  <a:pt x="4360864" y="5641173"/>
                </a:cubicBezTo>
                <a:lnTo>
                  <a:pt x="4328321" y="5626332"/>
                </a:lnTo>
                <a:lnTo>
                  <a:pt x="4309842" y="5626471"/>
                </a:lnTo>
                <a:lnTo>
                  <a:pt x="4277424" y="5631598"/>
                </a:lnTo>
                <a:lnTo>
                  <a:pt x="4266627" y="5633969"/>
                </a:lnTo>
                <a:lnTo>
                  <a:pt x="4185525" y="5617508"/>
                </a:lnTo>
                <a:lnTo>
                  <a:pt x="4177617" y="5610903"/>
                </a:lnTo>
                <a:cubicBezTo>
                  <a:pt x="4169135" y="5606836"/>
                  <a:pt x="4157063" y="5604954"/>
                  <a:pt x="4136948" y="5608031"/>
                </a:cubicBezTo>
                <a:lnTo>
                  <a:pt x="4132323" y="5609784"/>
                </a:lnTo>
                <a:lnTo>
                  <a:pt x="4098620" y="5599672"/>
                </a:lnTo>
                <a:cubicBezTo>
                  <a:pt x="4087744" y="5595070"/>
                  <a:pt x="3971360" y="5589278"/>
                  <a:pt x="3963475" y="5581841"/>
                </a:cubicBezTo>
                <a:cubicBezTo>
                  <a:pt x="3836034" y="5600252"/>
                  <a:pt x="3827261" y="5567580"/>
                  <a:pt x="3703613" y="5572482"/>
                </a:cubicBezTo>
                <a:cubicBezTo>
                  <a:pt x="3596526" y="5522697"/>
                  <a:pt x="3528981" y="5553020"/>
                  <a:pt x="3432987" y="5545768"/>
                </a:cubicBezTo>
                <a:cubicBezTo>
                  <a:pt x="3341557" y="5540666"/>
                  <a:pt x="3299222" y="5556776"/>
                  <a:pt x="3176381" y="5556110"/>
                </a:cubicBezTo>
                <a:cubicBezTo>
                  <a:pt x="3046225" y="5545252"/>
                  <a:pt x="2856562" y="5551022"/>
                  <a:pt x="2710156" y="5527517"/>
                </a:cubicBezTo>
                <a:cubicBezTo>
                  <a:pt x="2595124" y="5519951"/>
                  <a:pt x="2594726" y="5525545"/>
                  <a:pt x="2550206" y="5524958"/>
                </a:cubicBezTo>
                <a:cubicBezTo>
                  <a:pt x="2535402" y="5528183"/>
                  <a:pt x="2457214" y="5518753"/>
                  <a:pt x="2443041" y="5523990"/>
                </a:cubicBezTo>
                <a:lnTo>
                  <a:pt x="2435613" y="5526704"/>
                </a:lnTo>
                <a:lnTo>
                  <a:pt x="2405682" y="5528307"/>
                </a:lnTo>
                <a:lnTo>
                  <a:pt x="2397487" y="5540337"/>
                </a:lnTo>
                <a:lnTo>
                  <a:pt x="2297454" y="5550765"/>
                </a:lnTo>
                <a:cubicBezTo>
                  <a:pt x="2230952" y="5521480"/>
                  <a:pt x="2174171" y="5556417"/>
                  <a:pt x="2056700" y="5555489"/>
                </a:cubicBezTo>
                <a:cubicBezTo>
                  <a:pt x="2025568" y="5545373"/>
                  <a:pt x="1901680" y="5520750"/>
                  <a:pt x="1878530" y="5535330"/>
                </a:cubicBezTo>
                <a:lnTo>
                  <a:pt x="1859292" y="5535461"/>
                </a:lnTo>
                <a:lnTo>
                  <a:pt x="1835626" y="5533793"/>
                </a:lnTo>
                <a:cubicBezTo>
                  <a:pt x="1823131" y="5534628"/>
                  <a:pt x="1810151" y="5536942"/>
                  <a:pt x="1798939" y="5540285"/>
                </a:cubicBezTo>
                <a:lnTo>
                  <a:pt x="1779046" y="5549949"/>
                </a:lnTo>
                <a:lnTo>
                  <a:pt x="1772421" y="5549018"/>
                </a:lnTo>
                <a:lnTo>
                  <a:pt x="1772052" y="5545689"/>
                </a:lnTo>
                <a:cubicBezTo>
                  <a:pt x="1758274" y="5534165"/>
                  <a:pt x="1670822" y="5556887"/>
                  <a:pt x="1711543" y="5534558"/>
                </a:cubicBezTo>
                <a:cubicBezTo>
                  <a:pt x="1696140" y="5533324"/>
                  <a:pt x="1670188" y="5488258"/>
                  <a:pt x="1631462" y="5491807"/>
                </a:cubicBezTo>
                <a:cubicBezTo>
                  <a:pt x="1579148" y="5498877"/>
                  <a:pt x="1591754" y="5486800"/>
                  <a:pt x="1538763" y="5482781"/>
                </a:cubicBezTo>
                <a:cubicBezTo>
                  <a:pt x="1522078" y="5456666"/>
                  <a:pt x="1527306" y="5478305"/>
                  <a:pt x="1501533" y="5467817"/>
                </a:cubicBezTo>
                <a:cubicBezTo>
                  <a:pt x="1499922" y="5487659"/>
                  <a:pt x="1473126" y="5449434"/>
                  <a:pt x="1461266" y="5469343"/>
                </a:cubicBezTo>
                <a:cubicBezTo>
                  <a:pt x="1456951" y="5466804"/>
                  <a:pt x="1453146" y="5463716"/>
                  <a:pt x="1449415" y="5460467"/>
                </a:cubicBezTo>
                <a:lnTo>
                  <a:pt x="1447454" y="5458776"/>
                </a:lnTo>
                <a:lnTo>
                  <a:pt x="1437814" y="5455515"/>
                </a:lnTo>
                <a:lnTo>
                  <a:pt x="1437334" y="5450209"/>
                </a:lnTo>
                <a:lnTo>
                  <a:pt x="1424429" y="5442157"/>
                </a:lnTo>
                <a:cubicBezTo>
                  <a:pt x="1419251" y="5439819"/>
                  <a:pt x="1413273" y="5438098"/>
                  <a:pt x="1406063" y="5437380"/>
                </a:cubicBezTo>
                <a:cubicBezTo>
                  <a:pt x="1378526" y="5442640"/>
                  <a:pt x="1350821" y="5412037"/>
                  <a:pt x="1316379" y="5419601"/>
                </a:cubicBezTo>
                <a:cubicBezTo>
                  <a:pt x="1304160" y="5420695"/>
                  <a:pt x="1269061" y="5413755"/>
                  <a:pt x="1264090" y="5406153"/>
                </a:cubicBezTo>
                <a:cubicBezTo>
                  <a:pt x="1257115" y="5403410"/>
                  <a:pt x="1247955" y="5404075"/>
                  <a:pt x="1246374" y="5396631"/>
                </a:cubicBezTo>
                <a:cubicBezTo>
                  <a:pt x="1242951" y="5387390"/>
                  <a:pt x="1213970" y="5395299"/>
                  <a:pt x="1220190" y="5386301"/>
                </a:cubicBezTo>
                <a:cubicBezTo>
                  <a:pt x="1199695" y="5391599"/>
                  <a:pt x="1189803" y="5371737"/>
                  <a:pt x="1175643" y="5364651"/>
                </a:cubicBezTo>
                <a:cubicBezTo>
                  <a:pt x="1167337" y="5367627"/>
                  <a:pt x="1159852" y="5363931"/>
                  <a:pt x="1150342" y="5358447"/>
                </a:cubicBezTo>
                <a:lnTo>
                  <a:pt x="1112024" y="5345786"/>
                </a:lnTo>
                <a:lnTo>
                  <a:pt x="1100870" y="5343651"/>
                </a:lnTo>
                <a:lnTo>
                  <a:pt x="1096383" y="5343015"/>
                </a:lnTo>
                <a:lnTo>
                  <a:pt x="1058039" y="5343504"/>
                </a:lnTo>
                <a:cubicBezTo>
                  <a:pt x="1057478" y="5341976"/>
                  <a:pt x="1056597" y="5340487"/>
                  <a:pt x="1055426" y="5339088"/>
                </a:cubicBezTo>
                <a:lnTo>
                  <a:pt x="1044738" y="5333063"/>
                </a:lnTo>
                <a:lnTo>
                  <a:pt x="1033909" y="5335680"/>
                </a:lnTo>
                <a:cubicBezTo>
                  <a:pt x="1035046" y="5328129"/>
                  <a:pt x="1022289" y="5334344"/>
                  <a:pt x="1012649" y="5334541"/>
                </a:cubicBezTo>
                <a:lnTo>
                  <a:pt x="1007115" y="5332775"/>
                </a:lnTo>
                <a:lnTo>
                  <a:pt x="987447" y="5346462"/>
                </a:lnTo>
                <a:cubicBezTo>
                  <a:pt x="976074" y="5346779"/>
                  <a:pt x="963827" y="5334768"/>
                  <a:pt x="953418" y="5333901"/>
                </a:cubicBezTo>
                <a:lnTo>
                  <a:pt x="916854" y="5329435"/>
                </a:lnTo>
                <a:lnTo>
                  <a:pt x="905651" y="5332114"/>
                </a:lnTo>
                <a:cubicBezTo>
                  <a:pt x="881256" y="5332755"/>
                  <a:pt x="855727" y="5330820"/>
                  <a:pt x="838405" y="5339470"/>
                </a:cubicBezTo>
                <a:cubicBezTo>
                  <a:pt x="831364" y="5340489"/>
                  <a:pt x="823548" y="5331589"/>
                  <a:pt x="817627" y="5330580"/>
                </a:cubicBezTo>
                <a:lnTo>
                  <a:pt x="801817" y="5325937"/>
                </a:lnTo>
                <a:lnTo>
                  <a:pt x="798857" y="5320979"/>
                </a:lnTo>
                <a:lnTo>
                  <a:pt x="788354" y="5320143"/>
                </a:lnTo>
                <a:lnTo>
                  <a:pt x="785726" y="5318989"/>
                </a:lnTo>
                <a:cubicBezTo>
                  <a:pt x="780721" y="5316767"/>
                  <a:pt x="775719" y="5314716"/>
                  <a:pt x="770507" y="5313309"/>
                </a:cubicBezTo>
                <a:cubicBezTo>
                  <a:pt x="768924" y="5335137"/>
                  <a:pt x="725899" y="5304945"/>
                  <a:pt x="733810" y="5324286"/>
                </a:cubicBezTo>
                <a:cubicBezTo>
                  <a:pt x="704886" y="5320356"/>
                  <a:pt x="720003" y="5339795"/>
                  <a:pt x="692117" y="5318786"/>
                </a:cubicBezTo>
                <a:cubicBezTo>
                  <a:pt x="640968" y="5327470"/>
                  <a:pt x="620209" y="5334772"/>
                  <a:pt x="574943" y="5327578"/>
                </a:cubicBezTo>
                <a:cubicBezTo>
                  <a:pt x="533141" y="5325624"/>
                  <a:pt x="480989" y="5305543"/>
                  <a:pt x="441302" y="5307062"/>
                </a:cubicBezTo>
                <a:cubicBezTo>
                  <a:pt x="381194" y="5308098"/>
                  <a:pt x="355572" y="5361507"/>
                  <a:pt x="336819" y="5336690"/>
                </a:cubicBezTo>
                <a:cubicBezTo>
                  <a:pt x="308424" y="5343088"/>
                  <a:pt x="294704" y="5344301"/>
                  <a:pt x="270932" y="5345451"/>
                </a:cubicBezTo>
                <a:lnTo>
                  <a:pt x="194189" y="5343588"/>
                </a:lnTo>
                <a:lnTo>
                  <a:pt x="192552" y="5342845"/>
                </a:lnTo>
                <a:cubicBezTo>
                  <a:pt x="185478" y="5341467"/>
                  <a:pt x="181262" y="5342160"/>
                  <a:pt x="178320" y="5343766"/>
                </a:cubicBezTo>
                <a:lnTo>
                  <a:pt x="175596" y="5346411"/>
                </a:lnTo>
                <a:lnTo>
                  <a:pt x="147287" y="5352625"/>
                </a:lnTo>
                <a:lnTo>
                  <a:pt x="114847" y="5355844"/>
                </a:lnTo>
                <a:lnTo>
                  <a:pt x="114306" y="5354983"/>
                </a:lnTo>
                <a:cubicBezTo>
                  <a:pt x="110042" y="5353823"/>
                  <a:pt x="100016" y="5353058"/>
                  <a:pt x="89264" y="5348886"/>
                </a:cubicBezTo>
                <a:cubicBezTo>
                  <a:pt x="93123" y="5327937"/>
                  <a:pt x="57863" y="5341064"/>
                  <a:pt x="49794" y="5329950"/>
                </a:cubicBezTo>
                <a:cubicBezTo>
                  <a:pt x="40251" y="5331715"/>
                  <a:pt x="30226" y="5333199"/>
                  <a:pt x="19924" y="5334282"/>
                </a:cubicBezTo>
                <a:lnTo>
                  <a:pt x="13819" y="5334653"/>
                </a:lnTo>
                <a:lnTo>
                  <a:pt x="13657" y="5334455"/>
                </a:lnTo>
                <a:cubicBezTo>
                  <a:pt x="12246" y="5334096"/>
                  <a:pt x="10207" y="5334053"/>
                  <a:pt x="7139" y="5334438"/>
                </a:cubicBezTo>
                <a:lnTo>
                  <a:pt x="2684" y="5335333"/>
                </a:lnTo>
                <a:lnTo>
                  <a:pt x="0" y="5335496"/>
                </a:lnTo>
                <a:lnTo>
                  <a:pt x="0" y="10592"/>
                </a:lnTo>
                <a:lnTo>
                  <a:pt x="11243827"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0087897-496C-EEB8-2460-10993815BD68}"/>
              </a:ext>
            </a:extLst>
          </p:cNvPr>
          <p:cNvSpPr>
            <a:spLocks noGrp="1"/>
          </p:cNvSpPr>
          <p:nvPr>
            <p:ph type="title"/>
          </p:nvPr>
        </p:nvSpPr>
        <p:spPr>
          <a:xfrm>
            <a:off x="1640483" y="833736"/>
            <a:ext cx="8924392" cy="933486"/>
          </a:xfrm>
        </p:spPr>
        <p:txBody>
          <a:bodyPr>
            <a:normAutofit/>
          </a:bodyPr>
          <a:lstStyle/>
          <a:p>
            <a:pPr algn="ctr"/>
            <a:r>
              <a:rPr lang="en-GB" dirty="0">
                <a:cs typeface="Calibri Light"/>
              </a:rPr>
              <a:t>Activities</a:t>
            </a:r>
            <a:endParaRPr lang="en-GB"/>
          </a:p>
        </p:txBody>
      </p:sp>
      <p:sp>
        <p:nvSpPr>
          <p:cNvPr id="12" name="Rectangle 6">
            <a:extLst>
              <a:ext uri="{FF2B5EF4-FFF2-40B4-BE49-F238E27FC236}">
                <a16:creationId xmlns:a16="http://schemas.microsoft.com/office/drawing/2014/main" id="{16A12243-4887-4E89-8347-1146AE5D14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0000">
            <a:off x="5418161" y="351736"/>
            <a:ext cx="1352113" cy="407805"/>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B0DF495-3290-A63D-F5CE-A83D21B64D50}"/>
              </a:ext>
            </a:extLst>
          </p:cNvPr>
          <p:cNvSpPr>
            <a:spLocks noGrp="1"/>
          </p:cNvSpPr>
          <p:nvPr>
            <p:ph idx="1"/>
          </p:nvPr>
        </p:nvSpPr>
        <p:spPr>
          <a:xfrm>
            <a:off x="863281" y="1809218"/>
            <a:ext cx="10462788" cy="3812352"/>
          </a:xfrm>
        </p:spPr>
        <p:txBody>
          <a:bodyPr vert="horz" lIns="91440" tIns="45720" rIns="91440" bIns="45720" rtlCol="0">
            <a:normAutofit fontScale="92500" lnSpcReduction="10000"/>
          </a:bodyPr>
          <a:lstStyle/>
          <a:p>
            <a:r>
              <a:rPr lang="en-GB" sz="2400">
                <a:cs typeface="Calibri"/>
              </a:rPr>
              <a:t>Produce materials to support the gathering of as well as gain feedback for a technical and non-technical audience. </a:t>
            </a:r>
          </a:p>
          <a:p>
            <a:r>
              <a:rPr lang="en-GB" sz="2400">
                <a:cs typeface="Calibri"/>
              </a:rPr>
              <a:t>You need to: </a:t>
            </a:r>
          </a:p>
          <a:p>
            <a:r>
              <a:rPr lang="en-GB" sz="2400">
                <a:cs typeface="Calibri"/>
              </a:rPr>
              <a:t>use appropriate tools, methods and techniques to prepare demonstrations of the prototypes’ functionality that are intended to be used to show the functionality of the prototype to: </a:t>
            </a:r>
          </a:p>
          <a:p>
            <a:pPr lvl="1"/>
            <a:r>
              <a:rPr lang="en-GB">
                <a:cs typeface="Calibri"/>
              </a:rPr>
              <a:t>a technical audience, (e.g. programming professionals) </a:t>
            </a:r>
          </a:p>
          <a:p>
            <a:pPr lvl="1"/>
            <a:r>
              <a:rPr lang="en-GB">
                <a:cs typeface="Calibri"/>
              </a:rPr>
              <a:t>a non-technical audience, (e.g. the client, the users) </a:t>
            </a:r>
            <a:endParaRPr lang="en-GB">
              <a:ea typeface="+mn-lt"/>
              <a:cs typeface="+mn-lt"/>
            </a:endParaRPr>
          </a:p>
          <a:p>
            <a:r>
              <a:rPr lang="en-GB" sz="2400">
                <a:ea typeface="+mn-lt"/>
                <a:cs typeface="+mn-lt"/>
              </a:rPr>
              <a:t>produce a plan for how you intend to gather feedback</a:t>
            </a:r>
          </a:p>
          <a:p>
            <a:r>
              <a:rPr lang="en-GB" sz="2400">
                <a:ea typeface="+mn-lt"/>
                <a:cs typeface="+mn-lt"/>
              </a:rPr>
              <a:t>use the materials you produce to gather feedback</a:t>
            </a:r>
            <a:endParaRPr lang="en-US" sz="2400">
              <a:ea typeface="+mn-lt"/>
              <a:cs typeface="+mn-lt"/>
            </a:endParaRPr>
          </a:p>
          <a:p>
            <a:r>
              <a:rPr lang="en-GB" sz="2400">
                <a:ea typeface="+mn-lt"/>
                <a:cs typeface="+mn-lt"/>
              </a:rPr>
              <a:t>record the feedback received in a format(s) suitable for analysis</a:t>
            </a:r>
            <a:endParaRPr lang="en-GB" sz="2400"/>
          </a:p>
        </p:txBody>
      </p:sp>
    </p:spTree>
    <p:extLst>
      <p:ext uri="{BB962C8B-B14F-4D97-AF65-F5344CB8AC3E}">
        <p14:creationId xmlns:p14="http://schemas.microsoft.com/office/powerpoint/2010/main" val="3867200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A7C74F9-FBB5-4060-98AA-EA0C53CB8593}"/>
              </a:ext>
            </a:extLst>
          </p:cNvPr>
          <p:cNvSpPr>
            <a:spLocks noGrp="1"/>
          </p:cNvSpPr>
          <p:nvPr>
            <p:ph type="title"/>
          </p:nvPr>
        </p:nvSpPr>
        <p:spPr>
          <a:xfrm>
            <a:off x="838200" y="1195697"/>
            <a:ext cx="3200400" cy="4238118"/>
          </a:xfrm>
        </p:spPr>
        <p:txBody>
          <a:bodyPr>
            <a:normAutofit/>
          </a:bodyPr>
          <a:lstStyle/>
          <a:p>
            <a:r>
              <a:rPr lang="en-GB" sz="4100" dirty="0">
                <a:solidFill>
                  <a:schemeClr val="bg1"/>
                </a:solidFill>
              </a:rPr>
              <a:t>Task 3a – Gathering Feedback to Inform Future Development</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E050CDA4-7A9C-1BA0-A5CD-C0AC9C95FFB0}"/>
              </a:ext>
            </a:extLst>
          </p:cNvPr>
          <p:cNvGraphicFramePr>
            <a:graphicFrameLocks noGrp="1"/>
          </p:cNvGraphicFramePr>
          <p:nvPr>
            <p:ph idx="1"/>
            <p:extLst>
              <p:ext uri="{D42A27DB-BD31-4B8C-83A1-F6EECF244321}">
                <p14:modId xmlns:p14="http://schemas.microsoft.com/office/powerpoint/2010/main" val="2071288846"/>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9102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4" descr="Table&#10;&#10;Description automatically generated">
            <a:extLst>
              <a:ext uri="{FF2B5EF4-FFF2-40B4-BE49-F238E27FC236}">
                <a16:creationId xmlns:a16="http://schemas.microsoft.com/office/drawing/2014/main" id="{F3F9BAAA-C89D-EE87-3814-4B087EFF06FB}"/>
              </a:ext>
            </a:extLst>
          </p:cNvPr>
          <p:cNvPicPr>
            <a:picLocks noGrp="1" noChangeAspect="1"/>
          </p:cNvPicPr>
          <p:nvPr>
            <p:ph idx="1"/>
          </p:nvPr>
        </p:nvPicPr>
        <p:blipFill>
          <a:blip r:embed="rId2"/>
          <a:stretch>
            <a:fillRect/>
          </a:stretch>
        </p:blipFill>
        <p:spPr>
          <a:xfrm>
            <a:off x="643467" y="1029885"/>
            <a:ext cx="10905066" cy="4798228"/>
          </a:xfrm>
          <a:prstGeom prst="rect">
            <a:avLst/>
          </a:prstGeom>
        </p:spPr>
      </p:pic>
    </p:spTree>
    <p:extLst>
      <p:ext uri="{BB962C8B-B14F-4D97-AF65-F5344CB8AC3E}">
        <p14:creationId xmlns:p14="http://schemas.microsoft.com/office/powerpoint/2010/main" val="21790136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515456E-B1B1-48C1-8164-7E567F5D4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E2CE5C-03BD-3A45-BEAA-C644BD056A66}"/>
              </a:ext>
            </a:extLst>
          </p:cNvPr>
          <p:cNvSpPr>
            <a:spLocks noGrp="1"/>
          </p:cNvSpPr>
          <p:nvPr>
            <p:ph type="title"/>
          </p:nvPr>
        </p:nvSpPr>
        <p:spPr>
          <a:xfrm>
            <a:off x="822299" y="1917510"/>
            <a:ext cx="3831998" cy="3022980"/>
          </a:xfrm>
        </p:spPr>
        <p:txBody>
          <a:bodyPr anchor="ctr">
            <a:normAutofit/>
          </a:bodyPr>
          <a:lstStyle/>
          <a:p>
            <a:pPr algn="ctr"/>
            <a:r>
              <a:rPr lang="en-GB">
                <a:solidFill>
                  <a:schemeClr val="tx1">
                    <a:lumMod val="85000"/>
                    <a:lumOff val="15000"/>
                  </a:schemeClr>
                </a:solidFill>
                <a:cs typeface="Calibri Light"/>
              </a:rPr>
              <a:t>What do you need to do?</a:t>
            </a:r>
            <a:endParaRPr lang="en-GB">
              <a:solidFill>
                <a:schemeClr val="tx1">
                  <a:lumMod val="85000"/>
                  <a:lumOff val="15000"/>
                </a:schemeClr>
              </a:solidFill>
            </a:endParaRPr>
          </a:p>
        </p:txBody>
      </p:sp>
      <p:sp>
        <p:nvSpPr>
          <p:cNvPr id="10" name="Freeform: Shape 9">
            <a:extLst>
              <a:ext uri="{FF2B5EF4-FFF2-40B4-BE49-F238E27FC236}">
                <a16:creationId xmlns:a16="http://schemas.microsoft.com/office/drawing/2014/main" id="{D237ACD7-8629-4014-83AF-339EDD87E9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4" y="643467"/>
            <a:ext cx="6272104" cy="5576358"/>
          </a:xfrm>
          <a:custGeom>
            <a:avLst/>
            <a:gdLst>
              <a:gd name="connsiteX0" fmla="*/ 6160697 w 6160697"/>
              <a:gd name="connsiteY0" fmla="*/ 0 h 5636676"/>
              <a:gd name="connsiteX1" fmla="*/ 6160697 w 6160697"/>
              <a:gd name="connsiteY1" fmla="*/ 5241536 h 5636676"/>
              <a:gd name="connsiteX2" fmla="*/ 6156554 w 6160697"/>
              <a:gd name="connsiteY2" fmla="*/ 5242381 h 5636676"/>
              <a:gd name="connsiteX3" fmla="*/ 6152471 w 6160697"/>
              <a:gd name="connsiteY3" fmla="*/ 5238376 h 5636676"/>
              <a:gd name="connsiteX4" fmla="*/ 6139063 w 6160697"/>
              <a:gd name="connsiteY4" fmla="*/ 5237646 h 5636676"/>
              <a:gd name="connsiteX5" fmla="*/ 6124768 w 6160697"/>
              <a:gd name="connsiteY5" fmla="*/ 5241915 h 5636676"/>
              <a:gd name="connsiteX6" fmla="*/ 6058950 w 6160697"/>
              <a:gd name="connsiteY6" fmla="*/ 5267176 h 5636676"/>
              <a:gd name="connsiteX7" fmla="*/ 6018366 w 6160697"/>
              <a:gd name="connsiteY7" fmla="*/ 5279454 h 5636676"/>
              <a:gd name="connsiteX8" fmla="*/ 6001056 w 6160697"/>
              <a:gd name="connsiteY8" fmla="*/ 5279669 h 5636676"/>
              <a:gd name="connsiteX9" fmla="*/ 5978158 w 6160697"/>
              <a:gd name="connsiteY9" fmla="*/ 5282958 h 5636676"/>
              <a:gd name="connsiteX10" fmla="*/ 5851521 w 6160697"/>
              <a:gd name="connsiteY10" fmla="*/ 5320165 h 5636676"/>
              <a:gd name="connsiteX11" fmla="*/ 5846811 w 6160697"/>
              <a:gd name="connsiteY11" fmla="*/ 5317803 h 5636676"/>
              <a:gd name="connsiteX12" fmla="*/ 5821445 w 6160697"/>
              <a:gd name="connsiteY12" fmla="*/ 5326257 h 5636676"/>
              <a:gd name="connsiteX13" fmla="*/ 5742484 w 6160697"/>
              <a:gd name="connsiteY13" fmla="*/ 5378748 h 5636676"/>
              <a:gd name="connsiteX14" fmla="*/ 5692638 w 6160697"/>
              <a:gd name="connsiteY14" fmla="*/ 5394640 h 5636676"/>
              <a:gd name="connsiteX15" fmla="*/ 5673352 w 6160697"/>
              <a:gd name="connsiteY15" fmla="*/ 5396590 h 5636676"/>
              <a:gd name="connsiteX16" fmla="*/ 5641138 w 6160697"/>
              <a:gd name="connsiteY16" fmla="*/ 5400089 h 5636676"/>
              <a:gd name="connsiteX17" fmla="*/ 5613130 w 6160697"/>
              <a:gd name="connsiteY17" fmla="*/ 5393622 h 5636676"/>
              <a:gd name="connsiteX18" fmla="*/ 5587752 w 6160697"/>
              <a:gd name="connsiteY18" fmla="*/ 5400147 h 5636676"/>
              <a:gd name="connsiteX19" fmla="*/ 5586939 w 6160697"/>
              <a:gd name="connsiteY19" fmla="*/ 5413409 h 5636676"/>
              <a:gd name="connsiteX20" fmla="*/ 5558140 w 6160697"/>
              <a:gd name="connsiteY20" fmla="*/ 5416576 h 5636676"/>
              <a:gd name="connsiteX21" fmla="*/ 5513898 w 6160697"/>
              <a:gd name="connsiteY21" fmla="*/ 5420092 h 5636676"/>
              <a:gd name="connsiteX22" fmla="*/ 5507892 w 6160697"/>
              <a:gd name="connsiteY22" fmla="*/ 5423953 h 5636676"/>
              <a:gd name="connsiteX23" fmla="*/ 5499230 w 6160697"/>
              <a:gd name="connsiteY23" fmla="*/ 5414956 h 5636676"/>
              <a:gd name="connsiteX24" fmla="*/ 5482057 w 6160697"/>
              <a:gd name="connsiteY24" fmla="*/ 5411363 h 5636676"/>
              <a:gd name="connsiteX25" fmla="*/ 5408816 w 6160697"/>
              <a:gd name="connsiteY25" fmla="*/ 5415847 h 5636676"/>
              <a:gd name="connsiteX26" fmla="*/ 5395738 w 6160697"/>
              <a:gd name="connsiteY26" fmla="*/ 5413749 h 5636676"/>
              <a:gd name="connsiteX27" fmla="*/ 5380156 w 6160697"/>
              <a:gd name="connsiteY27" fmla="*/ 5419870 h 5636676"/>
              <a:gd name="connsiteX28" fmla="*/ 5347114 w 6160697"/>
              <a:gd name="connsiteY28" fmla="*/ 5429171 h 5636676"/>
              <a:gd name="connsiteX29" fmla="*/ 5326101 w 6160697"/>
              <a:gd name="connsiteY29" fmla="*/ 5440792 h 5636676"/>
              <a:gd name="connsiteX30" fmla="*/ 5320104 w 6160697"/>
              <a:gd name="connsiteY30" fmla="*/ 5435870 h 5636676"/>
              <a:gd name="connsiteX31" fmla="*/ 5306571 w 6160697"/>
              <a:gd name="connsiteY31" fmla="*/ 5434305 h 5636676"/>
              <a:gd name="connsiteX32" fmla="*/ 5250731 w 6160697"/>
              <a:gd name="connsiteY32" fmla="*/ 5442441 h 5636676"/>
              <a:gd name="connsiteX33" fmla="*/ 5240489 w 6160697"/>
              <a:gd name="connsiteY33" fmla="*/ 5441726 h 5636676"/>
              <a:gd name="connsiteX34" fmla="*/ 5229095 w 6160697"/>
              <a:gd name="connsiteY34" fmla="*/ 5447321 h 5636676"/>
              <a:gd name="connsiteX35" fmla="*/ 5162669 w 6160697"/>
              <a:gd name="connsiteY35" fmla="*/ 5481008 h 5636676"/>
              <a:gd name="connsiteX36" fmla="*/ 5161945 w 6160697"/>
              <a:gd name="connsiteY36" fmla="*/ 5484428 h 5636676"/>
              <a:gd name="connsiteX37" fmla="*/ 5141192 w 6160697"/>
              <a:gd name="connsiteY37" fmla="*/ 5487094 h 5636676"/>
              <a:gd name="connsiteX38" fmla="*/ 5135796 w 6160697"/>
              <a:gd name="connsiteY38" fmla="*/ 5493398 h 5636676"/>
              <a:gd name="connsiteX39" fmla="*/ 5125146 w 6160697"/>
              <a:gd name="connsiteY39" fmla="*/ 5495481 h 5636676"/>
              <a:gd name="connsiteX40" fmla="*/ 5048259 w 6160697"/>
              <a:gd name="connsiteY40" fmla="*/ 5518646 h 5636676"/>
              <a:gd name="connsiteX41" fmla="*/ 5034800 w 6160697"/>
              <a:gd name="connsiteY41" fmla="*/ 5519818 h 5636676"/>
              <a:gd name="connsiteX42" fmla="*/ 5021494 w 6160697"/>
              <a:gd name="connsiteY42" fmla="*/ 5533940 h 5636676"/>
              <a:gd name="connsiteX43" fmla="*/ 4969420 w 6160697"/>
              <a:gd name="connsiteY43" fmla="*/ 5539580 h 5636676"/>
              <a:gd name="connsiteX44" fmla="*/ 4951997 w 6160697"/>
              <a:gd name="connsiteY44" fmla="*/ 5540998 h 5636676"/>
              <a:gd name="connsiteX45" fmla="*/ 4944222 w 6160697"/>
              <a:gd name="connsiteY45" fmla="*/ 5542061 h 5636676"/>
              <a:gd name="connsiteX46" fmla="*/ 4945476 w 6160697"/>
              <a:gd name="connsiteY46" fmla="*/ 5548837 h 5636676"/>
              <a:gd name="connsiteX47" fmla="*/ 4924708 w 6160697"/>
              <a:gd name="connsiteY47" fmla="*/ 5553963 h 5636676"/>
              <a:gd name="connsiteX48" fmla="*/ 4900123 w 6160697"/>
              <a:gd name="connsiteY48" fmla="*/ 5574141 h 5636676"/>
              <a:gd name="connsiteX49" fmla="*/ 4878805 w 6160697"/>
              <a:gd name="connsiteY49" fmla="*/ 5589711 h 5636676"/>
              <a:gd name="connsiteX50" fmla="*/ 4862889 w 6160697"/>
              <a:gd name="connsiteY50" fmla="*/ 5590274 h 5636676"/>
              <a:gd name="connsiteX51" fmla="*/ 4787099 w 6160697"/>
              <a:gd name="connsiteY51" fmla="*/ 5601127 h 5636676"/>
              <a:gd name="connsiteX52" fmla="*/ 4767539 w 6160697"/>
              <a:gd name="connsiteY52" fmla="*/ 5604712 h 5636676"/>
              <a:gd name="connsiteX53" fmla="*/ 4715397 w 6160697"/>
              <a:gd name="connsiteY53" fmla="*/ 5606905 h 5636676"/>
              <a:gd name="connsiteX54" fmla="*/ 4594975 w 6160697"/>
              <a:gd name="connsiteY54" fmla="*/ 5611694 h 5636676"/>
              <a:gd name="connsiteX55" fmla="*/ 4592519 w 6160697"/>
              <a:gd name="connsiteY55" fmla="*/ 5614677 h 5636676"/>
              <a:gd name="connsiteX56" fmla="*/ 4582609 w 6160697"/>
              <a:gd name="connsiteY56" fmla="*/ 5615529 h 5636676"/>
              <a:gd name="connsiteX57" fmla="*/ 4580200 w 6160697"/>
              <a:gd name="connsiteY57" fmla="*/ 5616290 h 5636676"/>
              <a:gd name="connsiteX58" fmla="*/ 4566161 w 6160697"/>
              <a:gd name="connsiteY58" fmla="*/ 5620121 h 5636676"/>
              <a:gd name="connsiteX59" fmla="*/ 4530539 w 6160697"/>
              <a:gd name="connsiteY59" fmla="*/ 5615013 h 5636676"/>
              <a:gd name="connsiteX60" fmla="*/ 4491359 w 6160697"/>
              <a:gd name="connsiteY60" fmla="*/ 5619658 h 5636676"/>
              <a:gd name="connsiteX61" fmla="*/ 4372063 w 6160697"/>
              <a:gd name="connsiteY61" fmla="*/ 5620213 h 5636676"/>
              <a:gd name="connsiteX62" fmla="*/ 4261863 w 6160697"/>
              <a:gd name="connsiteY62" fmla="*/ 5623713 h 5636676"/>
              <a:gd name="connsiteX63" fmla="*/ 4213285 w 6160697"/>
              <a:gd name="connsiteY63" fmla="*/ 5622917 h 5636676"/>
              <a:gd name="connsiteX64" fmla="*/ 4173936 w 6160697"/>
              <a:gd name="connsiteY64" fmla="*/ 5622049 h 5636676"/>
              <a:gd name="connsiteX65" fmla="*/ 4175584 w 6160697"/>
              <a:gd name="connsiteY65" fmla="*/ 5630149 h 5636676"/>
              <a:gd name="connsiteX66" fmla="*/ 4152035 w 6160697"/>
              <a:gd name="connsiteY66" fmla="*/ 5636676 h 5636676"/>
              <a:gd name="connsiteX67" fmla="*/ 4121051 w 6160697"/>
              <a:gd name="connsiteY67" fmla="*/ 5621835 h 5636676"/>
              <a:gd name="connsiteX68" fmla="*/ 4103457 w 6160697"/>
              <a:gd name="connsiteY68" fmla="*/ 5621974 h 5636676"/>
              <a:gd name="connsiteX69" fmla="*/ 4072592 w 6160697"/>
              <a:gd name="connsiteY69" fmla="*/ 5627101 h 5636676"/>
              <a:gd name="connsiteX70" fmla="*/ 4062311 w 6160697"/>
              <a:gd name="connsiteY70" fmla="*/ 5629472 h 5636676"/>
              <a:gd name="connsiteX71" fmla="*/ 3985093 w 6160697"/>
              <a:gd name="connsiteY71" fmla="*/ 5613011 h 5636676"/>
              <a:gd name="connsiteX72" fmla="*/ 3977564 w 6160697"/>
              <a:gd name="connsiteY72" fmla="*/ 5606406 h 5636676"/>
              <a:gd name="connsiteX73" fmla="*/ 3938843 w 6160697"/>
              <a:gd name="connsiteY73" fmla="*/ 5603534 h 5636676"/>
              <a:gd name="connsiteX74" fmla="*/ 3934439 w 6160697"/>
              <a:gd name="connsiteY74" fmla="*/ 5605287 h 5636676"/>
              <a:gd name="connsiteX75" fmla="*/ 3902350 w 6160697"/>
              <a:gd name="connsiteY75" fmla="*/ 5595175 h 5636676"/>
              <a:gd name="connsiteX76" fmla="*/ 3773677 w 6160697"/>
              <a:gd name="connsiteY76" fmla="*/ 5577344 h 5636676"/>
              <a:gd name="connsiteX77" fmla="*/ 3526259 w 6160697"/>
              <a:gd name="connsiteY77" fmla="*/ 5567985 h 5636676"/>
              <a:gd name="connsiteX78" fmla="*/ 3268592 w 6160697"/>
              <a:gd name="connsiteY78" fmla="*/ 5541271 h 5636676"/>
              <a:gd name="connsiteX79" fmla="*/ 3024274 w 6160697"/>
              <a:gd name="connsiteY79" fmla="*/ 5551613 h 5636676"/>
              <a:gd name="connsiteX80" fmla="*/ 2580376 w 6160697"/>
              <a:gd name="connsiteY80" fmla="*/ 5523020 h 5636676"/>
              <a:gd name="connsiteX81" fmla="*/ 2428086 w 6160697"/>
              <a:gd name="connsiteY81" fmla="*/ 5520461 h 5636676"/>
              <a:gd name="connsiteX82" fmla="*/ 2326052 w 6160697"/>
              <a:gd name="connsiteY82" fmla="*/ 5519493 h 5636676"/>
              <a:gd name="connsiteX83" fmla="*/ 2318979 w 6160697"/>
              <a:gd name="connsiteY83" fmla="*/ 5522207 h 5636676"/>
              <a:gd name="connsiteX84" fmla="*/ 2290482 w 6160697"/>
              <a:gd name="connsiteY84" fmla="*/ 5523810 h 5636676"/>
              <a:gd name="connsiteX85" fmla="*/ 2282680 w 6160697"/>
              <a:gd name="connsiteY85" fmla="*/ 5535840 h 5636676"/>
              <a:gd name="connsiteX86" fmla="*/ 2187437 w 6160697"/>
              <a:gd name="connsiteY86" fmla="*/ 5546268 h 5636676"/>
              <a:gd name="connsiteX87" fmla="*/ 1958211 w 6160697"/>
              <a:gd name="connsiteY87" fmla="*/ 5550992 h 5636676"/>
              <a:gd name="connsiteX88" fmla="*/ 1788574 w 6160697"/>
              <a:gd name="connsiteY88" fmla="*/ 5530833 h 5636676"/>
              <a:gd name="connsiteX89" fmla="*/ 1770257 w 6160697"/>
              <a:gd name="connsiteY89" fmla="*/ 5530964 h 5636676"/>
              <a:gd name="connsiteX90" fmla="*/ 1747724 w 6160697"/>
              <a:gd name="connsiteY90" fmla="*/ 5529296 h 5636676"/>
              <a:gd name="connsiteX91" fmla="*/ 1712794 w 6160697"/>
              <a:gd name="connsiteY91" fmla="*/ 5535788 h 5636676"/>
              <a:gd name="connsiteX92" fmla="*/ 1693854 w 6160697"/>
              <a:gd name="connsiteY92" fmla="*/ 5545452 h 5636676"/>
              <a:gd name="connsiteX93" fmla="*/ 1687546 w 6160697"/>
              <a:gd name="connsiteY93" fmla="*/ 5544521 h 5636676"/>
              <a:gd name="connsiteX94" fmla="*/ 1687194 w 6160697"/>
              <a:gd name="connsiteY94" fmla="*/ 5541192 h 5636676"/>
              <a:gd name="connsiteX95" fmla="*/ 1629583 w 6160697"/>
              <a:gd name="connsiteY95" fmla="*/ 5530061 h 5636676"/>
              <a:gd name="connsiteX96" fmla="*/ 1553336 w 6160697"/>
              <a:gd name="connsiteY96" fmla="*/ 5487310 h 5636676"/>
              <a:gd name="connsiteX97" fmla="*/ 1465077 w 6160697"/>
              <a:gd name="connsiteY97" fmla="*/ 5478284 h 5636676"/>
              <a:gd name="connsiteX98" fmla="*/ 1429630 w 6160697"/>
              <a:gd name="connsiteY98" fmla="*/ 5463320 h 5636676"/>
              <a:gd name="connsiteX99" fmla="*/ 1391291 w 6160697"/>
              <a:gd name="connsiteY99" fmla="*/ 5464846 h 5636676"/>
              <a:gd name="connsiteX100" fmla="*/ 1380007 w 6160697"/>
              <a:gd name="connsiteY100" fmla="*/ 5455970 h 5636676"/>
              <a:gd name="connsiteX101" fmla="*/ 1378141 w 6160697"/>
              <a:gd name="connsiteY101" fmla="*/ 5454279 h 5636676"/>
              <a:gd name="connsiteX102" fmla="*/ 1368962 w 6160697"/>
              <a:gd name="connsiteY102" fmla="*/ 5451018 h 5636676"/>
              <a:gd name="connsiteX103" fmla="*/ 1368505 w 6160697"/>
              <a:gd name="connsiteY103" fmla="*/ 5445712 h 5636676"/>
              <a:gd name="connsiteX104" fmla="*/ 1356218 w 6160697"/>
              <a:gd name="connsiteY104" fmla="*/ 5437660 h 5636676"/>
              <a:gd name="connsiteX105" fmla="*/ 1338733 w 6160697"/>
              <a:gd name="connsiteY105" fmla="*/ 5432883 h 5636676"/>
              <a:gd name="connsiteX106" fmla="*/ 1253342 w 6160697"/>
              <a:gd name="connsiteY106" fmla="*/ 5415104 h 5636676"/>
              <a:gd name="connsiteX107" fmla="*/ 1203557 w 6160697"/>
              <a:gd name="connsiteY107" fmla="*/ 5401656 h 5636676"/>
              <a:gd name="connsiteX108" fmla="*/ 1186689 w 6160697"/>
              <a:gd name="connsiteY108" fmla="*/ 5392134 h 5636676"/>
              <a:gd name="connsiteX109" fmla="*/ 1161759 w 6160697"/>
              <a:gd name="connsiteY109" fmla="*/ 5381804 h 5636676"/>
              <a:gd name="connsiteX110" fmla="*/ 1119345 w 6160697"/>
              <a:gd name="connsiteY110" fmla="*/ 5360154 h 5636676"/>
              <a:gd name="connsiteX111" fmla="*/ 1095256 w 6160697"/>
              <a:gd name="connsiteY111" fmla="*/ 5353950 h 5636676"/>
              <a:gd name="connsiteX112" fmla="*/ 1058773 w 6160697"/>
              <a:gd name="connsiteY112" fmla="*/ 5341289 h 5636676"/>
              <a:gd name="connsiteX113" fmla="*/ 1048153 w 6160697"/>
              <a:gd name="connsiteY113" fmla="*/ 5339154 h 5636676"/>
              <a:gd name="connsiteX114" fmla="*/ 1043881 w 6160697"/>
              <a:gd name="connsiteY114" fmla="*/ 5338518 h 5636676"/>
              <a:gd name="connsiteX115" fmla="*/ 1007373 w 6160697"/>
              <a:gd name="connsiteY115" fmla="*/ 5339007 h 5636676"/>
              <a:gd name="connsiteX116" fmla="*/ 1004885 w 6160697"/>
              <a:gd name="connsiteY116" fmla="*/ 5334591 h 5636676"/>
              <a:gd name="connsiteX117" fmla="*/ 994709 w 6160697"/>
              <a:gd name="connsiteY117" fmla="*/ 5328566 h 5636676"/>
              <a:gd name="connsiteX118" fmla="*/ 984399 w 6160697"/>
              <a:gd name="connsiteY118" fmla="*/ 5331183 h 5636676"/>
              <a:gd name="connsiteX119" fmla="*/ 964158 w 6160697"/>
              <a:gd name="connsiteY119" fmla="*/ 5330044 h 5636676"/>
              <a:gd name="connsiteX120" fmla="*/ 958888 w 6160697"/>
              <a:gd name="connsiteY120" fmla="*/ 5328278 h 5636676"/>
              <a:gd name="connsiteX121" fmla="*/ 940162 w 6160697"/>
              <a:gd name="connsiteY121" fmla="*/ 5341965 h 5636676"/>
              <a:gd name="connsiteX122" fmla="*/ 907763 w 6160697"/>
              <a:gd name="connsiteY122" fmla="*/ 5329404 h 5636676"/>
              <a:gd name="connsiteX123" fmla="*/ 872950 w 6160697"/>
              <a:gd name="connsiteY123" fmla="*/ 5324938 h 5636676"/>
              <a:gd name="connsiteX124" fmla="*/ 862283 w 6160697"/>
              <a:gd name="connsiteY124" fmla="*/ 5327617 h 5636676"/>
              <a:gd name="connsiteX125" fmla="*/ 798257 w 6160697"/>
              <a:gd name="connsiteY125" fmla="*/ 5334973 h 5636676"/>
              <a:gd name="connsiteX126" fmla="*/ 778474 w 6160697"/>
              <a:gd name="connsiteY126" fmla="*/ 5326083 h 5636676"/>
              <a:gd name="connsiteX127" fmla="*/ 763422 w 6160697"/>
              <a:gd name="connsiteY127" fmla="*/ 5321440 h 5636676"/>
              <a:gd name="connsiteX128" fmla="*/ 760604 w 6160697"/>
              <a:gd name="connsiteY128" fmla="*/ 5316482 h 5636676"/>
              <a:gd name="connsiteX129" fmla="*/ 750603 w 6160697"/>
              <a:gd name="connsiteY129" fmla="*/ 5315646 h 5636676"/>
              <a:gd name="connsiteX130" fmla="*/ 748101 w 6160697"/>
              <a:gd name="connsiteY130" fmla="*/ 5314492 h 5636676"/>
              <a:gd name="connsiteX131" fmla="*/ 733610 w 6160697"/>
              <a:gd name="connsiteY131" fmla="*/ 5308812 h 5636676"/>
              <a:gd name="connsiteX132" fmla="*/ 698671 w 6160697"/>
              <a:gd name="connsiteY132" fmla="*/ 5319789 h 5636676"/>
              <a:gd name="connsiteX133" fmla="*/ 658974 w 6160697"/>
              <a:gd name="connsiteY133" fmla="*/ 5314289 h 5636676"/>
              <a:gd name="connsiteX134" fmla="*/ 547411 w 6160697"/>
              <a:gd name="connsiteY134" fmla="*/ 5323081 h 5636676"/>
              <a:gd name="connsiteX135" fmla="*/ 420170 w 6160697"/>
              <a:gd name="connsiteY135" fmla="*/ 5302565 h 5636676"/>
              <a:gd name="connsiteX136" fmla="*/ 320690 w 6160697"/>
              <a:gd name="connsiteY136" fmla="*/ 5332193 h 5636676"/>
              <a:gd name="connsiteX137" fmla="*/ 257958 w 6160697"/>
              <a:gd name="connsiteY137" fmla="*/ 5340954 h 5636676"/>
              <a:gd name="connsiteX138" fmla="*/ 184890 w 6160697"/>
              <a:gd name="connsiteY138" fmla="*/ 5339091 h 5636676"/>
              <a:gd name="connsiteX139" fmla="*/ 183331 w 6160697"/>
              <a:gd name="connsiteY139" fmla="*/ 5338348 h 5636676"/>
              <a:gd name="connsiteX140" fmla="*/ 169782 w 6160697"/>
              <a:gd name="connsiteY140" fmla="*/ 5339269 h 5636676"/>
              <a:gd name="connsiteX141" fmla="*/ 167187 w 6160697"/>
              <a:gd name="connsiteY141" fmla="*/ 5341914 h 5636676"/>
              <a:gd name="connsiteX142" fmla="*/ 140235 w 6160697"/>
              <a:gd name="connsiteY142" fmla="*/ 5348128 h 5636676"/>
              <a:gd name="connsiteX143" fmla="*/ 109349 w 6160697"/>
              <a:gd name="connsiteY143" fmla="*/ 5351347 h 5636676"/>
              <a:gd name="connsiteX144" fmla="*/ 108834 w 6160697"/>
              <a:gd name="connsiteY144" fmla="*/ 5350486 h 5636676"/>
              <a:gd name="connsiteX145" fmla="*/ 84990 w 6160697"/>
              <a:gd name="connsiteY145" fmla="*/ 5344389 h 5636676"/>
              <a:gd name="connsiteX146" fmla="*/ 47411 w 6160697"/>
              <a:gd name="connsiteY146" fmla="*/ 5325453 h 5636676"/>
              <a:gd name="connsiteX147" fmla="*/ 18970 w 6160697"/>
              <a:gd name="connsiteY147" fmla="*/ 5329785 h 5636676"/>
              <a:gd name="connsiteX148" fmla="*/ 13158 w 6160697"/>
              <a:gd name="connsiteY148" fmla="*/ 5330156 h 5636676"/>
              <a:gd name="connsiteX149" fmla="*/ 13003 w 6160697"/>
              <a:gd name="connsiteY149" fmla="*/ 5329958 h 5636676"/>
              <a:gd name="connsiteX150" fmla="*/ 6798 w 6160697"/>
              <a:gd name="connsiteY150" fmla="*/ 5329941 h 5636676"/>
              <a:gd name="connsiteX151" fmla="*/ 2557 w 6160697"/>
              <a:gd name="connsiteY151" fmla="*/ 5330836 h 5636676"/>
              <a:gd name="connsiteX152" fmla="*/ 0 w 6160697"/>
              <a:gd name="connsiteY152" fmla="*/ 5330999 h 5636676"/>
              <a:gd name="connsiteX153" fmla="*/ 0 w 6160697"/>
              <a:gd name="connsiteY153" fmla="*/ 6095 h 563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6160697" h="5636676">
                <a:moveTo>
                  <a:pt x="6160697" y="0"/>
                </a:moveTo>
                <a:lnTo>
                  <a:pt x="6160697" y="5241536"/>
                </a:lnTo>
                <a:lnTo>
                  <a:pt x="6156554" y="5242381"/>
                </a:lnTo>
                <a:lnTo>
                  <a:pt x="6152471" y="5238376"/>
                </a:lnTo>
                <a:lnTo>
                  <a:pt x="6139063" y="5237646"/>
                </a:lnTo>
                <a:cubicBezTo>
                  <a:pt x="6134322" y="5238062"/>
                  <a:pt x="6129550" y="5239318"/>
                  <a:pt x="6124768" y="5241915"/>
                </a:cubicBezTo>
                <a:cubicBezTo>
                  <a:pt x="6112241" y="5258189"/>
                  <a:pt x="6073916" y="5246037"/>
                  <a:pt x="6058950" y="5267176"/>
                </a:cubicBezTo>
                <a:cubicBezTo>
                  <a:pt x="6052501" y="5273412"/>
                  <a:pt x="6026754" y="5283311"/>
                  <a:pt x="6018366" y="5279454"/>
                </a:cubicBezTo>
                <a:cubicBezTo>
                  <a:pt x="6012273" y="5280338"/>
                  <a:pt x="6007326" y="5284888"/>
                  <a:pt x="6001056" y="5279669"/>
                </a:cubicBezTo>
                <a:cubicBezTo>
                  <a:pt x="5992407" y="5273826"/>
                  <a:pt x="5980924" y="5292840"/>
                  <a:pt x="5978158" y="5282958"/>
                </a:cubicBezTo>
                <a:cubicBezTo>
                  <a:pt x="5953235" y="5289707"/>
                  <a:pt x="5873412" y="5314356"/>
                  <a:pt x="5851521" y="5320165"/>
                </a:cubicBezTo>
                <a:cubicBezTo>
                  <a:pt x="5850093" y="5319197"/>
                  <a:pt x="5848504" y="5318401"/>
                  <a:pt x="5846811" y="5317803"/>
                </a:cubicBezTo>
                <a:cubicBezTo>
                  <a:pt x="5836955" y="5314327"/>
                  <a:pt x="5825596" y="5318112"/>
                  <a:pt x="5821445" y="5326257"/>
                </a:cubicBezTo>
                <a:cubicBezTo>
                  <a:pt x="5797750" y="5355654"/>
                  <a:pt x="5768199" y="5365302"/>
                  <a:pt x="5742484" y="5378748"/>
                </a:cubicBezTo>
                <a:cubicBezTo>
                  <a:pt x="5712463" y="5391933"/>
                  <a:pt x="5723511" y="5363738"/>
                  <a:pt x="5692638" y="5394640"/>
                </a:cubicBezTo>
                <a:cubicBezTo>
                  <a:pt x="5685162" y="5388839"/>
                  <a:pt x="5680078" y="5390215"/>
                  <a:pt x="5673352" y="5396590"/>
                </a:cubicBezTo>
                <a:cubicBezTo>
                  <a:pt x="5658519" y="5402454"/>
                  <a:pt x="5651424" y="5383775"/>
                  <a:pt x="5641138" y="5400089"/>
                </a:cubicBezTo>
                <a:cubicBezTo>
                  <a:pt x="5639436" y="5389318"/>
                  <a:pt x="5610760" y="5406260"/>
                  <a:pt x="5613130" y="5393622"/>
                </a:cubicBezTo>
                <a:cubicBezTo>
                  <a:pt x="5599247" y="5388102"/>
                  <a:pt x="5601035" y="5404523"/>
                  <a:pt x="5587752" y="5400147"/>
                </a:cubicBezTo>
                <a:cubicBezTo>
                  <a:pt x="5575908" y="5402167"/>
                  <a:pt x="5598814" y="5408442"/>
                  <a:pt x="5586939" y="5413409"/>
                </a:cubicBezTo>
                <a:cubicBezTo>
                  <a:pt x="5571739" y="5417659"/>
                  <a:pt x="5579895" y="5435655"/>
                  <a:pt x="5558140" y="5416576"/>
                </a:cubicBezTo>
                <a:cubicBezTo>
                  <a:pt x="5545125" y="5427439"/>
                  <a:pt x="5537467" y="5418132"/>
                  <a:pt x="5513898" y="5420092"/>
                </a:cubicBezTo>
                <a:lnTo>
                  <a:pt x="5507892" y="5423953"/>
                </a:lnTo>
                <a:lnTo>
                  <a:pt x="5499230" y="5414956"/>
                </a:lnTo>
                <a:cubicBezTo>
                  <a:pt x="5494522" y="5411441"/>
                  <a:pt x="5489041" y="5409502"/>
                  <a:pt x="5482057" y="5411363"/>
                </a:cubicBezTo>
                <a:cubicBezTo>
                  <a:pt x="5441582" y="5440334"/>
                  <a:pt x="5478175" y="5394237"/>
                  <a:pt x="5408816" y="5415847"/>
                </a:cubicBezTo>
                <a:cubicBezTo>
                  <a:pt x="5405733" y="5419916"/>
                  <a:pt x="5396114" y="5418376"/>
                  <a:pt x="5395738" y="5413749"/>
                </a:cubicBezTo>
                <a:cubicBezTo>
                  <a:pt x="5391612" y="5416050"/>
                  <a:pt x="5383259" y="5426773"/>
                  <a:pt x="5380156" y="5419870"/>
                </a:cubicBezTo>
                <a:cubicBezTo>
                  <a:pt x="5368670" y="5421761"/>
                  <a:pt x="5357569" y="5424896"/>
                  <a:pt x="5347114" y="5429171"/>
                </a:cubicBezTo>
                <a:lnTo>
                  <a:pt x="5326101" y="5440792"/>
                </a:lnTo>
                <a:lnTo>
                  <a:pt x="5320104" y="5435870"/>
                </a:lnTo>
                <a:cubicBezTo>
                  <a:pt x="5316154" y="5433548"/>
                  <a:pt x="5311762" y="5432457"/>
                  <a:pt x="5306571" y="5434305"/>
                </a:cubicBezTo>
                <a:cubicBezTo>
                  <a:pt x="5278222" y="5458611"/>
                  <a:pt x="5301967" y="5421751"/>
                  <a:pt x="5250731" y="5442441"/>
                </a:cubicBezTo>
                <a:cubicBezTo>
                  <a:pt x="5248752" y="5445684"/>
                  <a:pt x="5241215" y="5445162"/>
                  <a:pt x="5240489" y="5441726"/>
                </a:cubicBezTo>
                <a:cubicBezTo>
                  <a:pt x="5237534" y="5443716"/>
                  <a:pt x="5232136" y="5452280"/>
                  <a:pt x="5229095" y="5447321"/>
                </a:cubicBezTo>
                <a:cubicBezTo>
                  <a:pt x="5216125" y="5453868"/>
                  <a:pt x="5173861" y="5474823"/>
                  <a:pt x="5162669" y="5481008"/>
                </a:cubicBezTo>
                <a:lnTo>
                  <a:pt x="5161945" y="5484428"/>
                </a:lnTo>
                <a:cubicBezTo>
                  <a:pt x="5158366" y="5485443"/>
                  <a:pt x="5145550" y="5485600"/>
                  <a:pt x="5141192" y="5487094"/>
                </a:cubicBezTo>
                <a:lnTo>
                  <a:pt x="5135796" y="5493398"/>
                </a:lnTo>
                <a:lnTo>
                  <a:pt x="5125146" y="5495481"/>
                </a:lnTo>
                <a:lnTo>
                  <a:pt x="5048259" y="5518646"/>
                </a:lnTo>
                <a:lnTo>
                  <a:pt x="5034800" y="5519818"/>
                </a:lnTo>
                <a:cubicBezTo>
                  <a:pt x="5028813" y="5522097"/>
                  <a:pt x="5024166" y="5526423"/>
                  <a:pt x="5021494" y="5533940"/>
                </a:cubicBezTo>
                <a:cubicBezTo>
                  <a:pt x="5010597" y="5537234"/>
                  <a:pt x="4980226" y="5537766"/>
                  <a:pt x="4969420" y="5539580"/>
                </a:cubicBezTo>
                <a:lnTo>
                  <a:pt x="4951997" y="5540998"/>
                </a:lnTo>
                <a:lnTo>
                  <a:pt x="4944222" y="5542061"/>
                </a:lnTo>
                <a:lnTo>
                  <a:pt x="4945476" y="5548837"/>
                </a:lnTo>
                <a:lnTo>
                  <a:pt x="4924708" y="5553963"/>
                </a:lnTo>
                <a:cubicBezTo>
                  <a:pt x="4918349" y="5557956"/>
                  <a:pt x="4909767" y="5565846"/>
                  <a:pt x="4900123" y="5574141"/>
                </a:cubicBezTo>
                <a:lnTo>
                  <a:pt x="4878805" y="5589711"/>
                </a:lnTo>
                <a:lnTo>
                  <a:pt x="4862889" y="5590274"/>
                </a:lnTo>
                <a:cubicBezTo>
                  <a:pt x="4839384" y="5593189"/>
                  <a:pt x="4802990" y="5598721"/>
                  <a:pt x="4787099" y="5601127"/>
                </a:cubicBezTo>
                <a:cubicBezTo>
                  <a:pt x="4782839" y="5605219"/>
                  <a:pt x="4774855" y="5603876"/>
                  <a:pt x="4767539" y="5604712"/>
                </a:cubicBezTo>
                <a:cubicBezTo>
                  <a:pt x="4760169" y="5608536"/>
                  <a:pt x="4725967" y="5608816"/>
                  <a:pt x="4715397" y="5606905"/>
                </a:cubicBezTo>
                <a:lnTo>
                  <a:pt x="4594975" y="5611694"/>
                </a:lnTo>
                <a:lnTo>
                  <a:pt x="4592519" y="5614677"/>
                </a:lnTo>
                <a:lnTo>
                  <a:pt x="4582609" y="5615529"/>
                </a:lnTo>
                <a:lnTo>
                  <a:pt x="4580200" y="5616290"/>
                </a:lnTo>
                <a:cubicBezTo>
                  <a:pt x="4575607" y="5617756"/>
                  <a:pt x="4571009" y="5619123"/>
                  <a:pt x="4566161" y="5620121"/>
                </a:cubicBezTo>
                <a:cubicBezTo>
                  <a:pt x="4563091" y="5607487"/>
                  <a:pt x="4524419" y="5626532"/>
                  <a:pt x="4530539" y="5615013"/>
                </a:cubicBezTo>
                <a:cubicBezTo>
                  <a:pt x="4503368" y="5618303"/>
                  <a:pt x="4516321" y="5606477"/>
                  <a:pt x="4491359" y="5619658"/>
                </a:cubicBezTo>
                <a:cubicBezTo>
                  <a:pt x="4442184" y="5616385"/>
                  <a:pt x="4416402" y="5629757"/>
                  <a:pt x="4372063" y="5620213"/>
                </a:cubicBezTo>
                <a:cubicBezTo>
                  <a:pt x="4380670" y="5625116"/>
                  <a:pt x="4276183" y="5624626"/>
                  <a:pt x="4261863" y="5623713"/>
                </a:cubicBezTo>
                <a:lnTo>
                  <a:pt x="4213285" y="5622917"/>
                </a:lnTo>
                <a:lnTo>
                  <a:pt x="4173936" y="5622049"/>
                </a:lnTo>
                <a:lnTo>
                  <a:pt x="4175584" y="5630149"/>
                </a:lnTo>
                <a:cubicBezTo>
                  <a:pt x="4164064" y="5629512"/>
                  <a:pt x="4157026" y="5632266"/>
                  <a:pt x="4152035" y="5636676"/>
                </a:cubicBezTo>
                <a:lnTo>
                  <a:pt x="4121051" y="5621835"/>
                </a:lnTo>
                <a:lnTo>
                  <a:pt x="4103457" y="5621974"/>
                </a:lnTo>
                <a:lnTo>
                  <a:pt x="4072592" y="5627101"/>
                </a:lnTo>
                <a:lnTo>
                  <a:pt x="4062311" y="5629472"/>
                </a:lnTo>
                <a:lnTo>
                  <a:pt x="3985093" y="5613011"/>
                </a:lnTo>
                <a:lnTo>
                  <a:pt x="3977564" y="5606406"/>
                </a:lnTo>
                <a:cubicBezTo>
                  <a:pt x="3969488" y="5602339"/>
                  <a:pt x="3957995" y="5600457"/>
                  <a:pt x="3938843" y="5603534"/>
                </a:cubicBezTo>
                <a:lnTo>
                  <a:pt x="3934439" y="5605287"/>
                </a:lnTo>
                <a:lnTo>
                  <a:pt x="3902350" y="5595175"/>
                </a:lnTo>
                <a:cubicBezTo>
                  <a:pt x="3891994" y="5590573"/>
                  <a:pt x="3781184" y="5584781"/>
                  <a:pt x="3773677" y="5577344"/>
                </a:cubicBezTo>
                <a:cubicBezTo>
                  <a:pt x="3652339" y="5595755"/>
                  <a:pt x="3643985" y="5563083"/>
                  <a:pt x="3526259" y="5567985"/>
                </a:cubicBezTo>
                <a:cubicBezTo>
                  <a:pt x="3424299" y="5518200"/>
                  <a:pt x="3359989" y="5548523"/>
                  <a:pt x="3268592" y="5541271"/>
                </a:cubicBezTo>
                <a:cubicBezTo>
                  <a:pt x="3181540" y="5536169"/>
                  <a:pt x="3141233" y="5552279"/>
                  <a:pt x="3024274" y="5551613"/>
                </a:cubicBezTo>
                <a:cubicBezTo>
                  <a:pt x="2900352" y="5540755"/>
                  <a:pt x="2719771" y="5546525"/>
                  <a:pt x="2580376" y="5523020"/>
                </a:cubicBezTo>
                <a:cubicBezTo>
                  <a:pt x="2470852" y="5515454"/>
                  <a:pt x="2470473" y="5521048"/>
                  <a:pt x="2428086" y="5520461"/>
                </a:cubicBezTo>
                <a:cubicBezTo>
                  <a:pt x="2413989" y="5523686"/>
                  <a:pt x="2339546" y="5514256"/>
                  <a:pt x="2326052" y="5519493"/>
                </a:cubicBezTo>
                <a:lnTo>
                  <a:pt x="2318979" y="5522207"/>
                </a:lnTo>
                <a:lnTo>
                  <a:pt x="2290482" y="5523810"/>
                </a:lnTo>
                <a:lnTo>
                  <a:pt x="2282680" y="5535840"/>
                </a:lnTo>
                <a:lnTo>
                  <a:pt x="2187437" y="5546268"/>
                </a:lnTo>
                <a:cubicBezTo>
                  <a:pt x="2124119" y="5516983"/>
                  <a:pt x="2070057" y="5551920"/>
                  <a:pt x="1958211" y="5550992"/>
                </a:cubicBezTo>
                <a:cubicBezTo>
                  <a:pt x="1928571" y="5540876"/>
                  <a:pt x="1810615" y="5516253"/>
                  <a:pt x="1788574" y="5530833"/>
                </a:cubicBezTo>
                <a:lnTo>
                  <a:pt x="1770257" y="5530964"/>
                </a:lnTo>
                <a:lnTo>
                  <a:pt x="1747724" y="5529296"/>
                </a:lnTo>
                <a:cubicBezTo>
                  <a:pt x="1735827" y="5530131"/>
                  <a:pt x="1723469" y="5532445"/>
                  <a:pt x="1712794" y="5535788"/>
                </a:cubicBezTo>
                <a:lnTo>
                  <a:pt x="1693854" y="5545452"/>
                </a:lnTo>
                <a:lnTo>
                  <a:pt x="1687546" y="5544521"/>
                </a:lnTo>
                <a:lnTo>
                  <a:pt x="1687194" y="5541192"/>
                </a:lnTo>
                <a:cubicBezTo>
                  <a:pt x="1674076" y="5529668"/>
                  <a:pt x="1590812" y="5552390"/>
                  <a:pt x="1629583" y="5530061"/>
                </a:cubicBezTo>
                <a:cubicBezTo>
                  <a:pt x="1614917" y="5528827"/>
                  <a:pt x="1590209" y="5483761"/>
                  <a:pt x="1553336" y="5487310"/>
                </a:cubicBezTo>
                <a:cubicBezTo>
                  <a:pt x="1503529" y="5494380"/>
                  <a:pt x="1515531" y="5482303"/>
                  <a:pt x="1465077" y="5478284"/>
                </a:cubicBezTo>
                <a:cubicBezTo>
                  <a:pt x="1449190" y="5452169"/>
                  <a:pt x="1454169" y="5473808"/>
                  <a:pt x="1429630" y="5463320"/>
                </a:cubicBezTo>
                <a:cubicBezTo>
                  <a:pt x="1428096" y="5483162"/>
                  <a:pt x="1402583" y="5444937"/>
                  <a:pt x="1391291" y="5464846"/>
                </a:cubicBezTo>
                <a:cubicBezTo>
                  <a:pt x="1387184" y="5462307"/>
                  <a:pt x="1383559" y="5459219"/>
                  <a:pt x="1380007" y="5455970"/>
                </a:cubicBezTo>
                <a:lnTo>
                  <a:pt x="1378141" y="5454279"/>
                </a:lnTo>
                <a:lnTo>
                  <a:pt x="1368962" y="5451018"/>
                </a:lnTo>
                <a:lnTo>
                  <a:pt x="1368505" y="5445712"/>
                </a:lnTo>
                <a:lnTo>
                  <a:pt x="1356218" y="5437660"/>
                </a:lnTo>
                <a:cubicBezTo>
                  <a:pt x="1351287" y="5435322"/>
                  <a:pt x="1345597" y="5433601"/>
                  <a:pt x="1338733" y="5432883"/>
                </a:cubicBezTo>
                <a:cubicBezTo>
                  <a:pt x="1312513" y="5438143"/>
                  <a:pt x="1286135" y="5407540"/>
                  <a:pt x="1253342" y="5415104"/>
                </a:cubicBezTo>
                <a:cubicBezTo>
                  <a:pt x="1241709" y="5416198"/>
                  <a:pt x="1208290" y="5409258"/>
                  <a:pt x="1203557" y="5401656"/>
                </a:cubicBezTo>
                <a:cubicBezTo>
                  <a:pt x="1196916" y="5398913"/>
                  <a:pt x="1188195" y="5399578"/>
                  <a:pt x="1186689" y="5392134"/>
                </a:cubicBezTo>
                <a:cubicBezTo>
                  <a:pt x="1183431" y="5382893"/>
                  <a:pt x="1155837" y="5390802"/>
                  <a:pt x="1161759" y="5381804"/>
                </a:cubicBezTo>
                <a:cubicBezTo>
                  <a:pt x="1142246" y="5387102"/>
                  <a:pt x="1132828" y="5367240"/>
                  <a:pt x="1119345" y="5360154"/>
                </a:cubicBezTo>
                <a:cubicBezTo>
                  <a:pt x="1111438" y="5363130"/>
                  <a:pt x="1104310" y="5359434"/>
                  <a:pt x="1095256" y="5353950"/>
                </a:cubicBezTo>
                <a:lnTo>
                  <a:pt x="1058773" y="5341289"/>
                </a:lnTo>
                <a:lnTo>
                  <a:pt x="1048153" y="5339154"/>
                </a:lnTo>
                <a:lnTo>
                  <a:pt x="1043881" y="5338518"/>
                </a:lnTo>
                <a:lnTo>
                  <a:pt x="1007373" y="5339007"/>
                </a:lnTo>
                <a:cubicBezTo>
                  <a:pt x="1006839" y="5337479"/>
                  <a:pt x="1006000" y="5335990"/>
                  <a:pt x="1004885" y="5334591"/>
                </a:cubicBezTo>
                <a:lnTo>
                  <a:pt x="994709" y="5328566"/>
                </a:lnTo>
                <a:lnTo>
                  <a:pt x="984399" y="5331183"/>
                </a:lnTo>
                <a:cubicBezTo>
                  <a:pt x="985481" y="5323632"/>
                  <a:pt x="973336" y="5329847"/>
                  <a:pt x="964158" y="5330044"/>
                </a:cubicBezTo>
                <a:lnTo>
                  <a:pt x="958888" y="5328278"/>
                </a:lnTo>
                <a:lnTo>
                  <a:pt x="940162" y="5341965"/>
                </a:lnTo>
                <a:cubicBezTo>
                  <a:pt x="929334" y="5342282"/>
                  <a:pt x="917673" y="5330271"/>
                  <a:pt x="907763" y="5329404"/>
                </a:cubicBezTo>
                <a:lnTo>
                  <a:pt x="872950" y="5324938"/>
                </a:lnTo>
                <a:lnTo>
                  <a:pt x="862283" y="5327617"/>
                </a:lnTo>
                <a:cubicBezTo>
                  <a:pt x="839056" y="5328258"/>
                  <a:pt x="814750" y="5326323"/>
                  <a:pt x="798257" y="5334973"/>
                </a:cubicBezTo>
                <a:cubicBezTo>
                  <a:pt x="791554" y="5335992"/>
                  <a:pt x="784112" y="5327092"/>
                  <a:pt x="778474" y="5326083"/>
                </a:cubicBezTo>
                <a:lnTo>
                  <a:pt x="763422" y="5321440"/>
                </a:lnTo>
                <a:lnTo>
                  <a:pt x="760604" y="5316482"/>
                </a:lnTo>
                <a:lnTo>
                  <a:pt x="750603" y="5315646"/>
                </a:lnTo>
                <a:lnTo>
                  <a:pt x="748101" y="5314492"/>
                </a:lnTo>
                <a:cubicBezTo>
                  <a:pt x="743336" y="5312270"/>
                  <a:pt x="738573" y="5310219"/>
                  <a:pt x="733610" y="5308812"/>
                </a:cubicBezTo>
                <a:cubicBezTo>
                  <a:pt x="732103" y="5330640"/>
                  <a:pt x="691138" y="5300448"/>
                  <a:pt x="698671" y="5319789"/>
                </a:cubicBezTo>
                <a:cubicBezTo>
                  <a:pt x="671131" y="5315859"/>
                  <a:pt x="685526" y="5335298"/>
                  <a:pt x="658974" y="5314289"/>
                </a:cubicBezTo>
                <a:cubicBezTo>
                  <a:pt x="610275" y="5322973"/>
                  <a:pt x="590509" y="5330275"/>
                  <a:pt x="547411" y="5323081"/>
                </a:cubicBezTo>
                <a:cubicBezTo>
                  <a:pt x="507611" y="5321127"/>
                  <a:pt x="457956" y="5301046"/>
                  <a:pt x="420170" y="5302565"/>
                </a:cubicBezTo>
                <a:cubicBezTo>
                  <a:pt x="362940" y="5303601"/>
                  <a:pt x="338545" y="5357010"/>
                  <a:pt x="320690" y="5332193"/>
                </a:cubicBezTo>
                <a:cubicBezTo>
                  <a:pt x="293655" y="5338591"/>
                  <a:pt x="280592" y="5339804"/>
                  <a:pt x="257958" y="5340954"/>
                </a:cubicBezTo>
                <a:lnTo>
                  <a:pt x="184890" y="5339091"/>
                </a:lnTo>
                <a:lnTo>
                  <a:pt x="183331" y="5338348"/>
                </a:lnTo>
                <a:cubicBezTo>
                  <a:pt x="176597" y="5336970"/>
                  <a:pt x="172582" y="5337663"/>
                  <a:pt x="169782" y="5339269"/>
                </a:cubicBezTo>
                <a:lnTo>
                  <a:pt x="167187" y="5341914"/>
                </a:lnTo>
                <a:lnTo>
                  <a:pt x="140235" y="5348128"/>
                </a:lnTo>
                <a:lnTo>
                  <a:pt x="109349" y="5351347"/>
                </a:lnTo>
                <a:lnTo>
                  <a:pt x="108834" y="5350486"/>
                </a:lnTo>
                <a:cubicBezTo>
                  <a:pt x="104774" y="5349326"/>
                  <a:pt x="95228" y="5348561"/>
                  <a:pt x="84990" y="5344389"/>
                </a:cubicBezTo>
                <a:cubicBezTo>
                  <a:pt x="88665" y="5323440"/>
                  <a:pt x="55092" y="5336567"/>
                  <a:pt x="47411" y="5325453"/>
                </a:cubicBezTo>
                <a:cubicBezTo>
                  <a:pt x="38324" y="5327218"/>
                  <a:pt x="28779" y="5328702"/>
                  <a:pt x="18970" y="5329785"/>
                </a:cubicBezTo>
                <a:lnTo>
                  <a:pt x="13158" y="5330156"/>
                </a:lnTo>
                <a:lnTo>
                  <a:pt x="13003" y="5329958"/>
                </a:lnTo>
                <a:cubicBezTo>
                  <a:pt x="11660" y="5329599"/>
                  <a:pt x="9719" y="5329556"/>
                  <a:pt x="6798" y="5329941"/>
                </a:cubicBezTo>
                <a:lnTo>
                  <a:pt x="2557" y="5330836"/>
                </a:lnTo>
                <a:lnTo>
                  <a:pt x="0" y="5330999"/>
                </a:lnTo>
                <a:lnTo>
                  <a:pt x="0" y="6095"/>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Rectangle 6">
            <a:extLst>
              <a:ext uri="{FF2B5EF4-FFF2-40B4-BE49-F238E27FC236}">
                <a16:creationId xmlns:a16="http://schemas.microsoft.com/office/drawing/2014/main" id="{0AC3A952-2574-44E9-9C98-DBC27EE141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16287" y="379247"/>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4143A3F-D160-242D-470D-972B0CB3C6A9}"/>
              </a:ext>
            </a:extLst>
          </p:cNvPr>
          <p:cNvSpPr>
            <a:spLocks noGrp="1"/>
          </p:cNvSpPr>
          <p:nvPr>
            <p:ph idx="1"/>
          </p:nvPr>
        </p:nvSpPr>
        <p:spPr>
          <a:xfrm>
            <a:off x="5820603" y="1248355"/>
            <a:ext cx="5226426" cy="4293704"/>
          </a:xfrm>
        </p:spPr>
        <p:txBody>
          <a:bodyPr vert="horz" lIns="91440" tIns="45720" rIns="91440" bIns="45720" rtlCol="0" anchor="ctr">
            <a:normAutofit/>
          </a:bodyPr>
          <a:lstStyle/>
          <a:p>
            <a:r>
              <a:rPr lang="en-GB" sz="3200">
                <a:solidFill>
                  <a:schemeClr val="tx1">
                    <a:lumMod val="85000"/>
                    <a:lumOff val="15000"/>
                  </a:schemeClr>
                </a:solidFill>
                <a:cs typeface="Calibri"/>
              </a:rPr>
              <a:t>Create Methods for gathering feedback</a:t>
            </a:r>
          </a:p>
          <a:p>
            <a:pPr lvl="1"/>
            <a:r>
              <a:rPr lang="en-GB" sz="3200">
                <a:solidFill>
                  <a:schemeClr val="tx1">
                    <a:lumMod val="85000"/>
                    <a:lumOff val="15000"/>
                  </a:schemeClr>
                </a:solidFill>
                <a:cs typeface="Calibri"/>
              </a:rPr>
              <a:t>Surveys</a:t>
            </a:r>
          </a:p>
          <a:p>
            <a:pPr lvl="1"/>
            <a:r>
              <a:rPr lang="en-GB" sz="3200">
                <a:solidFill>
                  <a:schemeClr val="tx1">
                    <a:lumMod val="85000"/>
                    <a:lumOff val="15000"/>
                  </a:schemeClr>
                </a:solidFill>
                <a:cs typeface="Calibri"/>
              </a:rPr>
              <a:t>Questionnaires</a:t>
            </a:r>
          </a:p>
          <a:p>
            <a:pPr lvl="1"/>
            <a:r>
              <a:rPr lang="en-GB" sz="3200">
                <a:solidFill>
                  <a:schemeClr val="tx1">
                    <a:lumMod val="85000"/>
                    <a:lumOff val="15000"/>
                  </a:schemeClr>
                </a:solidFill>
                <a:cs typeface="Calibri"/>
              </a:rPr>
              <a:t>Observations</a:t>
            </a:r>
          </a:p>
          <a:p>
            <a:pPr lvl="1"/>
            <a:r>
              <a:rPr lang="en-GB" sz="3200">
                <a:solidFill>
                  <a:schemeClr val="tx1">
                    <a:lumMod val="85000"/>
                    <a:lumOff val="15000"/>
                  </a:schemeClr>
                </a:solidFill>
                <a:cs typeface="Calibri"/>
              </a:rPr>
              <a:t>Paired Coding Reviews</a:t>
            </a:r>
          </a:p>
          <a:p>
            <a:pPr lvl="1"/>
            <a:endParaRPr lang="en-GB" sz="3200">
              <a:solidFill>
                <a:schemeClr val="tx1">
                  <a:lumMod val="85000"/>
                  <a:lumOff val="15000"/>
                </a:schemeClr>
              </a:solidFill>
              <a:cs typeface="Calibri"/>
            </a:endParaRPr>
          </a:p>
        </p:txBody>
      </p:sp>
    </p:spTree>
    <p:extLst>
      <p:ext uri="{BB962C8B-B14F-4D97-AF65-F5344CB8AC3E}">
        <p14:creationId xmlns:p14="http://schemas.microsoft.com/office/powerpoint/2010/main" val="48709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515456E-B1B1-48C1-8164-7E567F5D4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0EDFF0-5CB2-4656-38E8-151676C65120}"/>
              </a:ext>
            </a:extLst>
          </p:cNvPr>
          <p:cNvSpPr>
            <a:spLocks noGrp="1"/>
          </p:cNvSpPr>
          <p:nvPr>
            <p:ph type="title"/>
          </p:nvPr>
        </p:nvSpPr>
        <p:spPr>
          <a:xfrm>
            <a:off x="822299" y="1917510"/>
            <a:ext cx="3831998" cy="3022980"/>
          </a:xfrm>
        </p:spPr>
        <p:txBody>
          <a:bodyPr anchor="ctr">
            <a:normAutofit/>
          </a:bodyPr>
          <a:lstStyle/>
          <a:p>
            <a:pPr algn="ctr"/>
            <a:r>
              <a:rPr lang="en-GB">
                <a:solidFill>
                  <a:schemeClr val="tx1">
                    <a:lumMod val="85000"/>
                    <a:lumOff val="15000"/>
                  </a:schemeClr>
                </a:solidFill>
                <a:cs typeface="Calibri Light"/>
              </a:rPr>
              <a:t>What do I suggest?</a:t>
            </a:r>
            <a:endParaRPr lang="en-GB">
              <a:solidFill>
                <a:schemeClr val="tx1">
                  <a:lumMod val="85000"/>
                  <a:lumOff val="15000"/>
                </a:schemeClr>
              </a:solidFill>
            </a:endParaRPr>
          </a:p>
        </p:txBody>
      </p:sp>
      <p:sp>
        <p:nvSpPr>
          <p:cNvPr id="10" name="Freeform: Shape 9">
            <a:extLst>
              <a:ext uri="{FF2B5EF4-FFF2-40B4-BE49-F238E27FC236}">
                <a16:creationId xmlns:a16="http://schemas.microsoft.com/office/drawing/2014/main" id="{D237ACD7-8629-4014-83AF-339EDD87E9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4" y="643467"/>
            <a:ext cx="6272104" cy="5576358"/>
          </a:xfrm>
          <a:custGeom>
            <a:avLst/>
            <a:gdLst>
              <a:gd name="connsiteX0" fmla="*/ 6160697 w 6160697"/>
              <a:gd name="connsiteY0" fmla="*/ 0 h 5636676"/>
              <a:gd name="connsiteX1" fmla="*/ 6160697 w 6160697"/>
              <a:gd name="connsiteY1" fmla="*/ 5241536 h 5636676"/>
              <a:gd name="connsiteX2" fmla="*/ 6156554 w 6160697"/>
              <a:gd name="connsiteY2" fmla="*/ 5242381 h 5636676"/>
              <a:gd name="connsiteX3" fmla="*/ 6152471 w 6160697"/>
              <a:gd name="connsiteY3" fmla="*/ 5238376 h 5636676"/>
              <a:gd name="connsiteX4" fmla="*/ 6139063 w 6160697"/>
              <a:gd name="connsiteY4" fmla="*/ 5237646 h 5636676"/>
              <a:gd name="connsiteX5" fmla="*/ 6124768 w 6160697"/>
              <a:gd name="connsiteY5" fmla="*/ 5241915 h 5636676"/>
              <a:gd name="connsiteX6" fmla="*/ 6058950 w 6160697"/>
              <a:gd name="connsiteY6" fmla="*/ 5267176 h 5636676"/>
              <a:gd name="connsiteX7" fmla="*/ 6018366 w 6160697"/>
              <a:gd name="connsiteY7" fmla="*/ 5279454 h 5636676"/>
              <a:gd name="connsiteX8" fmla="*/ 6001056 w 6160697"/>
              <a:gd name="connsiteY8" fmla="*/ 5279669 h 5636676"/>
              <a:gd name="connsiteX9" fmla="*/ 5978158 w 6160697"/>
              <a:gd name="connsiteY9" fmla="*/ 5282958 h 5636676"/>
              <a:gd name="connsiteX10" fmla="*/ 5851521 w 6160697"/>
              <a:gd name="connsiteY10" fmla="*/ 5320165 h 5636676"/>
              <a:gd name="connsiteX11" fmla="*/ 5846811 w 6160697"/>
              <a:gd name="connsiteY11" fmla="*/ 5317803 h 5636676"/>
              <a:gd name="connsiteX12" fmla="*/ 5821445 w 6160697"/>
              <a:gd name="connsiteY12" fmla="*/ 5326257 h 5636676"/>
              <a:gd name="connsiteX13" fmla="*/ 5742484 w 6160697"/>
              <a:gd name="connsiteY13" fmla="*/ 5378748 h 5636676"/>
              <a:gd name="connsiteX14" fmla="*/ 5692638 w 6160697"/>
              <a:gd name="connsiteY14" fmla="*/ 5394640 h 5636676"/>
              <a:gd name="connsiteX15" fmla="*/ 5673352 w 6160697"/>
              <a:gd name="connsiteY15" fmla="*/ 5396590 h 5636676"/>
              <a:gd name="connsiteX16" fmla="*/ 5641138 w 6160697"/>
              <a:gd name="connsiteY16" fmla="*/ 5400089 h 5636676"/>
              <a:gd name="connsiteX17" fmla="*/ 5613130 w 6160697"/>
              <a:gd name="connsiteY17" fmla="*/ 5393622 h 5636676"/>
              <a:gd name="connsiteX18" fmla="*/ 5587752 w 6160697"/>
              <a:gd name="connsiteY18" fmla="*/ 5400147 h 5636676"/>
              <a:gd name="connsiteX19" fmla="*/ 5586939 w 6160697"/>
              <a:gd name="connsiteY19" fmla="*/ 5413409 h 5636676"/>
              <a:gd name="connsiteX20" fmla="*/ 5558140 w 6160697"/>
              <a:gd name="connsiteY20" fmla="*/ 5416576 h 5636676"/>
              <a:gd name="connsiteX21" fmla="*/ 5513898 w 6160697"/>
              <a:gd name="connsiteY21" fmla="*/ 5420092 h 5636676"/>
              <a:gd name="connsiteX22" fmla="*/ 5507892 w 6160697"/>
              <a:gd name="connsiteY22" fmla="*/ 5423953 h 5636676"/>
              <a:gd name="connsiteX23" fmla="*/ 5499230 w 6160697"/>
              <a:gd name="connsiteY23" fmla="*/ 5414956 h 5636676"/>
              <a:gd name="connsiteX24" fmla="*/ 5482057 w 6160697"/>
              <a:gd name="connsiteY24" fmla="*/ 5411363 h 5636676"/>
              <a:gd name="connsiteX25" fmla="*/ 5408816 w 6160697"/>
              <a:gd name="connsiteY25" fmla="*/ 5415847 h 5636676"/>
              <a:gd name="connsiteX26" fmla="*/ 5395738 w 6160697"/>
              <a:gd name="connsiteY26" fmla="*/ 5413749 h 5636676"/>
              <a:gd name="connsiteX27" fmla="*/ 5380156 w 6160697"/>
              <a:gd name="connsiteY27" fmla="*/ 5419870 h 5636676"/>
              <a:gd name="connsiteX28" fmla="*/ 5347114 w 6160697"/>
              <a:gd name="connsiteY28" fmla="*/ 5429171 h 5636676"/>
              <a:gd name="connsiteX29" fmla="*/ 5326101 w 6160697"/>
              <a:gd name="connsiteY29" fmla="*/ 5440792 h 5636676"/>
              <a:gd name="connsiteX30" fmla="*/ 5320104 w 6160697"/>
              <a:gd name="connsiteY30" fmla="*/ 5435870 h 5636676"/>
              <a:gd name="connsiteX31" fmla="*/ 5306571 w 6160697"/>
              <a:gd name="connsiteY31" fmla="*/ 5434305 h 5636676"/>
              <a:gd name="connsiteX32" fmla="*/ 5250731 w 6160697"/>
              <a:gd name="connsiteY32" fmla="*/ 5442441 h 5636676"/>
              <a:gd name="connsiteX33" fmla="*/ 5240489 w 6160697"/>
              <a:gd name="connsiteY33" fmla="*/ 5441726 h 5636676"/>
              <a:gd name="connsiteX34" fmla="*/ 5229095 w 6160697"/>
              <a:gd name="connsiteY34" fmla="*/ 5447321 h 5636676"/>
              <a:gd name="connsiteX35" fmla="*/ 5162669 w 6160697"/>
              <a:gd name="connsiteY35" fmla="*/ 5481008 h 5636676"/>
              <a:gd name="connsiteX36" fmla="*/ 5161945 w 6160697"/>
              <a:gd name="connsiteY36" fmla="*/ 5484428 h 5636676"/>
              <a:gd name="connsiteX37" fmla="*/ 5141192 w 6160697"/>
              <a:gd name="connsiteY37" fmla="*/ 5487094 h 5636676"/>
              <a:gd name="connsiteX38" fmla="*/ 5135796 w 6160697"/>
              <a:gd name="connsiteY38" fmla="*/ 5493398 h 5636676"/>
              <a:gd name="connsiteX39" fmla="*/ 5125146 w 6160697"/>
              <a:gd name="connsiteY39" fmla="*/ 5495481 h 5636676"/>
              <a:gd name="connsiteX40" fmla="*/ 5048259 w 6160697"/>
              <a:gd name="connsiteY40" fmla="*/ 5518646 h 5636676"/>
              <a:gd name="connsiteX41" fmla="*/ 5034800 w 6160697"/>
              <a:gd name="connsiteY41" fmla="*/ 5519818 h 5636676"/>
              <a:gd name="connsiteX42" fmla="*/ 5021494 w 6160697"/>
              <a:gd name="connsiteY42" fmla="*/ 5533940 h 5636676"/>
              <a:gd name="connsiteX43" fmla="*/ 4969420 w 6160697"/>
              <a:gd name="connsiteY43" fmla="*/ 5539580 h 5636676"/>
              <a:gd name="connsiteX44" fmla="*/ 4951997 w 6160697"/>
              <a:gd name="connsiteY44" fmla="*/ 5540998 h 5636676"/>
              <a:gd name="connsiteX45" fmla="*/ 4944222 w 6160697"/>
              <a:gd name="connsiteY45" fmla="*/ 5542061 h 5636676"/>
              <a:gd name="connsiteX46" fmla="*/ 4945476 w 6160697"/>
              <a:gd name="connsiteY46" fmla="*/ 5548837 h 5636676"/>
              <a:gd name="connsiteX47" fmla="*/ 4924708 w 6160697"/>
              <a:gd name="connsiteY47" fmla="*/ 5553963 h 5636676"/>
              <a:gd name="connsiteX48" fmla="*/ 4900123 w 6160697"/>
              <a:gd name="connsiteY48" fmla="*/ 5574141 h 5636676"/>
              <a:gd name="connsiteX49" fmla="*/ 4878805 w 6160697"/>
              <a:gd name="connsiteY49" fmla="*/ 5589711 h 5636676"/>
              <a:gd name="connsiteX50" fmla="*/ 4862889 w 6160697"/>
              <a:gd name="connsiteY50" fmla="*/ 5590274 h 5636676"/>
              <a:gd name="connsiteX51" fmla="*/ 4787099 w 6160697"/>
              <a:gd name="connsiteY51" fmla="*/ 5601127 h 5636676"/>
              <a:gd name="connsiteX52" fmla="*/ 4767539 w 6160697"/>
              <a:gd name="connsiteY52" fmla="*/ 5604712 h 5636676"/>
              <a:gd name="connsiteX53" fmla="*/ 4715397 w 6160697"/>
              <a:gd name="connsiteY53" fmla="*/ 5606905 h 5636676"/>
              <a:gd name="connsiteX54" fmla="*/ 4594975 w 6160697"/>
              <a:gd name="connsiteY54" fmla="*/ 5611694 h 5636676"/>
              <a:gd name="connsiteX55" fmla="*/ 4592519 w 6160697"/>
              <a:gd name="connsiteY55" fmla="*/ 5614677 h 5636676"/>
              <a:gd name="connsiteX56" fmla="*/ 4582609 w 6160697"/>
              <a:gd name="connsiteY56" fmla="*/ 5615529 h 5636676"/>
              <a:gd name="connsiteX57" fmla="*/ 4580200 w 6160697"/>
              <a:gd name="connsiteY57" fmla="*/ 5616290 h 5636676"/>
              <a:gd name="connsiteX58" fmla="*/ 4566161 w 6160697"/>
              <a:gd name="connsiteY58" fmla="*/ 5620121 h 5636676"/>
              <a:gd name="connsiteX59" fmla="*/ 4530539 w 6160697"/>
              <a:gd name="connsiteY59" fmla="*/ 5615013 h 5636676"/>
              <a:gd name="connsiteX60" fmla="*/ 4491359 w 6160697"/>
              <a:gd name="connsiteY60" fmla="*/ 5619658 h 5636676"/>
              <a:gd name="connsiteX61" fmla="*/ 4372063 w 6160697"/>
              <a:gd name="connsiteY61" fmla="*/ 5620213 h 5636676"/>
              <a:gd name="connsiteX62" fmla="*/ 4261863 w 6160697"/>
              <a:gd name="connsiteY62" fmla="*/ 5623713 h 5636676"/>
              <a:gd name="connsiteX63" fmla="*/ 4213285 w 6160697"/>
              <a:gd name="connsiteY63" fmla="*/ 5622917 h 5636676"/>
              <a:gd name="connsiteX64" fmla="*/ 4173936 w 6160697"/>
              <a:gd name="connsiteY64" fmla="*/ 5622049 h 5636676"/>
              <a:gd name="connsiteX65" fmla="*/ 4175584 w 6160697"/>
              <a:gd name="connsiteY65" fmla="*/ 5630149 h 5636676"/>
              <a:gd name="connsiteX66" fmla="*/ 4152035 w 6160697"/>
              <a:gd name="connsiteY66" fmla="*/ 5636676 h 5636676"/>
              <a:gd name="connsiteX67" fmla="*/ 4121051 w 6160697"/>
              <a:gd name="connsiteY67" fmla="*/ 5621835 h 5636676"/>
              <a:gd name="connsiteX68" fmla="*/ 4103457 w 6160697"/>
              <a:gd name="connsiteY68" fmla="*/ 5621974 h 5636676"/>
              <a:gd name="connsiteX69" fmla="*/ 4072592 w 6160697"/>
              <a:gd name="connsiteY69" fmla="*/ 5627101 h 5636676"/>
              <a:gd name="connsiteX70" fmla="*/ 4062311 w 6160697"/>
              <a:gd name="connsiteY70" fmla="*/ 5629472 h 5636676"/>
              <a:gd name="connsiteX71" fmla="*/ 3985093 w 6160697"/>
              <a:gd name="connsiteY71" fmla="*/ 5613011 h 5636676"/>
              <a:gd name="connsiteX72" fmla="*/ 3977564 w 6160697"/>
              <a:gd name="connsiteY72" fmla="*/ 5606406 h 5636676"/>
              <a:gd name="connsiteX73" fmla="*/ 3938843 w 6160697"/>
              <a:gd name="connsiteY73" fmla="*/ 5603534 h 5636676"/>
              <a:gd name="connsiteX74" fmla="*/ 3934439 w 6160697"/>
              <a:gd name="connsiteY74" fmla="*/ 5605287 h 5636676"/>
              <a:gd name="connsiteX75" fmla="*/ 3902350 w 6160697"/>
              <a:gd name="connsiteY75" fmla="*/ 5595175 h 5636676"/>
              <a:gd name="connsiteX76" fmla="*/ 3773677 w 6160697"/>
              <a:gd name="connsiteY76" fmla="*/ 5577344 h 5636676"/>
              <a:gd name="connsiteX77" fmla="*/ 3526259 w 6160697"/>
              <a:gd name="connsiteY77" fmla="*/ 5567985 h 5636676"/>
              <a:gd name="connsiteX78" fmla="*/ 3268592 w 6160697"/>
              <a:gd name="connsiteY78" fmla="*/ 5541271 h 5636676"/>
              <a:gd name="connsiteX79" fmla="*/ 3024274 w 6160697"/>
              <a:gd name="connsiteY79" fmla="*/ 5551613 h 5636676"/>
              <a:gd name="connsiteX80" fmla="*/ 2580376 w 6160697"/>
              <a:gd name="connsiteY80" fmla="*/ 5523020 h 5636676"/>
              <a:gd name="connsiteX81" fmla="*/ 2428086 w 6160697"/>
              <a:gd name="connsiteY81" fmla="*/ 5520461 h 5636676"/>
              <a:gd name="connsiteX82" fmla="*/ 2326052 w 6160697"/>
              <a:gd name="connsiteY82" fmla="*/ 5519493 h 5636676"/>
              <a:gd name="connsiteX83" fmla="*/ 2318979 w 6160697"/>
              <a:gd name="connsiteY83" fmla="*/ 5522207 h 5636676"/>
              <a:gd name="connsiteX84" fmla="*/ 2290482 w 6160697"/>
              <a:gd name="connsiteY84" fmla="*/ 5523810 h 5636676"/>
              <a:gd name="connsiteX85" fmla="*/ 2282680 w 6160697"/>
              <a:gd name="connsiteY85" fmla="*/ 5535840 h 5636676"/>
              <a:gd name="connsiteX86" fmla="*/ 2187437 w 6160697"/>
              <a:gd name="connsiteY86" fmla="*/ 5546268 h 5636676"/>
              <a:gd name="connsiteX87" fmla="*/ 1958211 w 6160697"/>
              <a:gd name="connsiteY87" fmla="*/ 5550992 h 5636676"/>
              <a:gd name="connsiteX88" fmla="*/ 1788574 w 6160697"/>
              <a:gd name="connsiteY88" fmla="*/ 5530833 h 5636676"/>
              <a:gd name="connsiteX89" fmla="*/ 1770257 w 6160697"/>
              <a:gd name="connsiteY89" fmla="*/ 5530964 h 5636676"/>
              <a:gd name="connsiteX90" fmla="*/ 1747724 w 6160697"/>
              <a:gd name="connsiteY90" fmla="*/ 5529296 h 5636676"/>
              <a:gd name="connsiteX91" fmla="*/ 1712794 w 6160697"/>
              <a:gd name="connsiteY91" fmla="*/ 5535788 h 5636676"/>
              <a:gd name="connsiteX92" fmla="*/ 1693854 w 6160697"/>
              <a:gd name="connsiteY92" fmla="*/ 5545452 h 5636676"/>
              <a:gd name="connsiteX93" fmla="*/ 1687546 w 6160697"/>
              <a:gd name="connsiteY93" fmla="*/ 5544521 h 5636676"/>
              <a:gd name="connsiteX94" fmla="*/ 1687194 w 6160697"/>
              <a:gd name="connsiteY94" fmla="*/ 5541192 h 5636676"/>
              <a:gd name="connsiteX95" fmla="*/ 1629583 w 6160697"/>
              <a:gd name="connsiteY95" fmla="*/ 5530061 h 5636676"/>
              <a:gd name="connsiteX96" fmla="*/ 1553336 w 6160697"/>
              <a:gd name="connsiteY96" fmla="*/ 5487310 h 5636676"/>
              <a:gd name="connsiteX97" fmla="*/ 1465077 w 6160697"/>
              <a:gd name="connsiteY97" fmla="*/ 5478284 h 5636676"/>
              <a:gd name="connsiteX98" fmla="*/ 1429630 w 6160697"/>
              <a:gd name="connsiteY98" fmla="*/ 5463320 h 5636676"/>
              <a:gd name="connsiteX99" fmla="*/ 1391291 w 6160697"/>
              <a:gd name="connsiteY99" fmla="*/ 5464846 h 5636676"/>
              <a:gd name="connsiteX100" fmla="*/ 1380007 w 6160697"/>
              <a:gd name="connsiteY100" fmla="*/ 5455970 h 5636676"/>
              <a:gd name="connsiteX101" fmla="*/ 1378141 w 6160697"/>
              <a:gd name="connsiteY101" fmla="*/ 5454279 h 5636676"/>
              <a:gd name="connsiteX102" fmla="*/ 1368962 w 6160697"/>
              <a:gd name="connsiteY102" fmla="*/ 5451018 h 5636676"/>
              <a:gd name="connsiteX103" fmla="*/ 1368505 w 6160697"/>
              <a:gd name="connsiteY103" fmla="*/ 5445712 h 5636676"/>
              <a:gd name="connsiteX104" fmla="*/ 1356218 w 6160697"/>
              <a:gd name="connsiteY104" fmla="*/ 5437660 h 5636676"/>
              <a:gd name="connsiteX105" fmla="*/ 1338733 w 6160697"/>
              <a:gd name="connsiteY105" fmla="*/ 5432883 h 5636676"/>
              <a:gd name="connsiteX106" fmla="*/ 1253342 w 6160697"/>
              <a:gd name="connsiteY106" fmla="*/ 5415104 h 5636676"/>
              <a:gd name="connsiteX107" fmla="*/ 1203557 w 6160697"/>
              <a:gd name="connsiteY107" fmla="*/ 5401656 h 5636676"/>
              <a:gd name="connsiteX108" fmla="*/ 1186689 w 6160697"/>
              <a:gd name="connsiteY108" fmla="*/ 5392134 h 5636676"/>
              <a:gd name="connsiteX109" fmla="*/ 1161759 w 6160697"/>
              <a:gd name="connsiteY109" fmla="*/ 5381804 h 5636676"/>
              <a:gd name="connsiteX110" fmla="*/ 1119345 w 6160697"/>
              <a:gd name="connsiteY110" fmla="*/ 5360154 h 5636676"/>
              <a:gd name="connsiteX111" fmla="*/ 1095256 w 6160697"/>
              <a:gd name="connsiteY111" fmla="*/ 5353950 h 5636676"/>
              <a:gd name="connsiteX112" fmla="*/ 1058773 w 6160697"/>
              <a:gd name="connsiteY112" fmla="*/ 5341289 h 5636676"/>
              <a:gd name="connsiteX113" fmla="*/ 1048153 w 6160697"/>
              <a:gd name="connsiteY113" fmla="*/ 5339154 h 5636676"/>
              <a:gd name="connsiteX114" fmla="*/ 1043881 w 6160697"/>
              <a:gd name="connsiteY114" fmla="*/ 5338518 h 5636676"/>
              <a:gd name="connsiteX115" fmla="*/ 1007373 w 6160697"/>
              <a:gd name="connsiteY115" fmla="*/ 5339007 h 5636676"/>
              <a:gd name="connsiteX116" fmla="*/ 1004885 w 6160697"/>
              <a:gd name="connsiteY116" fmla="*/ 5334591 h 5636676"/>
              <a:gd name="connsiteX117" fmla="*/ 994709 w 6160697"/>
              <a:gd name="connsiteY117" fmla="*/ 5328566 h 5636676"/>
              <a:gd name="connsiteX118" fmla="*/ 984399 w 6160697"/>
              <a:gd name="connsiteY118" fmla="*/ 5331183 h 5636676"/>
              <a:gd name="connsiteX119" fmla="*/ 964158 w 6160697"/>
              <a:gd name="connsiteY119" fmla="*/ 5330044 h 5636676"/>
              <a:gd name="connsiteX120" fmla="*/ 958888 w 6160697"/>
              <a:gd name="connsiteY120" fmla="*/ 5328278 h 5636676"/>
              <a:gd name="connsiteX121" fmla="*/ 940162 w 6160697"/>
              <a:gd name="connsiteY121" fmla="*/ 5341965 h 5636676"/>
              <a:gd name="connsiteX122" fmla="*/ 907763 w 6160697"/>
              <a:gd name="connsiteY122" fmla="*/ 5329404 h 5636676"/>
              <a:gd name="connsiteX123" fmla="*/ 872950 w 6160697"/>
              <a:gd name="connsiteY123" fmla="*/ 5324938 h 5636676"/>
              <a:gd name="connsiteX124" fmla="*/ 862283 w 6160697"/>
              <a:gd name="connsiteY124" fmla="*/ 5327617 h 5636676"/>
              <a:gd name="connsiteX125" fmla="*/ 798257 w 6160697"/>
              <a:gd name="connsiteY125" fmla="*/ 5334973 h 5636676"/>
              <a:gd name="connsiteX126" fmla="*/ 778474 w 6160697"/>
              <a:gd name="connsiteY126" fmla="*/ 5326083 h 5636676"/>
              <a:gd name="connsiteX127" fmla="*/ 763422 w 6160697"/>
              <a:gd name="connsiteY127" fmla="*/ 5321440 h 5636676"/>
              <a:gd name="connsiteX128" fmla="*/ 760604 w 6160697"/>
              <a:gd name="connsiteY128" fmla="*/ 5316482 h 5636676"/>
              <a:gd name="connsiteX129" fmla="*/ 750603 w 6160697"/>
              <a:gd name="connsiteY129" fmla="*/ 5315646 h 5636676"/>
              <a:gd name="connsiteX130" fmla="*/ 748101 w 6160697"/>
              <a:gd name="connsiteY130" fmla="*/ 5314492 h 5636676"/>
              <a:gd name="connsiteX131" fmla="*/ 733610 w 6160697"/>
              <a:gd name="connsiteY131" fmla="*/ 5308812 h 5636676"/>
              <a:gd name="connsiteX132" fmla="*/ 698671 w 6160697"/>
              <a:gd name="connsiteY132" fmla="*/ 5319789 h 5636676"/>
              <a:gd name="connsiteX133" fmla="*/ 658974 w 6160697"/>
              <a:gd name="connsiteY133" fmla="*/ 5314289 h 5636676"/>
              <a:gd name="connsiteX134" fmla="*/ 547411 w 6160697"/>
              <a:gd name="connsiteY134" fmla="*/ 5323081 h 5636676"/>
              <a:gd name="connsiteX135" fmla="*/ 420170 w 6160697"/>
              <a:gd name="connsiteY135" fmla="*/ 5302565 h 5636676"/>
              <a:gd name="connsiteX136" fmla="*/ 320690 w 6160697"/>
              <a:gd name="connsiteY136" fmla="*/ 5332193 h 5636676"/>
              <a:gd name="connsiteX137" fmla="*/ 257958 w 6160697"/>
              <a:gd name="connsiteY137" fmla="*/ 5340954 h 5636676"/>
              <a:gd name="connsiteX138" fmla="*/ 184890 w 6160697"/>
              <a:gd name="connsiteY138" fmla="*/ 5339091 h 5636676"/>
              <a:gd name="connsiteX139" fmla="*/ 183331 w 6160697"/>
              <a:gd name="connsiteY139" fmla="*/ 5338348 h 5636676"/>
              <a:gd name="connsiteX140" fmla="*/ 169782 w 6160697"/>
              <a:gd name="connsiteY140" fmla="*/ 5339269 h 5636676"/>
              <a:gd name="connsiteX141" fmla="*/ 167187 w 6160697"/>
              <a:gd name="connsiteY141" fmla="*/ 5341914 h 5636676"/>
              <a:gd name="connsiteX142" fmla="*/ 140235 w 6160697"/>
              <a:gd name="connsiteY142" fmla="*/ 5348128 h 5636676"/>
              <a:gd name="connsiteX143" fmla="*/ 109349 w 6160697"/>
              <a:gd name="connsiteY143" fmla="*/ 5351347 h 5636676"/>
              <a:gd name="connsiteX144" fmla="*/ 108834 w 6160697"/>
              <a:gd name="connsiteY144" fmla="*/ 5350486 h 5636676"/>
              <a:gd name="connsiteX145" fmla="*/ 84990 w 6160697"/>
              <a:gd name="connsiteY145" fmla="*/ 5344389 h 5636676"/>
              <a:gd name="connsiteX146" fmla="*/ 47411 w 6160697"/>
              <a:gd name="connsiteY146" fmla="*/ 5325453 h 5636676"/>
              <a:gd name="connsiteX147" fmla="*/ 18970 w 6160697"/>
              <a:gd name="connsiteY147" fmla="*/ 5329785 h 5636676"/>
              <a:gd name="connsiteX148" fmla="*/ 13158 w 6160697"/>
              <a:gd name="connsiteY148" fmla="*/ 5330156 h 5636676"/>
              <a:gd name="connsiteX149" fmla="*/ 13003 w 6160697"/>
              <a:gd name="connsiteY149" fmla="*/ 5329958 h 5636676"/>
              <a:gd name="connsiteX150" fmla="*/ 6798 w 6160697"/>
              <a:gd name="connsiteY150" fmla="*/ 5329941 h 5636676"/>
              <a:gd name="connsiteX151" fmla="*/ 2557 w 6160697"/>
              <a:gd name="connsiteY151" fmla="*/ 5330836 h 5636676"/>
              <a:gd name="connsiteX152" fmla="*/ 0 w 6160697"/>
              <a:gd name="connsiteY152" fmla="*/ 5330999 h 5636676"/>
              <a:gd name="connsiteX153" fmla="*/ 0 w 6160697"/>
              <a:gd name="connsiteY153" fmla="*/ 6095 h 5636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6160697" h="5636676">
                <a:moveTo>
                  <a:pt x="6160697" y="0"/>
                </a:moveTo>
                <a:lnTo>
                  <a:pt x="6160697" y="5241536"/>
                </a:lnTo>
                <a:lnTo>
                  <a:pt x="6156554" y="5242381"/>
                </a:lnTo>
                <a:lnTo>
                  <a:pt x="6152471" y="5238376"/>
                </a:lnTo>
                <a:lnTo>
                  <a:pt x="6139063" y="5237646"/>
                </a:lnTo>
                <a:cubicBezTo>
                  <a:pt x="6134322" y="5238062"/>
                  <a:pt x="6129550" y="5239318"/>
                  <a:pt x="6124768" y="5241915"/>
                </a:cubicBezTo>
                <a:cubicBezTo>
                  <a:pt x="6112241" y="5258189"/>
                  <a:pt x="6073916" y="5246037"/>
                  <a:pt x="6058950" y="5267176"/>
                </a:cubicBezTo>
                <a:cubicBezTo>
                  <a:pt x="6052501" y="5273412"/>
                  <a:pt x="6026754" y="5283311"/>
                  <a:pt x="6018366" y="5279454"/>
                </a:cubicBezTo>
                <a:cubicBezTo>
                  <a:pt x="6012273" y="5280338"/>
                  <a:pt x="6007326" y="5284888"/>
                  <a:pt x="6001056" y="5279669"/>
                </a:cubicBezTo>
                <a:cubicBezTo>
                  <a:pt x="5992407" y="5273826"/>
                  <a:pt x="5980924" y="5292840"/>
                  <a:pt x="5978158" y="5282958"/>
                </a:cubicBezTo>
                <a:cubicBezTo>
                  <a:pt x="5953235" y="5289707"/>
                  <a:pt x="5873412" y="5314356"/>
                  <a:pt x="5851521" y="5320165"/>
                </a:cubicBezTo>
                <a:cubicBezTo>
                  <a:pt x="5850093" y="5319197"/>
                  <a:pt x="5848504" y="5318401"/>
                  <a:pt x="5846811" y="5317803"/>
                </a:cubicBezTo>
                <a:cubicBezTo>
                  <a:pt x="5836955" y="5314327"/>
                  <a:pt x="5825596" y="5318112"/>
                  <a:pt x="5821445" y="5326257"/>
                </a:cubicBezTo>
                <a:cubicBezTo>
                  <a:pt x="5797750" y="5355654"/>
                  <a:pt x="5768199" y="5365302"/>
                  <a:pt x="5742484" y="5378748"/>
                </a:cubicBezTo>
                <a:cubicBezTo>
                  <a:pt x="5712463" y="5391933"/>
                  <a:pt x="5723511" y="5363738"/>
                  <a:pt x="5692638" y="5394640"/>
                </a:cubicBezTo>
                <a:cubicBezTo>
                  <a:pt x="5685162" y="5388839"/>
                  <a:pt x="5680078" y="5390215"/>
                  <a:pt x="5673352" y="5396590"/>
                </a:cubicBezTo>
                <a:cubicBezTo>
                  <a:pt x="5658519" y="5402454"/>
                  <a:pt x="5651424" y="5383775"/>
                  <a:pt x="5641138" y="5400089"/>
                </a:cubicBezTo>
                <a:cubicBezTo>
                  <a:pt x="5639436" y="5389318"/>
                  <a:pt x="5610760" y="5406260"/>
                  <a:pt x="5613130" y="5393622"/>
                </a:cubicBezTo>
                <a:cubicBezTo>
                  <a:pt x="5599247" y="5388102"/>
                  <a:pt x="5601035" y="5404523"/>
                  <a:pt x="5587752" y="5400147"/>
                </a:cubicBezTo>
                <a:cubicBezTo>
                  <a:pt x="5575908" y="5402167"/>
                  <a:pt x="5598814" y="5408442"/>
                  <a:pt x="5586939" y="5413409"/>
                </a:cubicBezTo>
                <a:cubicBezTo>
                  <a:pt x="5571739" y="5417659"/>
                  <a:pt x="5579895" y="5435655"/>
                  <a:pt x="5558140" y="5416576"/>
                </a:cubicBezTo>
                <a:cubicBezTo>
                  <a:pt x="5545125" y="5427439"/>
                  <a:pt x="5537467" y="5418132"/>
                  <a:pt x="5513898" y="5420092"/>
                </a:cubicBezTo>
                <a:lnTo>
                  <a:pt x="5507892" y="5423953"/>
                </a:lnTo>
                <a:lnTo>
                  <a:pt x="5499230" y="5414956"/>
                </a:lnTo>
                <a:cubicBezTo>
                  <a:pt x="5494522" y="5411441"/>
                  <a:pt x="5489041" y="5409502"/>
                  <a:pt x="5482057" y="5411363"/>
                </a:cubicBezTo>
                <a:cubicBezTo>
                  <a:pt x="5441582" y="5440334"/>
                  <a:pt x="5478175" y="5394237"/>
                  <a:pt x="5408816" y="5415847"/>
                </a:cubicBezTo>
                <a:cubicBezTo>
                  <a:pt x="5405733" y="5419916"/>
                  <a:pt x="5396114" y="5418376"/>
                  <a:pt x="5395738" y="5413749"/>
                </a:cubicBezTo>
                <a:cubicBezTo>
                  <a:pt x="5391612" y="5416050"/>
                  <a:pt x="5383259" y="5426773"/>
                  <a:pt x="5380156" y="5419870"/>
                </a:cubicBezTo>
                <a:cubicBezTo>
                  <a:pt x="5368670" y="5421761"/>
                  <a:pt x="5357569" y="5424896"/>
                  <a:pt x="5347114" y="5429171"/>
                </a:cubicBezTo>
                <a:lnTo>
                  <a:pt x="5326101" y="5440792"/>
                </a:lnTo>
                <a:lnTo>
                  <a:pt x="5320104" y="5435870"/>
                </a:lnTo>
                <a:cubicBezTo>
                  <a:pt x="5316154" y="5433548"/>
                  <a:pt x="5311762" y="5432457"/>
                  <a:pt x="5306571" y="5434305"/>
                </a:cubicBezTo>
                <a:cubicBezTo>
                  <a:pt x="5278222" y="5458611"/>
                  <a:pt x="5301967" y="5421751"/>
                  <a:pt x="5250731" y="5442441"/>
                </a:cubicBezTo>
                <a:cubicBezTo>
                  <a:pt x="5248752" y="5445684"/>
                  <a:pt x="5241215" y="5445162"/>
                  <a:pt x="5240489" y="5441726"/>
                </a:cubicBezTo>
                <a:cubicBezTo>
                  <a:pt x="5237534" y="5443716"/>
                  <a:pt x="5232136" y="5452280"/>
                  <a:pt x="5229095" y="5447321"/>
                </a:cubicBezTo>
                <a:cubicBezTo>
                  <a:pt x="5216125" y="5453868"/>
                  <a:pt x="5173861" y="5474823"/>
                  <a:pt x="5162669" y="5481008"/>
                </a:cubicBezTo>
                <a:lnTo>
                  <a:pt x="5161945" y="5484428"/>
                </a:lnTo>
                <a:cubicBezTo>
                  <a:pt x="5158366" y="5485443"/>
                  <a:pt x="5145550" y="5485600"/>
                  <a:pt x="5141192" y="5487094"/>
                </a:cubicBezTo>
                <a:lnTo>
                  <a:pt x="5135796" y="5493398"/>
                </a:lnTo>
                <a:lnTo>
                  <a:pt x="5125146" y="5495481"/>
                </a:lnTo>
                <a:lnTo>
                  <a:pt x="5048259" y="5518646"/>
                </a:lnTo>
                <a:lnTo>
                  <a:pt x="5034800" y="5519818"/>
                </a:lnTo>
                <a:cubicBezTo>
                  <a:pt x="5028813" y="5522097"/>
                  <a:pt x="5024166" y="5526423"/>
                  <a:pt x="5021494" y="5533940"/>
                </a:cubicBezTo>
                <a:cubicBezTo>
                  <a:pt x="5010597" y="5537234"/>
                  <a:pt x="4980226" y="5537766"/>
                  <a:pt x="4969420" y="5539580"/>
                </a:cubicBezTo>
                <a:lnTo>
                  <a:pt x="4951997" y="5540998"/>
                </a:lnTo>
                <a:lnTo>
                  <a:pt x="4944222" y="5542061"/>
                </a:lnTo>
                <a:lnTo>
                  <a:pt x="4945476" y="5548837"/>
                </a:lnTo>
                <a:lnTo>
                  <a:pt x="4924708" y="5553963"/>
                </a:lnTo>
                <a:cubicBezTo>
                  <a:pt x="4918349" y="5557956"/>
                  <a:pt x="4909767" y="5565846"/>
                  <a:pt x="4900123" y="5574141"/>
                </a:cubicBezTo>
                <a:lnTo>
                  <a:pt x="4878805" y="5589711"/>
                </a:lnTo>
                <a:lnTo>
                  <a:pt x="4862889" y="5590274"/>
                </a:lnTo>
                <a:cubicBezTo>
                  <a:pt x="4839384" y="5593189"/>
                  <a:pt x="4802990" y="5598721"/>
                  <a:pt x="4787099" y="5601127"/>
                </a:cubicBezTo>
                <a:cubicBezTo>
                  <a:pt x="4782839" y="5605219"/>
                  <a:pt x="4774855" y="5603876"/>
                  <a:pt x="4767539" y="5604712"/>
                </a:cubicBezTo>
                <a:cubicBezTo>
                  <a:pt x="4760169" y="5608536"/>
                  <a:pt x="4725967" y="5608816"/>
                  <a:pt x="4715397" y="5606905"/>
                </a:cubicBezTo>
                <a:lnTo>
                  <a:pt x="4594975" y="5611694"/>
                </a:lnTo>
                <a:lnTo>
                  <a:pt x="4592519" y="5614677"/>
                </a:lnTo>
                <a:lnTo>
                  <a:pt x="4582609" y="5615529"/>
                </a:lnTo>
                <a:lnTo>
                  <a:pt x="4580200" y="5616290"/>
                </a:lnTo>
                <a:cubicBezTo>
                  <a:pt x="4575607" y="5617756"/>
                  <a:pt x="4571009" y="5619123"/>
                  <a:pt x="4566161" y="5620121"/>
                </a:cubicBezTo>
                <a:cubicBezTo>
                  <a:pt x="4563091" y="5607487"/>
                  <a:pt x="4524419" y="5626532"/>
                  <a:pt x="4530539" y="5615013"/>
                </a:cubicBezTo>
                <a:cubicBezTo>
                  <a:pt x="4503368" y="5618303"/>
                  <a:pt x="4516321" y="5606477"/>
                  <a:pt x="4491359" y="5619658"/>
                </a:cubicBezTo>
                <a:cubicBezTo>
                  <a:pt x="4442184" y="5616385"/>
                  <a:pt x="4416402" y="5629757"/>
                  <a:pt x="4372063" y="5620213"/>
                </a:cubicBezTo>
                <a:cubicBezTo>
                  <a:pt x="4380670" y="5625116"/>
                  <a:pt x="4276183" y="5624626"/>
                  <a:pt x="4261863" y="5623713"/>
                </a:cubicBezTo>
                <a:lnTo>
                  <a:pt x="4213285" y="5622917"/>
                </a:lnTo>
                <a:lnTo>
                  <a:pt x="4173936" y="5622049"/>
                </a:lnTo>
                <a:lnTo>
                  <a:pt x="4175584" y="5630149"/>
                </a:lnTo>
                <a:cubicBezTo>
                  <a:pt x="4164064" y="5629512"/>
                  <a:pt x="4157026" y="5632266"/>
                  <a:pt x="4152035" y="5636676"/>
                </a:cubicBezTo>
                <a:lnTo>
                  <a:pt x="4121051" y="5621835"/>
                </a:lnTo>
                <a:lnTo>
                  <a:pt x="4103457" y="5621974"/>
                </a:lnTo>
                <a:lnTo>
                  <a:pt x="4072592" y="5627101"/>
                </a:lnTo>
                <a:lnTo>
                  <a:pt x="4062311" y="5629472"/>
                </a:lnTo>
                <a:lnTo>
                  <a:pt x="3985093" y="5613011"/>
                </a:lnTo>
                <a:lnTo>
                  <a:pt x="3977564" y="5606406"/>
                </a:lnTo>
                <a:cubicBezTo>
                  <a:pt x="3969488" y="5602339"/>
                  <a:pt x="3957995" y="5600457"/>
                  <a:pt x="3938843" y="5603534"/>
                </a:cubicBezTo>
                <a:lnTo>
                  <a:pt x="3934439" y="5605287"/>
                </a:lnTo>
                <a:lnTo>
                  <a:pt x="3902350" y="5595175"/>
                </a:lnTo>
                <a:cubicBezTo>
                  <a:pt x="3891994" y="5590573"/>
                  <a:pt x="3781184" y="5584781"/>
                  <a:pt x="3773677" y="5577344"/>
                </a:cubicBezTo>
                <a:cubicBezTo>
                  <a:pt x="3652339" y="5595755"/>
                  <a:pt x="3643985" y="5563083"/>
                  <a:pt x="3526259" y="5567985"/>
                </a:cubicBezTo>
                <a:cubicBezTo>
                  <a:pt x="3424299" y="5518200"/>
                  <a:pt x="3359989" y="5548523"/>
                  <a:pt x="3268592" y="5541271"/>
                </a:cubicBezTo>
                <a:cubicBezTo>
                  <a:pt x="3181540" y="5536169"/>
                  <a:pt x="3141233" y="5552279"/>
                  <a:pt x="3024274" y="5551613"/>
                </a:cubicBezTo>
                <a:cubicBezTo>
                  <a:pt x="2900352" y="5540755"/>
                  <a:pt x="2719771" y="5546525"/>
                  <a:pt x="2580376" y="5523020"/>
                </a:cubicBezTo>
                <a:cubicBezTo>
                  <a:pt x="2470852" y="5515454"/>
                  <a:pt x="2470473" y="5521048"/>
                  <a:pt x="2428086" y="5520461"/>
                </a:cubicBezTo>
                <a:cubicBezTo>
                  <a:pt x="2413989" y="5523686"/>
                  <a:pt x="2339546" y="5514256"/>
                  <a:pt x="2326052" y="5519493"/>
                </a:cubicBezTo>
                <a:lnTo>
                  <a:pt x="2318979" y="5522207"/>
                </a:lnTo>
                <a:lnTo>
                  <a:pt x="2290482" y="5523810"/>
                </a:lnTo>
                <a:lnTo>
                  <a:pt x="2282680" y="5535840"/>
                </a:lnTo>
                <a:lnTo>
                  <a:pt x="2187437" y="5546268"/>
                </a:lnTo>
                <a:cubicBezTo>
                  <a:pt x="2124119" y="5516983"/>
                  <a:pt x="2070057" y="5551920"/>
                  <a:pt x="1958211" y="5550992"/>
                </a:cubicBezTo>
                <a:cubicBezTo>
                  <a:pt x="1928571" y="5540876"/>
                  <a:pt x="1810615" y="5516253"/>
                  <a:pt x="1788574" y="5530833"/>
                </a:cubicBezTo>
                <a:lnTo>
                  <a:pt x="1770257" y="5530964"/>
                </a:lnTo>
                <a:lnTo>
                  <a:pt x="1747724" y="5529296"/>
                </a:lnTo>
                <a:cubicBezTo>
                  <a:pt x="1735827" y="5530131"/>
                  <a:pt x="1723469" y="5532445"/>
                  <a:pt x="1712794" y="5535788"/>
                </a:cubicBezTo>
                <a:lnTo>
                  <a:pt x="1693854" y="5545452"/>
                </a:lnTo>
                <a:lnTo>
                  <a:pt x="1687546" y="5544521"/>
                </a:lnTo>
                <a:lnTo>
                  <a:pt x="1687194" y="5541192"/>
                </a:lnTo>
                <a:cubicBezTo>
                  <a:pt x="1674076" y="5529668"/>
                  <a:pt x="1590812" y="5552390"/>
                  <a:pt x="1629583" y="5530061"/>
                </a:cubicBezTo>
                <a:cubicBezTo>
                  <a:pt x="1614917" y="5528827"/>
                  <a:pt x="1590209" y="5483761"/>
                  <a:pt x="1553336" y="5487310"/>
                </a:cubicBezTo>
                <a:cubicBezTo>
                  <a:pt x="1503529" y="5494380"/>
                  <a:pt x="1515531" y="5482303"/>
                  <a:pt x="1465077" y="5478284"/>
                </a:cubicBezTo>
                <a:cubicBezTo>
                  <a:pt x="1449190" y="5452169"/>
                  <a:pt x="1454169" y="5473808"/>
                  <a:pt x="1429630" y="5463320"/>
                </a:cubicBezTo>
                <a:cubicBezTo>
                  <a:pt x="1428096" y="5483162"/>
                  <a:pt x="1402583" y="5444937"/>
                  <a:pt x="1391291" y="5464846"/>
                </a:cubicBezTo>
                <a:cubicBezTo>
                  <a:pt x="1387184" y="5462307"/>
                  <a:pt x="1383559" y="5459219"/>
                  <a:pt x="1380007" y="5455970"/>
                </a:cubicBezTo>
                <a:lnTo>
                  <a:pt x="1378141" y="5454279"/>
                </a:lnTo>
                <a:lnTo>
                  <a:pt x="1368962" y="5451018"/>
                </a:lnTo>
                <a:lnTo>
                  <a:pt x="1368505" y="5445712"/>
                </a:lnTo>
                <a:lnTo>
                  <a:pt x="1356218" y="5437660"/>
                </a:lnTo>
                <a:cubicBezTo>
                  <a:pt x="1351287" y="5435322"/>
                  <a:pt x="1345597" y="5433601"/>
                  <a:pt x="1338733" y="5432883"/>
                </a:cubicBezTo>
                <a:cubicBezTo>
                  <a:pt x="1312513" y="5438143"/>
                  <a:pt x="1286135" y="5407540"/>
                  <a:pt x="1253342" y="5415104"/>
                </a:cubicBezTo>
                <a:cubicBezTo>
                  <a:pt x="1241709" y="5416198"/>
                  <a:pt x="1208290" y="5409258"/>
                  <a:pt x="1203557" y="5401656"/>
                </a:cubicBezTo>
                <a:cubicBezTo>
                  <a:pt x="1196916" y="5398913"/>
                  <a:pt x="1188195" y="5399578"/>
                  <a:pt x="1186689" y="5392134"/>
                </a:cubicBezTo>
                <a:cubicBezTo>
                  <a:pt x="1183431" y="5382893"/>
                  <a:pt x="1155837" y="5390802"/>
                  <a:pt x="1161759" y="5381804"/>
                </a:cubicBezTo>
                <a:cubicBezTo>
                  <a:pt x="1142246" y="5387102"/>
                  <a:pt x="1132828" y="5367240"/>
                  <a:pt x="1119345" y="5360154"/>
                </a:cubicBezTo>
                <a:cubicBezTo>
                  <a:pt x="1111438" y="5363130"/>
                  <a:pt x="1104310" y="5359434"/>
                  <a:pt x="1095256" y="5353950"/>
                </a:cubicBezTo>
                <a:lnTo>
                  <a:pt x="1058773" y="5341289"/>
                </a:lnTo>
                <a:lnTo>
                  <a:pt x="1048153" y="5339154"/>
                </a:lnTo>
                <a:lnTo>
                  <a:pt x="1043881" y="5338518"/>
                </a:lnTo>
                <a:lnTo>
                  <a:pt x="1007373" y="5339007"/>
                </a:lnTo>
                <a:cubicBezTo>
                  <a:pt x="1006839" y="5337479"/>
                  <a:pt x="1006000" y="5335990"/>
                  <a:pt x="1004885" y="5334591"/>
                </a:cubicBezTo>
                <a:lnTo>
                  <a:pt x="994709" y="5328566"/>
                </a:lnTo>
                <a:lnTo>
                  <a:pt x="984399" y="5331183"/>
                </a:lnTo>
                <a:cubicBezTo>
                  <a:pt x="985481" y="5323632"/>
                  <a:pt x="973336" y="5329847"/>
                  <a:pt x="964158" y="5330044"/>
                </a:cubicBezTo>
                <a:lnTo>
                  <a:pt x="958888" y="5328278"/>
                </a:lnTo>
                <a:lnTo>
                  <a:pt x="940162" y="5341965"/>
                </a:lnTo>
                <a:cubicBezTo>
                  <a:pt x="929334" y="5342282"/>
                  <a:pt x="917673" y="5330271"/>
                  <a:pt x="907763" y="5329404"/>
                </a:cubicBezTo>
                <a:lnTo>
                  <a:pt x="872950" y="5324938"/>
                </a:lnTo>
                <a:lnTo>
                  <a:pt x="862283" y="5327617"/>
                </a:lnTo>
                <a:cubicBezTo>
                  <a:pt x="839056" y="5328258"/>
                  <a:pt x="814750" y="5326323"/>
                  <a:pt x="798257" y="5334973"/>
                </a:cubicBezTo>
                <a:cubicBezTo>
                  <a:pt x="791554" y="5335992"/>
                  <a:pt x="784112" y="5327092"/>
                  <a:pt x="778474" y="5326083"/>
                </a:cubicBezTo>
                <a:lnTo>
                  <a:pt x="763422" y="5321440"/>
                </a:lnTo>
                <a:lnTo>
                  <a:pt x="760604" y="5316482"/>
                </a:lnTo>
                <a:lnTo>
                  <a:pt x="750603" y="5315646"/>
                </a:lnTo>
                <a:lnTo>
                  <a:pt x="748101" y="5314492"/>
                </a:lnTo>
                <a:cubicBezTo>
                  <a:pt x="743336" y="5312270"/>
                  <a:pt x="738573" y="5310219"/>
                  <a:pt x="733610" y="5308812"/>
                </a:cubicBezTo>
                <a:cubicBezTo>
                  <a:pt x="732103" y="5330640"/>
                  <a:pt x="691138" y="5300448"/>
                  <a:pt x="698671" y="5319789"/>
                </a:cubicBezTo>
                <a:cubicBezTo>
                  <a:pt x="671131" y="5315859"/>
                  <a:pt x="685526" y="5335298"/>
                  <a:pt x="658974" y="5314289"/>
                </a:cubicBezTo>
                <a:cubicBezTo>
                  <a:pt x="610275" y="5322973"/>
                  <a:pt x="590509" y="5330275"/>
                  <a:pt x="547411" y="5323081"/>
                </a:cubicBezTo>
                <a:cubicBezTo>
                  <a:pt x="507611" y="5321127"/>
                  <a:pt x="457956" y="5301046"/>
                  <a:pt x="420170" y="5302565"/>
                </a:cubicBezTo>
                <a:cubicBezTo>
                  <a:pt x="362940" y="5303601"/>
                  <a:pt x="338545" y="5357010"/>
                  <a:pt x="320690" y="5332193"/>
                </a:cubicBezTo>
                <a:cubicBezTo>
                  <a:pt x="293655" y="5338591"/>
                  <a:pt x="280592" y="5339804"/>
                  <a:pt x="257958" y="5340954"/>
                </a:cubicBezTo>
                <a:lnTo>
                  <a:pt x="184890" y="5339091"/>
                </a:lnTo>
                <a:lnTo>
                  <a:pt x="183331" y="5338348"/>
                </a:lnTo>
                <a:cubicBezTo>
                  <a:pt x="176597" y="5336970"/>
                  <a:pt x="172582" y="5337663"/>
                  <a:pt x="169782" y="5339269"/>
                </a:cubicBezTo>
                <a:lnTo>
                  <a:pt x="167187" y="5341914"/>
                </a:lnTo>
                <a:lnTo>
                  <a:pt x="140235" y="5348128"/>
                </a:lnTo>
                <a:lnTo>
                  <a:pt x="109349" y="5351347"/>
                </a:lnTo>
                <a:lnTo>
                  <a:pt x="108834" y="5350486"/>
                </a:lnTo>
                <a:cubicBezTo>
                  <a:pt x="104774" y="5349326"/>
                  <a:pt x="95228" y="5348561"/>
                  <a:pt x="84990" y="5344389"/>
                </a:cubicBezTo>
                <a:cubicBezTo>
                  <a:pt x="88665" y="5323440"/>
                  <a:pt x="55092" y="5336567"/>
                  <a:pt x="47411" y="5325453"/>
                </a:cubicBezTo>
                <a:cubicBezTo>
                  <a:pt x="38324" y="5327218"/>
                  <a:pt x="28779" y="5328702"/>
                  <a:pt x="18970" y="5329785"/>
                </a:cubicBezTo>
                <a:lnTo>
                  <a:pt x="13158" y="5330156"/>
                </a:lnTo>
                <a:lnTo>
                  <a:pt x="13003" y="5329958"/>
                </a:lnTo>
                <a:cubicBezTo>
                  <a:pt x="11660" y="5329599"/>
                  <a:pt x="9719" y="5329556"/>
                  <a:pt x="6798" y="5329941"/>
                </a:cubicBezTo>
                <a:lnTo>
                  <a:pt x="2557" y="5330836"/>
                </a:lnTo>
                <a:lnTo>
                  <a:pt x="0" y="5330999"/>
                </a:lnTo>
                <a:lnTo>
                  <a:pt x="0" y="6095"/>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Rectangle 6">
            <a:extLst>
              <a:ext uri="{FF2B5EF4-FFF2-40B4-BE49-F238E27FC236}">
                <a16:creationId xmlns:a16="http://schemas.microsoft.com/office/drawing/2014/main" id="{0AC3A952-2574-44E9-9C98-DBC27EE141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16287" y="379247"/>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EF9AEB5-DFAD-CBB1-A95E-0D7E3DE6C86F}"/>
              </a:ext>
            </a:extLst>
          </p:cNvPr>
          <p:cNvSpPr>
            <a:spLocks noGrp="1"/>
          </p:cNvSpPr>
          <p:nvPr>
            <p:ph idx="1"/>
          </p:nvPr>
        </p:nvSpPr>
        <p:spPr>
          <a:xfrm>
            <a:off x="5820603" y="1248355"/>
            <a:ext cx="5226426" cy="4293704"/>
          </a:xfrm>
        </p:spPr>
        <p:txBody>
          <a:bodyPr vert="horz" lIns="91440" tIns="45720" rIns="91440" bIns="45720" rtlCol="0" anchor="ctr">
            <a:normAutofit/>
          </a:bodyPr>
          <a:lstStyle/>
          <a:p>
            <a:r>
              <a:rPr lang="en-GB">
                <a:solidFill>
                  <a:schemeClr val="tx1">
                    <a:lumMod val="85000"/>
                    <a:lumOff val="15000"/>
                  </a:schemeClr>
                </a:solidFill>
                <a:cs typeface="Calibri"/>
              </a:rPr>
              <a:t>You need to make different feedback sheets for two different audiences</a:t>
            </a:r>
          </a:p>
          <a:p>
            <a:r>
              <a:rPr lang="en-GB">
                <a:solidFill>
                  <a:schemeClr val="tx1">
                    <a:lumMod val="85000"/>
                    <a:lumOff val="15000"/>
                  </a:schemeClr>
                </a:solidFill>
                <a:cs typeface="Calibri"/>
              </a:rPr>
              <a:t>Technical Audience</a:t>
            </a:r>
          </a:p>
          <a:p>
            <a:pPr lvl="1"/>
            <a:r>
              <a:rPr lang="en-GB" sz="2800">
                <a:solidFill>
                  <a:schemeClr val="tx1">
                    <a:lumMod val="85000"/>
                    <a:lumOff val="15000"/>
                  </a:schemeClr>
                </a:solidFill>
                <a:cs typeface="Calibri"/>
              </a:rPr>
              <a:t>Paired Coding Review</a:t>
            </a:r>
          </a:p>
          <a:p>
            <a:r>
              <a:rPr lang="en-GB">
                <a:solidFill>
                  <a:schemeClr val="tx1">
                    <a:lumMod val="85000"/>
                    <a:lumOff val="15000"/>
                  </a:schemeClr>
                </a:solidFill>
                <a:ea typeface="+mn-lt"/>
                <a:cs typeface="+mn-lt"/>
              </a:rPr>
              <a:t>Non-Technical Audience</a:t>
            </a:r>
            <a:endParaRPr lang="en-US">
              <a:solidFill>
                <a:schemeClr val="tx1">
                  <a:lumMod val="85000"/>
                  <a:lumOff val="15000"/>
                </a:schemeClr>
              </a:solidFill>
              <a:ea typeface="+mn-lt"/>
              <a:cs typeface="+mn-lt"/>
            </a:endParaRPr>
          </a:p>
          <a:p>
            <a:pPr lvl="1"/>
            <a:r>
              <a:rPr lang="en-GB" sz="2800">
                <a:solidFill>
                  <a:schemeClr val="tx1">
                    <a:lumMod val="85000"/>
                    <a:lumOff val="15000"/>
                  </a:schemeClr>
                </a:solidFill>
                <a:ea typeface="+mn-lt"/>
                <a:cs typeface="+mn-lt"/>
              </a:rPr>
              <a:t>Questionnaire</a:t>
            </a:r>
          </a:p>
          <a:p>
            <a:pPr lvl="1"/>
            <a:r>
              <a:rPr lang="en-GB" sz="2800">
                <a:solidFill>
                  <a:schemeClr val="tx1">
                    <a:lumMod val="85000"/>
                    <a:lumOff val="15000"/>
                  </a:schemeClr>
                </a:solidFill>
                <a:cs typeface="Calibri"/>
              </a:rPr>
              <a:t>Observation (Scenario Based)</a:t>
            </a:r>
          </a:p>
          <a:p>
            <a:pPr lvl="1"/>
            <a:endParaRPr lang="en-GB" sz="2800">
              <a:solidFill>
                <a:schemeClr val="tx1">
                  <a:lumMod val="85000"/>
                  <a:lumOff val="15000"/>
                </a:schemeClr>
              </a:solidFill>
              <a:cs typeface="Calibri"/>
            </a:endParaRPr>
          </a:p>
        </p:txBody>
      </p:sp>
    </p:spTree>
    <p:extLst>
      <p:ext uri="{BB962C8B-B14F-4D97-AF65-F5344CB8AC3E}">
        <p14:creationId xmlns:p14="http://schemas.microsoft.com/office/powerpoint/2010/main" val="125518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AFB84F-77DF-3ECA-A47E-984A8C6DCEC0}"/>
              </a:ext>
            </a:extLst>
          </p:cNvPr>
          <p:cNvSpPr>
            <a:spLocks noGrp="1"/>
          </p:cNvSpPr>
          <p:nvPr>
            <p:ph type="title"/>
          </p:nvPr>
        </p:nvSpPr>
        <p:spPr>
          <a:xfrm>
            <a:off x="1629751" y="934327"/>
            <a:ext cx="8924392" cy="1058275"/>
          </a:xfrm>
        </p:spPr>
        <p:txBody>
          <a:bodyPr>
            <a:normAutofit/>
          </a:bodyPr>
          <a:lstStyle/>
          <a:p>
            <a:pPr algn="ctr"/>
            <a:r>
              <a:rPr lang="en-GB" dirty="0">
                <a:cs typeface="Calibri Light"/>
              </a:rPr>
              <a:t>Paired Coding Reviews</a:t>
            </a:r>
            <a:endParaRPr lang="en-GB"/>
          </a:p>
        </p:txBody>
      </p:sp>
      <p:sp>
        <p:nvSpPr>
          <p:cNvPr id="15" name="Freeform: Shape 9">
            <a:extLst>
              <a:ext uri="{FF2B5EF4-FFF2-40B4-BE49-F238E27FC236}">
                <a16:creationId xmlns:a16="http://schemas.microsoft.com/office/drawing/2014/main" id="{6295B176-FA0E-4B6A-A190-5E2E82BEA5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93813" y="2337807"/>
            <a:ext cx="9604374" cy="3585866"/>
          </a:xfrm>
          <a:custGeom>
            <a:avLst/>
            <a:gdLst>
              <a:gd name="connsiteX0" fmla="*/ 0 w 9604374"/>
              <a:gd name="connsiteY0" fmla="*/ 0 h 3585866"/>
              <a:gd name="connsiteX1" fmla="*/ 9604374 w 9604374"/>
              <a:gd name="connsiteY1" fmla="*/ 0 h 3585866"/>
              <a:gd name="connsiteX2" fmla="*/ 9604374 w 9604374"/>
              <a:gd name="connsiteY2" fmla="*/ 3095088 h 3585866"/>
              <a:gd name="connsiteX3" fmla="*/ 9591455 w 9604374"/>
              <a:gd name="connsiteY3" fmla="*/ 3097044 h 3585866"/>
              <a:gd name="connsiteX4" fmla="*/ 9285147 w 9604374"/>
              <a:gd name="connsiteY4" fmla="*/ 3164182 h 3585866"/>
              <a:gd name="connsiteX5" fmla="*/ 9114078 w 9604374"/>
              <a:gd name="connsiteY5" fmla="*/ 3164299 h 3585866"/>
              <a:gd name="connsiteX6" fmla="*/ 8999665 w 9604374"/>
              <a:gd name="connsiteY6" fmla="*/ 3157864 h 3585866"/>
              <a:gd name="connsiteX7" fmla="*/ 8925240 w 9604374"/>
              <a:gd name="connsiteY7" fmla="*/ 3152135 h 3585866"/>
              <a:gd name="connsiteX8" fmla="*/ 8868257 w 9604374"/>
              <a:gd name="connsiteY8" fmla="*/ 3146819 h 3585866"/>
              <a:gd name="connsiteX9" fmla="*/ 8792363 w 9604374"/>
              <a:gd name="connsiteY9" fmla="*/ 3146856 h 3585866"/>
              <a:gd name="connsiteX10" fmla="*/ 8668399 w 9604374"/>
              <a:gd name="connsiteY10" fmla="*/ 3196893 h 3585866"/>
              <a:gd name="connsiteX11" fmla="*/ 8474043 w 9604374"/>
              <a:gd name="connsiteY11" fmla="*/ 3240734 h 3585866"/>
              <a:gd name="connsiteX12" fmla="*/ 8317555 w 9604374"/>
              <a:gd name="connsiteY12" fmla="*/ 3247156 h 3585866"/>
              <a:gd name="connsiteX13" fmla="*/ 8280111 w 9604374"/>
              <a:gd name="connsiteY13" fmla="*/ 3255812 h 3585866"/>
              <a:gd name="connsiteX14" fmla="*/ 8096088 w 9604374"/>
              <a:gd name="connsiteY14" fmla="*/ 3253903 h 3585866"/>
              <a:gd name="connsiteX15" fmla="*/ 7825642 w 9604374"/>
              <a:gd name="connsiteY15" fmla="*/ 3271628 h 3585866"/>
              <a:gd name="connsiteX16" fmla="*/ 7531820 w 9604374"/>
              <a:gd name="connsiteY16" fmla="*/ 3252671 h 3585866"/>
              <a:gd name="connsiteX17" fmla="*/ 7193751 w 9604374"/>
              <a:gd name="connsiteY17" fmla="*/ 3245192 h 3585866"/>
              <a:gd name="connsiteX18" fmla="*/ 6976768 w 9604374"/>
              <a:gd name="connsiteY18" fmla="*/ 3238559 h 3585866"/>
              <a:gd name="connsiteX19" fmla="*/ 6756462 w 9604374"/>
              <a:gd name="connsiteY19" fmla="*/ 3273268 h 3585866"/>
              <a:gd name="connsiteX20" fmla="*/ 6512214 w 9604374"/>
              <a:gd name="connsiteY20" fmla="*/ 3298845 h 3585866"/>
              <a:gd name="connsiteX21" fmla="*/ 6289569 w 9604374"/>
              <a:gd name="connsiteY21" fmla="*/ 3301118 h 3585866"/>
              <a:gd name="connsiteX22" fmla="*/ 6157816 w 9604374"/>
              <a:gd name="connsiteY22" fmla="*/ 3308643 h 3585866"/>
              <a:gd name="connsiteX23" fmla="*/ 6110062 w 9604374"/>
              <a:gd name="connsiteY23" fmla="*/ 3321185 h 3585866"/>
              <a:gd name="connsiteX24" fmla="*/ 6041832 w 9604374"/>
              <a:gd name="connsiteY24" fmla="*/ 3332190 h 3585866"/>
              <a:gd name="connsiteX25" fmla="*/ 5923195 w 9604374"/>
              <a:gd name="connsiteY25" fmla="*/ 3359104 h 3585866"/>
              <a:gd name="connsiteX26" fmla="*/ 5770972 w 9604374"/>
              <a:gd name="connsiteY26" fmla="*/ 3369893 h 3585866"/>
              <a:gd name="connsiteX27" fmla="*/ 5632583 w 9604374"/>
              <a:gd name="connsiteY27" fmla="*/ 3357730 h 3585866"/>
              <a:gd name="connsiteX28" fmla="*/ 5539996 w 9604374"/>
              <a:gd name="connsiteY28" fmla="*/ 3352890 h 3585866"/>
              <a:gd name="connsiteX29" fmla="*/ 5315460 w 9604374"/>
              <a:gd name="connsiteY29" fmla="*/ 3350411 h 3585866"/>
              <a:gd name="connsiteX30" fmla="*/ 5072455 w 9604374"/>
              <a:gd name="connsiteY30" fmla="*/ 3338147 h 3585866"/>
              <a:gd name="connsiteX31" fmla="*/ 5016364 w 9604374"/>
              <a:gd name="connsiteY31" fmla="*/ 3348937 h 3585866"/>
              <a:gd name="connsiteX32" fmla="*/ 4922276 w 9604374"/>
              <a:gd name="connsiteY32" fmla="*/ 3366515 h 3585866"/>
              <a:gd name="connsiteX33" fmla="*/ 4856444 w 9604374"/>
              <a:gd name="connsiteY33" fmla="*/ 3399463 h 3585866"/>
              <a:gd name="connsiteX34" fmla="*/ 4775993 w 9604374"/>
              <a:gd name="connsiteY34" fmla="*/ 3406312 h 3585866"/>
              <a:gd name="connsiteX35" fmla="*/ 4667320 w 9604374"/>
              <a:gd name="connsiteY35" fmla="*/ 3397926 h 3585866"/>
              <a:gd name="connsiteX36" fmla="*/ 4540268 w 9604374"/>
              <a:gd name="connsiteY36" fmla="*/ 3424464 h 3585866"/>
              <a:gd name="connsiteX37" fmla="*/ 4465491 w 9604374"/>
              <a:gd name="connsiteY37" fmla="*/ 3433154 h 3585866"/>
              <a:gd name="connsiteX38" fmla="*/ 4262864 w 9604374"/>
              <a:gd name="connsiteY38" fmla="*/ 3464075 h 3585866"/>
              <a:gd name="connsiteX39" fmla="*/ 4175005 w 9604374"/>
              <a:gd name="connsiteY39" fmla="*/ 3493545 h 3585866"/>
              <a:gd name="connsiteX40" fmla="*/ 4030100 w 9604374"/>
              <a:gd name="connsiteY40" fmla="*/ 3514212 h 3585866"/>
              <a:gd name="connsiteX41" fmla="*/ 3926631 w 9604374"/>
              <a:gd name="connsiteY41" fmla="*/ 3525304 h 3585866"/>
              <a:gd name="connsiteX42" fmla="*/ 3897306 w 9604374"/>
              <a:gd name="connsiteY42" fmla="*/ 3547095 h 3585866"/>
              <a:gd name="connsiteX43" fmla="*/ 3896886 w 9604374"/>
              <a:gd name="connsiteY43" fmla="*/ 3547500 h 3585866"/>
              <a:gd name="connsiteX44" fmla="*/ 3834004 w 9604374"/>
              <a:gd name="connsiteY44" fmla="*/ 3550510 h 3585866"/>
              <a:gd name="connsiteX45" fmla="*/ 3696227 w 9604374"/>
              <a:gd name="connsiteY45" fmla="*/ 3574175 h 3585866"/>
              <a:gd name="connsiteX46" fmla="*/ 3652821 w 9604374"/>
              <a:gd name="connsiteY46" fmla="*/ 3580368 h 3585866"/>
              <a:gd name="connsiteX47" fmla="*/ 3629691 w 9604374"/>
              <a:gd name="connsiteY47" fmla="*/ 3585866 h 3585866"/>
              <a:gd name="connsiteX48" fmla="*/ 3595018 w 9604374"/>
              <a:gd name="connsiteY48" fmla="*/ 3571623 h 3585866"/>
              <a:gd name="connsiteX49" fmla="*/ 3551656 w 9604374"/>
              <a:gd name="connsiteY49" fmla="*/ 3577800 h 3585866"/>
              <a:gd name="connsiteX50" fmla="*/ 3541558 w 9604374"/>
              <a:gd name="connsiteY50" fmla="*/ 3579797 h 3585866"/>
              <a:gd name="connsiteX51" fmla="*/ 3465708 w 9604374"/>
              <a:gd name="connsiteY51" fmla="*/ 3565931 h 3585866"/>
              <a:gd name="connsiteX52" fmla="*/ 3458313 w 9604374"/>
              <a:gd name="connsiteY52" fmla="*/ 3560366 h 3585866"/>
              <a:gd name="connsiteX53" fmla="*/ 3420278 w 9604374"/>
              <a:gd name="connsiteY53" fmla="*/ 3557947 h 3585866"/>
              <a:gd name="connsiteX54" fmla="*/ 3415952 w 9604374"/>
              <a:gd name="connsiteY54" fmla="*/ 3559424 h 3585866"/>
              <a:gd name="connsiteX55" fmla="*/ 3384432 w 9604374"/>
              <a:gd name="connsiteY55" fmla="*/ 3550905 h 3585866"/>
              <a:gd name="connsiteX56" fmla="*/ 3258039 w 9604374"/>
              <a:gd name="connsiteY56" fmla="*/ 3535884 h 3585866"/>
              <a:gd name="connsiteX57" fmla="*/ 3015008 w 9604374"/>
              <a:gd name="connsiteY57" fmla="*/ 3528000 h 3585866"/>
              <a:gd name="connsiteX58" fmla="*/ 2761910 w 9604374"/>
              <a:gd name="connsiteY58" fmla="*/ 3505496 h 3585866"/>
              <a:gd name="connsiteX59" fmla="*/ 2521923 w 9604374"/>
              <a:gd name="connsiteY59" fmla="*/ 3514208 h 3585866"/>
              <a:gd name="connsiteX60" fmla="*/ 2085894 w 9604374"/>
              <a:gd name="connsiteY60" fmla="*/ 3490122 h 3585866"/>
              <a:gd name="connsiteX61" fmla="*/ 1936305 w 9604374"/>
              <a:gd name="connsiteY61" fmla="*/ 3487966 h 3585866"/>
              <a:gd name="connsiteX62" fmla="*/ 1836080 w 9604374"/>
              <a:gd name="connsiteY62" fmla="*/ 3487150 h 3585866"/>
              <a:gd name="connsiteX63" fmla="*/ 1829133 w 9604374"/>
              <a:gd name="connsiteY63" fmla="*/ 3489437 h 3585866"/>
              <a:gd name="connsiteX64" fmla="*/ 1801140 w 9604374"/>
              <a:gd name="connsiteY64" fmla="*/ 3490787 h 3585866"/>
              <a:gd name="connsiteX65" fmla="*/ 1793476 w 9604374"/>
              <a:gd name="connsiteY65" fmla="*/ 3500921 h 3585866"/>
              <a:gd name="connsiteX66" fmla="*/ 1699923 w 9604374"/>
              <a:gd name="connsiteY66" fmla="*/ 3509706 h 3585866"/>
              <a:gd name="connsiteX67" fmla="*/ 1474760 w 9604374"/>
              <a:gd name="connsiteY67" fmla="*/ 3513685 h 3585866"/>
              <a:gd name="connsiteX68" fmla="*/ 1308130 w 9604374"/>
              <a:gd name="connsiteY68" fmla="*/ 3496703 h 3585866"/>
              <a:gd name="connsiteX69" fmla="*/ 1252381 w 9604374"/>
              <a:gd name="connsiteY69" fmla="*/ 3506093 h 3585866"/>
              <a:gd name="connsiteX70" fmla="*/ 1174550 w 9604374"/>
              <a:gd name="connsiteY70" fmla="*/ 3512642 h 3585866"/>
              <a:gd name="connsiteX71" fmla="*/ 924455 w 9604374"/>
              <a:gd name="connsiteY71" fmla="*/ 3507283 h 3585866"/>
              <a:gd name="connsiteX72" fmla="*/ 718373 w 9604374"/>
              <a:gd name="connsiteY72" fmla="*/ 3511753 h 3585866"/>
              <a:gd name="connsiteX73" fmla="*/ 600444 w 9604374"/>
              <a:gd name="connsiteY73" fmla="*/ 3520899 h 3585866"/>
              <a:gd name="connsiteX74" fmla="*/ 351173 w 9604374"/>
              <a:gd name="connsiteY74" fmla="*/ 3495843 h 3585866"/>
              <a:gd name="connsiteX75" fmla="*/ 108372 w 9604374"/>
              <a:gd name="connsiteY75" fmla="*/ 3484386 h 3585866"/>
              <a:gd name="connsiteX76" fmla="*/ 6467 w 9604374"/>
              <a:gd name="connsiteY76" fmla="*/ 3476532 h 3585866"/>
              <a:gd name="connsiteX77" fmla="*/ 0 w 9604374"/>
              <a:gd name="connsiteY77" fmla="*/ 3475412 h 3585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9604374" h="3585866">
                <a:moveTo>
                  <a:pt x="0" y="0"/>
                </a:moveTo>
                <a:lnTo>
                  <a:pt x="9604374" y="0"/>
                </a:lnTo>
                <a:lnTo>
                  <a:pt x="9604374" y="3095088"/>
                </a:lnTo>
                <a:lnTo>
                  <a:pt x="9591455" y="3097044"/>
                </a:lnTo>
                <a:cubicBezTo>
                  <a:pt x="9496183" y="3133516"/>
                  <a:pt x="9411472" y="3121301"/>
                  <a:pt x="9285147" y="3164182"/>
                </a:cubicBezTo>
                <a:cubicBezTo>
                  <a:pt x="9222914" y="3162781"/>
                  <a:pt x="9174371" y="3173454"/>
                  <a:pt x="9114078" y="3164299"/>
                </a:cubicBezTo>
                <a:cubicBezTo>
                  <a:pt x="9087411" y="3155904"/>
                  <a:pt x="9030947" y="3180906"/>
                  <a:pt x="8999665" y="3157864"/>
                </a:cubicBezTo>
                <a:cubicBezTo>
                  <a:pt x="8997339" y="3174606"/>
                  <a:pt x="8938300" y="3159909"/>
                  <a:pt x="8925240" y="3152135"/>
                </a:cubicBezTo>
                <a:cubicBezTo>
                  <a:pt x="8910091" y="3159441"/>
                  <a:pt x="8884639" y="3146109"/>
                  <a:pt x="8868257" y="3146819"/>
                </a:cubicBezTo>
                <a:cubicBezTo>
                  <a:pt x="8835852" y="3110204"/>
                  <a:pt x="8832251" y="3167659"/>
                  <a:pt x="8792363" y="3146856"/>
                </a:cubicBezTo>
                <a:cubicBezTo>
                  <a:pt x="8774838" y="3159285"/>
                  <a:pt x="8715420" y="3185652"/>
                  <a:pt x="8668399" y="3196893"/>
                </a:cubicBezTo>
                <a:cubicBezTo>
                  <a:pt x="8575902" y="3221445"/>
                  <a:pt x="8569506" y="3250654"/>
                  <a:pt x="8474043" y="3240734"/>
                </a:cubicBezTo>
                <a:cubicBezTo>
                  <a:pt x="8460613" y="3264436"/>
                  <a:pt x="8297088" y="3204738"/>
                  <a:pt x="8317555" y="3247156"/>
                </a:cubicBezTo>
                <a:cubicBezTo>
                  <a:pt x="8285696" y="3245083"/>
                  <a:pt x="8262352" y="3228203"/>
                  <a:pt x="8280111" y="3255812"/>
                </a:cubicBezTo>
                <a:lnTo>
                  <a:pt x="8096088" y="3253903"/>
                </a:lnTo>
                <a:cubicBezTo>
                  <a:pt x="7994084" y="3261603"/>
                  <a:pt x="7930388" y="3281921"/>
                  <a:pt x="7825642" y="3271628"/>
                </a:cubicBezTo>
                <a:cubicBezTo>
                  <a:pt x="7723046" y="3270395"/>
                  <a:pt x="7671282" y="3252297"/>
                  <a:pt x="7531820" y="3252671"/>
                </a:cubicBezTo>
                <a:cubicBezTo>
                  <a:pt x="7433606" y="3250277"/>
                  <a:pt x="7293100" y="3236234"/>
                  <a:pt x="7193751" y="3245192"/>
                </a:cubicBezTo>
                <a:cubicBezTo>
                  <a:pt x="7074822" y="3223769"/>
                  <a:pt x="7104250" y="3250265"/>
                  <a:pt x="6976768" y="3238559"/>
                </a:cubicBezTo>
                <a:cubicBezTo>
                  <a:pt x="6921032" y="3284865"/>
                  <a:pt x="6823818" y="3261794"/>
                  <a:pt x="6756462" y="3273268"/>
                </a:cubicBezTo>
                <a:cubicBezTo>
                  <a:pt x="6679037" y="3283316"/>
                  <a:pt x="6590030" y="3294204"/>
                  <a:pt x="6512214" y="3298845"/>
                </a:cubicBezTo>
                <a:cubicBezTo>
                  <a:pt x="6450581" y="3277980"/>
                  <a:pt x="6366042" y="3329199"/>
                  <a:pt x="6289569" y="3301118"/>
                </a:cubicBezTo>
                <a:cubicBezTo>
                  <a:pt x="6261432" y="3294355"/>
                  <a:pt x="6174310" y="3295209"/>
                  <a:pt x="6157816" y="3308643"/>
                </a:cubicBezTo>
                <a:cubicBezTo>
                  <a:pt x="6139648" y="3311557"/>
                  <a:pt x="6118459" y="3306799"/>
                  <a:pt x="6110062" y="3321185"/>
                </a:cubicBezTo>
                <a:cubicBezTo>
                  <a:pt x="6096189" y="3338498"/>
                  <a:pt x="6032810" y="3311765"/>
                  <a:pt x="6041832" y="3332190"/>
                </a:cubicBezTo>
                <a:cubicBezTo>
                  <a:pt x="5996830" y="3313871"/>
                  <a:pt x="5961033" y="3350141"/>
                  <a:pt x="5923195" y="3359104"/>
                </a:cubicBezTo>
                <a:cubicBezTo>
                  <a:pt x="5887750" y="3340930"/>
                  <a:pt x="5853570" y="3365323"/>
                  <a:pt x="5770972" y="3369893"/>
                </a:cubicBezTo>
                <a:cubicBezTo>
                  <a:pt x="5731993" y="3348876"/>
                  <a:pt x="5705091" y="3385599"/>
                  <a:pt x="5632583" y="3357730"/>
                </a:cubicBezTo>
                <a:cubicBezTo>
                  <a:pt x="5594087" y="3357562"/>
                  <a:pt x="5606154" y="3357443"/>
                  <a:pt x="5539996" y="3352890"/>
                </a:cubicBezTo>
                <a:cubicBezTo>
                  <a:pt x="5439049" y="3348000"/>
                  <a:pt x="5408459" y="3356166"/>
                  <a:pt x="5315460" y="3350411"/>
                </a:cubicBezTo>
                <a:cubicBezTo>
                  <a:pt x="5211119" y="3348356"/>
                  <a:pt x="5208881" y="3372469"/>
                  <a:pt x="5072455" y="3338147"/>
                </a:cubicBezTo>
                <a:cubicBezTo>
                  <a:pt x="5061717" y="3354508"/>
                  <a:pt x="5045493" y="3355753"/>
                  <a:pt x="5016364" y="3348937"/>
                </a:cubicBezTo>
                <a:cubicBezTo>
                  <a:pt x="4965900" y="3349130"/>
                  <a:pt x="4977835" y="3389131"/>
                  <a:pt x="4922276" y="3366515"/>
                </a:cubicBezTo>
                <a:cubicBezTo>
                  <a:pt x="4935702" y="3387794"/>
                  <a:pt x="4828733" y="3377760"/>
                  <a:pt x="4856444" y="3399463"/>
                </a:cubicBezTo>
                <a:cubicBezTo>
                  <a:pt x="4827698" y="3420094"/>
                  <a:pt x="4805019" y="3388256"/>
                  <a:pt x="4775993" y="3406312"/>
                </a:cubicBezTo>
                <a:cubicBezTo>
                  <a:pt x="4744470" y="3406056"/>
                  <a:pt x="4706605" y="3394901"/>
                  <a:pt x="4667320" y="3397926"/>
                </a:cubicBezTo>
                <a:cubicBezTo>
                  <a:pt x="4613435" y="3387476"/>
                  <a:pt x="4608100" y="3410487"/>
                  <a:pt x="4540268" y="3424464"/>
                </a:cubicBezTo>
                <a:cubicBezTo>
                  <a:pt x="4508279" y="3412969"/>
                  <a:pt x="4485989" y="3420063"/>
                  <a:pt x="4465491" y="3433154"/>
                </a:cubicBezTo>
                <a:cubicBezTo>
                  <a:pt x="4396498" y="3432601"/>
                  <a:pt x="4338078" y="3453569"/>
                  <a:pt x="4262864" y="3464075"/>
                </a:cubicBezTo>
                <a:cubicBezTo>
                  <a:pt x="4180249" y="3483394"/>
                  <a:pt x="4225769" y="3479019"/>
                  <a:pt x="4175005" y="3493545"/>
                </a:cubicBezTo>
                <a:lnTo>
                  <a:pt x="4030100" y="3514212"/>
                </a:lnTo>
                <a:lnTo>
                  <a:pt x="3926631" y="3525304"/>
                </a:lnTo>
                <a:lnTo>
                  <a:pt x="3897306" y="3547095"/>
                </a:lnTo>
                <a:lnTo>
                  <a:pt x="3896886" y="3547500"/>
                </a:lnTo>
                <a:lnTo>
                  <a:pt x="3834004" y="3550510"/>
                </a:lnTo>
                <a:cubicBezTo>
                  <a:pt x="3800562" y="3554957"/>
                  <a:pt x="3734185" y="3568533"/>
                  <a:pt x="3696227" y="3574175"/>
                </a:cubicBezTo>
                <a:cubicBezTo>
                  <a:pt x="3661780" y="3570074"/>
                  <a:pt x="3640587" y="3551815"/>
                  <a:pt x="3652821" y="3580368"/>
                </a:cubicBezTo>
                <a:cubicBezTo>
                  <a:pt x="3641506" y="3579831"/>
                  <a:pt x="3634593" y="3582151"/>
                  <a:pt x="3629691" y="3585866"/>
                </a:cubicBezTo>
                <a:lnTo>
                  <a:pt x="3595018" y="3571623"/>
                </a:lnTo>
                <a:lnTo>
                  <a:pt x="3551656" y="3577800"/>
                </a:lnTo>
                <a:lnTo>
                  <a:pt x="3541558" y="3579797"/>
                </a:lnTo>
                <a:lnTo>
                  <a:pt x="3465708" y="3565931"/>
                </a:lnTo>
                <a:lnTo>
                  <a:pt x="3458313" y="3560366"/>
                </a:lnTo>
                <a:cubicBezTo>
                  <a:pt x="3450380" y="3556940"/>
                  <a:pt x="3439090" y="3555355"/>
                  <a:pt x="3420278" y="3557947"/>
                </a:cubicBezTo>
                <a:lnTo>
                  <a:pt x="3415952" y="3559424"/>
                </a:lnTo>
                <a:lnTo>
                  <a:pt x="3384432" y="3550905"/>
                </a:lnTo>
                <a:cubicBezTo>
                  <a:pt x="3374259" y="3547029"/>
                  <a:pt x="3265415" y="3542149"/>
                  <a:pt x="3258039" y="3535884"/>
                </a:cubicBezTo>
                <a:cubicBezTo>
                  <a:pt x="3138852" y="3551394"/>
                  <a:pt x="3130647" y="3523871"/>
                  <a:pt x="3015008" y="3528000"/>
                </a:cubicBezTo>
                <a:cubicBezTo>
                  <a:pt x="2914857" y="3486061"/>
                  <a:pt x="2851687" y="3511605"/>
                  <a:pt x="2761910" y="3505496"/>
                </a:cubicBezTo>
                <a:cubicBezTo>
                  <a:pt x="2676401" y="3501198"/>
                  <a:pt x="2636809" y="3514769"/>
                  <a:pt x="2521923" y="3514208"/>
                </a:cubicBezTo>
                <a:cubicBezTo>
                  <a:pt x="2400197" y="3505062"/>
                  <a:pt x="2222818" y="3509922"/>
                  <a:pt x="2085894" y="3490122"/>
                </a:cubicBezTo>
                <a:cubicBezTo>
                  <a:pt x="1978312" y="3483748"/>
                  <a:pt x="1977940" y="3488460"/>
                  <a:pt x="1936305" y="3487966"/>
                </a:cubicBezTo>
                <a:cubicBezTo>
                  <a:pt x="1922459" y="3490683"/>
                  <a:pt x="1849334" y="3482739"/>
                  <a:pt x="1836080" y="3487150"/>
                </a:cubicBezTo>
                <a:lnTo>
                  <a:pt x="1829133" y="3489437"/>
                </a:lnTo>
                <a:lnTo>
                  <a:pt x="1801140" y="3490787"/>
                </a:lnTo>
                <a:lnTo>
                  <a:pt x="1793476" y="3500921"/>
                </a:lnTo>
                <a:lnTo>
                  <a:pt x="1699923" y="3509706"/>
                </a:lnTo>
                <a:cubicBezTo>
                  <a:pt x="1637728" y="3485036"/>
                  <a:pt x="1584624" y="3514467"/>
                  <a:pt x="1474760" y="3513685"/>
                </a:cubicBezTo>
                <a:cubicBezTo>
                  <a:pt x="1445646" y="3505164"/>
                  <a:pt x="1329781" y="3484421"/>
                  <a:pt x="1308130" y="3496703"/>
                </a:cubicBezTo>
                <a:cubicBezTo>
                  <a:pt x="1287409" y="3498430"/>
                  <a:pt x="1265391" y="3492347"/>
                  <a:pt x="1252381" y="3506093"/>
                </a:cubicBezTo>
                <a:cubicBezTo>
                  <a:pt x="1232588" y="3522393"/>
                  <a:pt x="1170020" y="3491785"/>
                  <a:pt x="1174550" y="3512642"/>
                </a:cubicBezTo>
                <a:cubicBezTo>
                  <a:pt x="1119896" y="3512841"/>
                  <a:pt x="1000484" y="3507431"/>
                  <a:pt x="924455" y="3507283"/>
                </a:cubicBezTo>
                <a:cubicBezTo>
                  <a:pt x="887180" y="3483915"/>
                  <a:pt x="777361" y="3516071"/>
                  <a:pt x="718373" y="3511753"/>
                </a:cubicBezTo>
                <a:cubicBezTo>
                  <a:pt x="666588" y="3513355"/>
                  <a:pt x="661645" y="3525551"/>
                  <a:pt x="600444" y="3520899"/>
                </a:cubicBezTo>
                <a:cubicBezTo>
                  <a:pt x="491334" y="3516943"/>
                  <a:pt x="451794" y="3507522"/>
                  <a:pt x="351173" y="3495843"/>
                </a:cubicBezTo>
                <a:cubicBezTo>
                  <a:pt x="237121" y="3487112"/>
                  <a:pt x="235857" y="3499212"/>
                  <a:pt x="108372" y="3484386"/>
                </a:cubicBezTo>
                <a:cubicBezTo>
                  <a:pt x="86318" y="3481054"/>
                  <a:pt x="40657" y="3480329"/>
                  <a:pt x="6467" y="3476532"/>
                </a:cubicBezTo>
                <a:lnTo>
                  <a:pt x="0" y="3475412"/>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6">
            <a:extLst>
              <a:ext uri="{FF2B5EF4-FFF2-40B4-BE49-F238E27FC236}">
                <a16:creationId xmlns:a16="http://schemas.microsoft.com/office/drawing/2014/main" id="{48F779DE-4744-42D6-9C74-33EC94460C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1727" y="2190741"/>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7A5DB50-62F7-7B9F-47C4-AF52F49F77B4}"/>
              </a:ext>
            </a:extLst>
          </p:cNvPr>
          <p:cNvSpPr>
            <a:spLocks noGrp="1"/>
          </p:cNvSpPr>
          <p:nvPr>
            <p:ph idx="1"/>
          </p:nvPr>
        </p:nvSpPr>
        <p:spPr>
          <a:xfrm>
            <a:off x="1941207" y="2752316"/>
            <a:ext cx="8309586" cy="2756848"/>
          </a:xfrm>
        </p:spPr>
        <p:txBody>
          <a:bodyPr vert="horz" lIns="91440" tIns="45720" rIns="91440" bIns="45720" rtlCol="0">
            <a:normAutofit lnSpcReduction="10000"/>
          </a:bodyPr>
          <a:lstStyle/>
          <a:p>
            <a:r>
              <a:rPr lang="en-GB" sz="2400">
                <a:cs typeface="Calibri"/>
              </a:rPr>
              <a:t>Allow for other programmers to go through the code and then ask them questions about the quality of the code</a:t>
            </a:r>
          </a:p>
          <a:p>
            <a:pPr lvl="1"/>
            <a:r>
              <a:rPr lang="en-GB">
                <a:cs typeface="Calibri"/>
              </a:rPr>
              <a:t>What can be improved</a:t>
            </a:r>
          </a:p>
          <a:p>
            <a:pPr lvl="1"/>
            <a:r>
              <a:rPr lang="en-GB">
                <a:cs typeface="Calibri"/>
              </a:rPr>
              <a:t>What is good?</a:t>
            </a:r>
          </a:p>
          <a:p>
            <a:pPr lvl="1"/>
            <a:r>
              <a:rPr lang="en-GB">
                <a:cs typeface="Calibri"/>
              </a:rPr>
              <a:t>What is bad?</a:t>
            </a:r>
          </a:p>
          <a:p>
            <a:pPr lvl="1"/>
            <a:r>
              <a:rPr lang="en-GB">
                <a:cs typeface="Calibri"/>
              </a:rPr>
              <a:t>How organised is the code and the project?</a:t>
            </a:r>
          </a:p>
          <a:p>
            <a:pPr lvl="1"/>
            <a:r>
              <a:rPr lang="en-GB">
                <a:cs typeface="Calibri"/>
              </a:rPr>
              <a:t>Think about technical questions about the efficiency of the code</a:t>
            </a:r>
          </a:p>
          <a:p>
            <a:pPr marL="0" indent="0">
              <a:buNone/>
            </a:pPr>
            <a:endParaRPr lang="en-GB" sz="2400">
              <a:cs typeface="Calibri"/>
            </a:endParaRPr>
          </a:p>
        </p:txBody>
      </p:sp>
    </p:spTree>
    <p:extLst>
      <p:ext uri="{BB962C8B-B14F-4D97-AF65-F5344CB8AC3E}">
        <p14:creationId xmlns:p14="http://schemas.microsoft.com/office/powerpoint/2010/main" val="4057273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C06702-E918-EA83-8F50-E4776F2ECDE4}"/>
              </a:ext>
            </a:extLst>
          </p:cNvPr>
          <p:cNvSpPr>
            <a:spLocks noGrp="1"/>
          </p:cNvSpPr>
          <p:nvPr>
            <p:ph type="title"/>
          </p:nvPr>
        </p:nvSpPr>
        <p:spPr>
          <a:xfrm>
            <a:off x="1629751" y="934327"/>
            <a:ext cx="8924392" cy="1058275"/>
          </a:xfrm>
        </p:spPr>
        <p:txBody>
          <a:bodyPr>
            <a:normAutofit/>
          </a:bodyPr>
          <a:lstStyle/>
          <a:p>
            <a:pPr algn="ctr"/>
            <a:r>
              <a:rPr lang="en-GB" dirty="0">
                <a:cs typeface="Calibri Light"/>
              </a:rPr>
              <a:t>Questionnaires </a:t>
            </a:r>
            <a:endParaRPr lang="en-GB"/>
          </a:p>
        </p:txBody>
      </p:sp>
      <p:sp>
        <p:nvSpPr>
          <p:cNvPr id="17" name="Freeform: Shape 9">
            <a:extLst>
              <a:ext uri="{FF2B5EF4-FFF2-40B4-BE49-F238E27FC236}">
                <a16:creationId xmlns:a16="http://schemas.microsoft.com/office/drawing/2014/main" id="{6295B176-FA0E-4B6A-A190-5E2E82BEA5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93813" y="2337807"/>
            <a:ext cx="9604374" cy="3585866"/>
          </a:xfrm>
          <a:custGeom>
            <a:avLst/>
            <a:gdLst>
              <a:gd name="connsiteX0" fmla="*/ 0 w 9604374"/>
              <a:gd name="connsiteY0" fmla="*/ 0 h 3585866"/>
              <a:gd name="connsiteX1" fmla="*/ 9604374 w 9604374"/>
              <a:gd name="connsiteY1" fmla="*/ 0 h 3585866"/>
              <a:gd name="connsiteX2" fmla="*/ 9604374 w 9604374"/>
              <a:gd name="connsiteY2" fmla="*/ 3095088 h 3585866"/>
              <a:gd name="connsiteX3" fmla="*/ 9591455 w 9604374"/>
              <a:gd name="connsiteY3" fmla="*/ 3097044 h 3585866"/>
              <a:gd name="connsiteX4" fmla="*/ 9285147 w 9604374"/>
              <a:gd name="connsiteY4" fmla="*/ 3164182 h 3585866"/>
              <a:gd name="connsiteX5" fmla="*/ 9114078 w 9604374"/>
              <a:gd name="connsiteY5" fmla="*/ 3164299 h 3585866"/>
              <a:gd name="connsiteX6" fmla="*/ 8999665 w 9604374"/>
              <a:gd name="connsiteY6" fmla="*/ 3157864 h 3585866"/>
              <a:gd name="connsiteX7" fmla="*/ 8925240 w 9604374"/>
              <a:gd name="connsiteY7" fmla="*/ 3152135 h 3585866"/>
              <a:gd name="connsiteX8" fmla="*/ 8868257 w 9604374"/>
              <a:gd name="connsiteY8" fmla="*/ 3146819 h 3585866"/>
              <a:gd name="connsiteX9" fmla="*/ 8792363 w 9604374"/>
              <a:gd name="connsiteY9" fmla="*/ 3146856 h 3585866"/>
              <a:gd name="connsiteX10" fmla="*/ 8668399 w 9604374"/>
              <a:gd name="connsiteY10" fmla="*/ 3196893 h 3585866"/>
              <a:gd name="connsiteX11" fmla="*/ 8474043 w 9604374"/>
              <a:gd name="connsiteY11" fmla="*/ 3240734 h 3585866"/>
              <a:gd name="connsiteX12" fmla="*/ 8317555 w 9604374"/>
              <a:gd name="connsiteY12" fmla="*/ 3247156 h 3585866"/>
              <a:gd name="connsiteX13" fmla="*/ 8280111 w 9604374"/>
              <a:gd name="connsiteY13" fmla="*/ 3255812 h 3585866"/>
              <a:gd name="connsiteX14" fmla="*/ 8096088 w 9604374"/>
              <a:gd name="connsiteY14" fmla="*/ 3253903 h 3585866"/>
              <a:gd name="connsiteX15" fmla="*/ 7825642 w 9604374"/>
              <a:gd name="connsiteY15" fmla="*/ 3271628 h 3585866"/>
              <a:gd name="connsiteX16" fmla="*/ 7531820 w 9604374"/>
              <a:gd name="connsiteY16" fmla="*/ 3252671 h 3585866"/>
              <a:gd name="connsiteX17" fmla="*/ 7193751 w 9604374"/>
              <a:gd name="connsiteY17" fmla="*/ 3245192 h 3585866"/>
              <a:gd name="connsiteX18" fmla="*/ 6976768 w 9604374"/>
              <a:gd name="connsiteY18" fmla="*/ 3238559 h 3585866"/>
              <a:gd name="connsiteX19" fmla="*/ 6756462 w 9604374"/>
              <a:gd name="connsiteY19" fmla="*/ 3273268 h 3585866"/>
              <a:gd name="connsiteX20" fmla="*/ 6512214 w 9604374"/>
              <a:gd name="connsiteY20" fmla="*/ 3298845 h 3585866"/>
              <a:gd name="connsiteX21" fmla="*/ 6289569 w 9604374"/>
              <a:gd name="connsiteY21" fmla="*/ 3301118 h 3585866"/>
              <a:gd name="connsiteX22" fmla="*/ 6157816 w 9604374"/>
              <a:gd name="connsiteY22" fmla="*/ 3308643 h 3585866"/>
              <a:gd name="connsiteX23" fmla="*/ 6110062 w 9604374"/>
              <a:gd name="connsiteY23" fmla="*/ 3321185 h 3585866"/>
              <a:gd name="connsiteX24" fmla="*/ 6041832 w 9604374"/>
              <a:gd name="connsiteY24" fmla="*/ 3332190 h 3585866"/>
              <a:gd name="connsiteX25" fmla="*/ 5923195 w 9604374"/>
              <a:gd name="connsiteY25" fmla="*/ 3359104 h 3585866"/>
              <a:gd name="connsiteX26" fmla="*/ 5770972 w 9604374"/>
              <a:gd name="connsiteY26" fmla="*/ 3369893 h 3585866"/>
              <a:gd name="connsiteX27" fmla="*/ 5632583 w 9604374"/>
              <a:gd name="connsiteY27" fmla="*/ 3357730 h 3585866"/>
              <a:gd name="connsiteX28" fmla="*/ 5539996 w 9604374"/>
              <a:gd name="connsiteY28" fmla="*/ 3352890 h 3585866"/>
              <a:gd name="connsiteX29" fmla="*/ 5315460 w 9604374"/>
              <a:gd name="connsiteY29" fmla="*/ 3350411 h 3585866"/>
              <a:gd name="connsiteX30" fmla="*/ 5072455 w 9604374"/>
              <a:gd name="connsiteY30" fmla="*/ 3338147 h 3585866"/>
              <a:gd name="connsiteX31" fmla="*/ 5016364 w 9604374"/>
              <a:gd name="connsiteY31" fmla="*/ 3348937 h 3585866"/>
              <a:gd name="connsiteX32" fmla="*/ 4922276 w 9604374"/>
              <a:gd name="connsiteY32" fmla="*/ 3366515 h 3585866"/>
              <a:gd name="connsiteX33" fmla="*/ 4856444 w 9604374"/>
              <a:gd name="connsiteY33" fmla="*/ 3399463 h 3585866"/>
              <a:gd name="connsiteX34" fmla="*/ 4775993 w 9604374"/>
              <a:gd name="connsiteY34" fmla="*/ 3406312 h 3585866"/>
              <a:gd name="connsiteX35" fmla="*/ 4667320 w 9604374"/>
              <a:gd name="connsiteY35" fmla="*/ 3397926 h 3585866"/>
              <a:gd name="connsiteX36" fmla="*/ 4540268 w 9604374"/>
              <a:gd name="connsiteY36" fmla="*/ 3424464 h 3585866"/>
              <a:gd name="connsiteX37" fmla="*/ 4465491 w 9604374"/>
              <a:gd name="connsiteY37" fmla="*/ 3433154 h 3585866"/>
              <a:gd name="connsiteX38" fmla="*/ 4262864 w 9604374"/>
              <a:gd name="connsiteY38" fmla="*/ 3464075 h 3585866"/>
              <a:gd name="connsiteX39" fmla="*/ 4175005 w 9604374"/>
              <a:gd name="connsiteY39" fmla="*/ 3493545 h 3585866"/>
              <a:gd name="connsiteX40" fmla="*/ 4030100 w 9604374"/>
              <a:gd name="connsiteY40" fmla="*/ 3514212 h 3585866"/>
              <a:gd name="connsiteX41" fmla="*/ 3926631 w 9604374"/>
              <a:gd name="connsiteY41" fmla="*/ 3525304 h 3585866"/>
              <a:gd name="connsiteX42" fmla="*/ 3897306 w 9604374"/>
              <a:gd name="connsiteY42" fmla="*/ 3547095 h 3585866"/>
              <a:gd name="connsiteX43" fmla="*/ 3896886 w 9604374"/>
              <a:gd name="connsiteY43" fmla="*/ 3547500 h 3585866"/>
              <a:gd name="connsiteX44" fmla="*/ 3834004 w 9604374"/>
              <a:gd name="connsiteY44" fmla="*/ 3550510 h 3585866"/>
              <a:gd name="connsiteX45" fmla="*/ 3696227 w 9604374"/>
              <a:gd name="connsiteY45" fmla="*/ 3574175 h 3585866"/>
              <a:gd name="connsiteX46" fmla="*/ 3652821 w 9604374"/>
              <a:gd name="connsiteY46" fmla="*/ 3580368 h 3585866"/>
              <a:gd name="connsiteX47" fmla="*/ 3629691 w 9604374"/>
              <a:gd name="connsiteY47" fmla="*/ 3585866 h 3585866"/>
              <a:gd name="connsiteX48" fmla="*/ 3595018 w 9604374"/>
              <a:gd name="connsiteY48" fmla="*/ 3571623 h 3585866"/>
              <a:gd name="connsiteX49" fmla="*/ 3551656 w 9604374"/>
              <a:gd name="connsiteY49" fmla="*/ 3577800 h 3585866"/>
              <a:gd name="connsiteX50" fmla="*/ 3541558 w 9604374"/>
              <a:gd name="connsiteY50" fmla="*/ 3579797 h 3585866"/>
              <a:gd name="connsiteX51" fmla="*/ 3465708 w 9604374"/>
              <a:gd name="connsiteY51" fmla="*/ 3565931 h 3585866"/>
              <a:gd name="connsiteX52" fmla="*/ 3458313 w 9604374"/>
              <a:gd name="connsiteY52" fmla="*/ 3560366 h 3585866"/>
              <a:gd name="connsiteX53" fmla="*/ 3420278 w 9604374"/>
              <a:gd name="connsiteY53" fmla="*/ 3557947 h 3585866"/>
              <a:gd name="connsiteX54" fmla="*/ 3415952 w 9604374"/>
              <a:gd name="connsiteY54" fmla="*/ 3559424 h 3585866"/>
              <a:gd name="connsiteX55" fmla="*/ 3384432 w 9604374"/>
              <a:gd name="connsiteY55" fmla="*/ 3550905 h 3585866"/>
              <a:gd name="connsiteX56" fmla="*/ 3258039 w 9604374"/>
              <a:gd name="connsiteY56" fmla="*/ 3535884 h 3585866"/>
              <a:gd name="connsiteX57" fmla="*/ 3015008 w 9604374"/>
              <a:gd name="connsiteY57" fmla="*/ 3528000 h 3585866"/>
              <a:gd name="connsiteX58" fmla="*/ 2761910 w 9604374"/>
              <a:gd name="connsiteY58" fmla="*/ 3505496 h 3585866"/>
              <a:gd name="connsiteX59" fmla="*/ 2521923 w 9604374"/>
              <a:gd name="connsiteY59" fmla="*/ 3514208 h 3585866"/>
              <a:gd name="connsiteX60" fmla="*/ 2085894 w 9604374"/>
              <a:gd name="connsiteY60" fmla="*/ 3490122 h 3585866"/>
              <a:gd name="connsiteX61" fmla="*/ 1936305 w 9604374"/>
              <a:gd name="connsiteY61" fmla="*/ 3487966 h 3585866"/>
              <a:gd name="connsiteX62" fmla="*/ 1836080 w 9604374"/>
              <a:gd name="connsiteY62" fmla="*/ 3487150 h 3585866"/>
              <a:gd name="connsiteX63" fmla="*/ 1829133 w 9604374"/>
              <a:gd name="connsiteY63" fmla="*/ 3489437 h 3585866"/>
              <a:gd name="connsiteX64" fmla="*/ 1801140 w 9604374"/>
              <a:gd name="connsiteY64" fmla="*/ 3490787 h 3585866"/>
              <a:gd name="connsiteX65" fmla="*/ 1793476 w 9604374"/>
              <a:gd name="connsiteY65" fmla="*/ 3500921 h 3585866"/>
              <a:gd name="connsiteX66" fmla="*/ 1699923 w 9604374"/>
              <a:gd name="connsiteY66" fmla="*/ 3509706 h 3585866"/>
              <a:gd name="connsiteX67" fmla="*/ 1474760 w 9604374"/>
              <a:gd name="connsiteY67" fmla="*/ 3513685 h 3585866"/>
              <a:gd name="connsiteX68" fmla="*/ 1308130 w 9604374"/>
              <a:gd name="connsiteY68" fmla="*/ 3496703 h 3585866"/>
              <a:gd name="connsiteX69" fmla="*/ 1252381 w 9604374"/>
              <a:gd name="connsiteY69" fmla="*/ 3506093 h 3585866"/>
              <a:gd name="connsiteX70" fmla="*/ 1174550 w 9604374"/>
              <a:gd name="connsiteY70" fmla="*/ 3512642 h 3585866"/>
              <a:gd name="connsiteX71" fmla="*/ 924455 w 9604374"/>
              <a:gd name="connsiteY71" fmla="*/ 3507283 h 3585866"/>
              <a:gd name="connsiteX72" fmla="*/ 718373 w 9604374"/>
              <a:gd name="connsiteY72" fmla="*/ 3511753 h 3585866"/>
              <a:gd name="connsiteX73" fmla="*/ 600444 w 9604374"/>
              <a:gd name="connsiteY73" fmla="*/ 3520899 h 3585866"/>
              <a:gd name="connsiteX74" fmla="*/ 351173 w 9604374"/>
              <a:gd name="connsiteY74" fmla="*/ 3495843 h 3585866"/>
              <a:gd name="connsiteX75" fmla="*/ 108372 w 9604374"/>
              <a:gd name="connsiteY75" fmla="*/ 3484386 h 3585866"/>
              <a:gd name="connsiteX76" fmla="*/ 6467 w 9604374"/>
              <a:gd name="connsiteY76" fmla="*/ 3476532 h 3585866"/>
              <a:gd name="connsiteX77" fmla="*/ 0 w 9604374"/>
              <a:gd name="connsiteY77" fmla="*/ 3475412 h 3585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9604374" h="3585866">
                <a:moveTo>
                  <a:pt x="0" y="0"/>
                </a:moveTo>
                <a:lnTo>
                  <a:pt x="9604374" y="0"/>
                </a:lnTo>
                <a:lnTo>
                  <a:pt x="9604374" y="3095088"/>
                </a:lnTo>
                <a:lnTo>
                  <a:pt x="9591455" y="3097044"/>
                </a:lnTo>
                <a:cubicBezTo>
                  <a:pt x="9496183" y="3133516"/>
                  <a:pt x="9411472" y="3121301"/>
                  <a:pt x="9285147" y="3164182"/>
                </a:cubicBezTo>
                <a:cubicBezTo>
                  <a:pt x="9222914" y="3162781"/>
                  <a:pt x="9174371" y="3173454"/>
                  <a:pt x="9114078" y="3164299"/>
                </a:cubicBezTo>
                <a:cubicBezTo>
                  <a:pt x="9087411" y="3155904"/>
                  <a:pt x="9030947" y="3180906"/>
                  <a:pt x="8999665" y="3157864"/>
                </a:cubicBezTo>
                <a:cubicBezTo>
                  <a:pt x="8997339" y="3174606"/>
                  <a:pt x="8938300" y="3159909"/>
                  <a:pt x="8925240" y="3152135"/>
                </a:cubicBezTo>
                <a:cubicBezTo>
                  <a:pt x="8910091" y="3159441"/>
                  <a:pt x="8884639" y="3146109"/>
                  <a:pt x="8868257" y="3146819"/>
                </a:cubicBezTo>
                <a:cubicBezTo>
                  <a:pt x="8835852" y="3110204"/>
                  <a:pt x="8832251" y="3167659"/>
                  <a:pt x="8792363" y="3146856"/>
                </a:cubicBezTo>
                <a:cubicBezTo>
                  <a:pt x="8774838" y="3159285"/>
                  <a:pt x="8715420" y="3185652"/>
                  <a:pt x="8668399" y="3196893"/>
                </a:cubicBezTo>
                <a:cubicBezTo>
                  <a:pt x="8575902" y="3221445"/>
                  <a:pt x="8569506" y="3250654"/>
                  <a:pt x="8474043" y="3240734"/>
                </a:cubicBezTo>
                <a:cubicBezTo>
                  <a:pt x="8460613" y="3264436"/>
                  <a:pt x="8297088" y="3204738"/>
                  <a:pt x="8317555" y="3247156"/>
                </a:cubicBezTo>
                <a:cubicBezTo>
                  <a:pt x="8285696" y="3245083"/>
                  <a:pt x="8262352" y="3228203"/>
                  <a:pt x="8280111" y="3255812"/>
                </a:cubicBezTo>
                <a:lnTo>
                  <a:pt x="8096088" y="3253903"/>
                </a:lnTo>
                <a:cubicBezTo>
                  <a:pt x="7994084" y="3261603"/>
                  <a:pt x="7930388" y="3281921"/>
                  <a:pt x="7825642" y="3271628"/>
                </a:cubicBezTo>
                <a:cubicBezTo>
                  <a:pt x="7723046" y="3270395"/>
                  <a:pt x="7671282" y="3252297"/>
                  <a:pt x="7531820" y="3252671"/>
                </a:cubicBezTo>
                <a:cubicBezTo>
                  <a:pt x="7433606" y="3250277"/>
                  <a:pt x="7293100" y="3236234"/>
                  <a:pt x="7193751" y="3245192"/>
                </a:cubicBezTo>
                <a:cubicBezTo>
                  <a:pt x="7074822" y="3223769"/>
                  <a:pt x="7104250" y="3250265"/>
                  <a:pt x="6976768" y="3238559"/>
                </a:cubicBezTo>
                <a:cubicBezTo>
                  <a:pt x="6921032" y="3284865"/>
                  <a:pt x="6823818" y="3261794"/>
                  <a:pt x="6756462" y="3273268"/>
                </a:cubicBezTo>
                <a:cubicBezTo>
                  <a:pt x="6679037" y="3283316"/>
                  <a:pt x="6590030" y="3294204"/>
                  <a:pt x="6512214" y="3298845"/>
                </a:cubicBezTo>
                <a:cubicBezTo>
                  <a:pt x="6450581" y="3277980"/>
                  <a:pt x="6366042" y="3329199"/>
                  <a:pt x="6289569" y="3301118"/>
                </a:cubicBezTo>
                <a:cubicBezTo>
                  <a:pt x="6261432" y="3294355"/>
                  <a:pt x="6174310" y="3295209"/>
                  <a:pt x="6157816" y="3308643"/>
                </a:cubicBezTo>
                <a:cubicBezTo>
                  <a:pt x="6139648" y="3311557"/>
                  <a:pt x="6118459" y="3306799"/>
                  <a:pt x="6110062" y="3321185"/>
                </a:cubicBezTo>
                <a:cubicBezTo>
                  <a:pt x="6096189" y="3338498"/>
                  <a:pt x="6032810" y="3311765"/>
                  <a:pt x="6041832" y="3332190"/>
                </a:cubicBezTo>
                <a:cubicBezTo>
                  <a:pt x="5996830" y="3313871"/>
                  <a:pt x="5961033" y="3350141"/>
                  <a:pt x="5923195" y="3359104"/>
                </a:cubicBezTo>
                <a:cubicBezTo>
                  <a:pt x="5887750" y="3340930"/>
                  <a:pt x="5853570" y="3365323"/>
                  <a:pt x="5770972" y="3369893"/>
                </a:cubicBezTo>
                <a:cubicBezTo>
                  <a:pt x="5731993" y="3348876"/>
                  <a:pt x="5705091" y="3385599"/>
                  <a:pt x="5632583" y="3357730"/>
                </a:cubicBezTo>
                <a:cubicBezTo>
                  <a:pt x="5594087" y="3357562"/>
                  <a:pt x="5606154" y="3357443"/>
                  <a:pt x="5539996" y="3352890"/>
                </a:cubicBezTo>
                <a:cubicBezTo>
                  <a:pt x="5439049" y="3348000"/>
                  <a:pt x="5408459" y="3356166"/>
                  <a:pt x="5315460" y="3350411"/>
                </a:cubicBezTo>
                <a:cubicBezTo>
                  <a:pt x="5211119" y="3348356"/>
                  <a:pt x="5208881" y="3372469"/>
                  <a:pt x="5072455" y="3338147"/>
                </a:cubicBezTo>
                <a:cubicBezTo>
                  <a:pt x="5061717" y="3354508"/>
                  <a:pt x="5045493" y="3355753"/>
                  <a:pt x="5016364" y="3348937"/>
                </a:cubicBezTo>
                <a:cubicBezTo>
                  <a:pt x="4965900" y="3349130"/>
                  <a:pt x="4977835" y="3389131"/>
                  <a:pt x="4922276" y="3366515"/>
                </a:cubicBezTo>
                <a:cubicBezTo>
                  <a:pt x="4935702" y="3387794"/>
                  <a:pt x="4828733" y="3377760"/>
                  <a:pt x="4856444" y="3399463"/>
                </a:cubicBezTo>
                <a:cubicBezTo>
                  <a:pt x="4827698" y="3420094"/>
                  <a:pt x="4805019" y="3388256"/>
                  <a:pt x="4775993" y="3406312"/>
                </a:cubicBezTo>
                <a:cubicBezTo>
                  <a:pt x="4744470" y="3406056"/>
                  <a:pt x="4706605" y="3394901"/>
                  <a:pt x="4667320" y="3397926"/>
                </a:cubicBezTo>
                <a:cubicBezTo>
                  <a:pt x="4613435" y="3387476"/>
                  <a:pt x="4608100" y="3410487"/>
                  <a:pt x="4540268" y="3424464"/>
                </a:cubicBezTo>
                <a:cubicBezTo>
                  <a:pt x="4508279" y="3412969"/>
                  <a:pt x="4485989" y="3420063"/>
                  <a:pt x="4465491" y="3433154"/>
                </a:cubicBezTo>
                <a:cubicBezTo>
                  <a:pt x="4396498" y="3432601"/>
                  <a:pt x="4338078" y="3453569"/>
                  <a:pt x="4262864" y="3464075"/>
                </a:cubicBezTo>
                <a:cubicBezTo>
                  <a:pt x="4180249" y="3483394"/>
                  <a:pt x="4225769" y="3479019"/>
                  <a:pt x="4175005" y="3493545"/>
                </a:cubicBezTo>
                <a:lnTo>
                  <a:pt x="4030100" y="3514212"/>
                </a:lnTo>
                <a:lnTo>
                  <a:pt x="3926631" y="3525304"/>
                </a:lnTo>
                <a:lnTo>
                  <a:pt x="3897306" y="3547095"/>
                </a:lnTo>
                <a:lnTo>
                  <a:pt x="3896886" y="3547500"/>
                </a:lnTo>
                <a:lnTo>
                  <a:pt x="3834004" y="3550510"/>
                </a:lnTo>
                <a:cubicBezTo>
                  <a:pt x="3800562" y="3554957"/>
                  <a:pt x="3734185" y="3568533"/>
                  <a:pt x="3696227" y="3574175"/>
                </a:cubicBezTo>
                <a:cubicBezTo>
                  <a:pt x="3661780" y="3570074"/>
                  <a:pt x="3640587" y="3551815"/>
                  <a:pt x="3652821" y="3580368"/>
                </a:cubicBezTo>
                <a:cubicBezTo>
                  <a:pt x="3641506" y="3579831"/>
                  <a:pt x="3634593" y="3582151"/>
                  <a:pt x="3629691" y="3585866"/>
                </a:cubicBezTo>
                <a:lnTo>
                  <a:pt x="3595018" y="3571623"/>
                </a:lnTo>
                <a:lnTo>
                  <a:pt x="3551656" y="3577800"/>
                </a:lnTo>
                <a:lnTo>
                  <a:pt x="3541558" y="3579797"/>
                </a:lnTo>
                <a:lnTo>
                  <a:pt x="3465708" y="3565931"/>
                </a:lnTo>
                <a:lnTo>
                  <a:pt x="3458313" y="3560366"/>
                </a:lnTo>
                <a:cubicBezTo>
                  <a:pt x="3450380" y="3556940"/>
                  <a:pt x="3439090" y="3555355"/>
                  <a:pt x="3420278" y="3557947"/>
                </a:cubicBezTo>
                <a:lnTo>
                  <a:pt x="3415952" y="3559424"/>
                </a:lnTo>
                <a:lnTo>
                  <a:pt x="3384432" y="3550905"/>
                </a:lnTo>
                <a:cubicBezTo>
                  <a:pt x="3374259" y="3547029"/>
                  <a:pt x="3265415" y="3542149"/>
                  <a:pt x="3258039" y="3535884"/>
                </a:cubicBezTo>
                <a:cubicBezTo>
                  <a:pt x="3138852" y="3551394"/>
                  <a:pt x="3130647" y="3523871"/>
                  <a:pt x="3015008" y="3528000"/>
                </a:cubicBezTo>
                <a:cubicBezTo>
                  <a:pt x="2914857" y="3486061"/>
                  <a:pt x="2851687" y="3511605"/>
                  <a:pt x="2761910" y="3505496"/>
                </a:cubicBezTo>
                <a:cubicBezTo>
                  <a:pt x="2676401" y="3501198"/>
                  <a:pt x="2636809" y="3514769"/>
                  <a:pt x="2521923" y="3514208"/>
                </a:cubicBezTo>
                <a:cubicBezTo>
                  <a:pt x="2400197" y="3505062"/>
                  <a:pt x="2222818" y="3509922"/>
                  <a:pt x="2085894" y="3490122"/>
                </a:cubicBezTo>
                <a:cubicBezTo>
                  <a:pt x="1978312" y="3483748"/>
                  <a:pt x="1977940" y="3488460"/>
                  <a:pt x="1936305" y="3487966"/>
                </a:cubicBezTo>
                <a:cubicBezTo>
                  <a:pt x="1922459" y="3490683"/>
                  <a:pt x="1849334" y="3482739"/>
                  <a:pt x="1836080" y="3487150"/>
                </a:cubicBezTo>
                <a:lnTo>
                  <a:pt x="1829133" y="3489437"/>
                </a:lnTo>
                <a:lnTo>
                  <a:pt x="1801140" y="3490787"/>
                </a:lnTo>
                <a:lnTo>
                  <a:pt x="1793476" y="3500921"/>
                </a:lnTo>
                <a:lnTo>
                  <a:pt x="1699923" y="3509706"/>
                </a:lnTo>
                <a:cubicBezTo>
                  <a:pt x="1637728" y="3485036"/>
                  <a:pt x="1584624" y="3514467"/>
                  <a:pt x="1474760" y="3513685"/>
                </a:cubicBezTo>
                <a:cubicBezTo>
                  <a:pt x="1445646" y="3505164"/>
                  <a:pt x="1329781" y="3484421"/>
                  <a:pt x="1308130" y="3496703"/>
                </a:cubicBezTo>
                <a:cubicBezTo>
                  <a:pt x="1287409" y="3498430"/>
                  <a:pt x="1265391" y="3492347"/>
                  <a:pt x="1252381" y="3506093"/>
                </a:cubicBezTo>
                <a:cubicBezTo>
                  <a:pt x="1232588" y="3522393"/>
                  <a:pt x="1170020" y="3491785"/>
                  <a:pt x="1174550" y="3512642"/>
                </a:cubicBezTo>
                <a:cubicBezTo>
                  <a:pt x="1119896" y="3512841"/>
                  <a:pt x="1000484" y="3507431"/>
                  <a:pt x="924455" y="3507283"/>
                </a:cubicBezTo>
                <a:cubicBezTo>
                  <a:pt x="887180" y="3483915"/>
                  <a:pt x="777361" y="3516071"/>
                  <a:pt x="718373" y="3511753"/>
                </a:cubicBezTo>
                <a:cubicBezTo>
                  <a:pt x="666588" y="3513355"/>
                  <a:pt x="661645" y="3525551"/>
                  <a:pt x="600444" y="3520899"/>
                </a:cubicBezTo>
                <a:cubicBezTo>
                  <a:pt x="491334" y="3516943"/>
                  <a:pt x="451794" y="3507522"/>
                  <a:pt x="351173" y="3495843"/>
                </a:cubicBezTo>
                <a:cubicBezTo>
                  <a:pt x="237121" y="3487112"/>
                  <a:pt x="235857" y="3499212"/>
                  <a:pt x="108372" y="3484386"/>
                </a:cubicBezTo>
                <a:cubicBezTo>
                  <a:pt x="86318" y="3481054"/>
                  <a:pt x="40657" y="3480329"/>
                  <a:pt x="6467" y="3476532"/>
                </a:cubicBezTo>
                <a:lnTo>
                  <a:pt x="0" y="3475412"/>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Rectangle 6">
            <a:extLst>
              <a:ext uri="{FF2B5EF4-FFF2-40B4-BE49-F238E27FC236}">
                <a16:creationId xmlns:a16="http://schemas.microsoft.com/office/drawing/2014/main" id="{48F779DE-4744-42D6-9C74-33EC94460C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1727" y="2190741"/>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0255E97-E3D2-6D55-CAC7-7B6C3869BDF3}"/>
              </a:ext>
            </a:extLst>
          </p:cNvPr>
          <p:cNvSpPr>
            <a:spLocks noGrp="1"/>
          </p:cNvSpPr>
          <p:nvPr>
            <p:ph idx="1"/>
          </p:nvPr>
        </p:nvSpPr>
        <p:spPr>
          <a:xfrm>
            <a:off x="1941207" y="2752316"/>
            <a:ext cx="8309586" cy="2756848"/>
          </a:xfrm>
        </p:spPr>
        <p:txBody>
          <a:bodyPr vert="horz" lIns="91440" tIns="45720" rIns="91440" bIns="45720" rtlCol="0" anchor="t">
            <a:normAutofit lnSpcReduction="10000"/>
          </a:bodyPr>
          <a:lstStyle/>
          <a:p>
            <a:r>
              <a:rPr lang="en-GB" sz="2400" dirty="0">
                <a:cs typeface="Calibri"/>
              </a:rPr>
              <a:t>Think about questions you can ask users or clients for feedback about the usability of the web application</a:t>
            </a:r>
          </a:p>
          <a:p>
            <a:endParaRPr lang="en-GB" sz="2400">
              <a:cs typeface="Calibri"/>
            </a:endParaRPr>
          </a:p>
          <a:p>
            <a:r>
              <a:rPr lang="en-GB" sz="2400" dirty="0">
                <a:cs typeface="Calibri"/>
              </a:rPr>
              <a:t>Ask about the design, the colours, the fonts, images, loading speed and more </a:t>
            </a:r>
          </a:p>
          <a:p>
            <a:endParaRPr lang="en-GB" sz="2400">
              <a:cs typeface="Calibri"/>
            </a:endParaRPr>
          </a:p>
          <a:p>
            <a:r>
              <a:rPr lang="en-GB" sz="2400" b="1" dirty="0">
                <a:cs typeface="Calibri"/>
              </a:rPr>
              <a:t>Use Microsoft Forms or Google Forms</a:t>
            </a:r>
          </a:p>
          <a:p>
            <a:pPr marL="0" indent="0">
              <a:buNone/>
            </a:pPr>
            <a:endParaRPr lang="en-GB" sz="2400">
              <a:cs typeface="Calibri"/>
            </a:endParaRPr>
          </a:p>
          <a:p>
            <a:endParaRPr lang="en-GB" sz="2400">
              <a:cs typeface="Calibri"/>
            </a:endParaRPr>
          </a:p>
          <a:p>
            <a:endParaRPr lang="en-GB" sz="2400">
              <a:cs typeface="Calibri"/>
            </a:endParaRPr>
          </a:p>
        </p:txBody>
      </p:sp>
    </p:spTree>
    <p:extLst>
      <p:ext uri="{BB962C8B-B14F-4D97-AF65-F5344CB8AC3E}">
        <p14:creationId xmlns:p14="http://schemas.microsoft.com/office/powerpoint/2010/main" val="32013314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EB791652-581E-452C-B970-B3C48D4A99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0DC0EC46-2230-4728-856D-F353111210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7"/>
            <a:ext cx="10905067" cy="5562249"/>
          </a:xfrm>
          <a:custGeom>
            <a:avLst/>
            <a:gdLst>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8506 w 11243827"/>
              <a:gd name="connsiteY105" fmla="*/ 5632788 h 5641173"/>
              <a:gd name="connsiteX106" fmla="*/ 7912803 w 11243827"/>
              <a:gd name="connsiteY106" fmla="*/ 5629702 h 5641173"/>
              <a:gd name="connsiteX107" fmla="*/ 7890915 w 11243827"/>
              <a:gd name="connsiteY107" fmla="*/ 5612272 h 5641173"/>
              <a:gd name="connsiteX108" fmla="*/ 7727691 w 11243827"/>
              <a:gd name="connsiteY108" fmla="*/ 5621064 h 5641173"/>
              <a:gd name="connsiteX109" fmla="*/ 7685998 w 11243827"/>
              <a:gd name="connsiteY109" fmla="*/ 5615564 h 5641173"/>
              <a:gd name="connsiteX110" fmla="*/ 7649302 w 11243827"/>
              <a:gd name="connsiteY110" fmla="*/ 5626541 h 5641173"/>
              <a:gd name="connsiteX111" fmla="*/ 7634083 w 11243827"/>
              <a:gd name="connsiteY111" fmla="*/ 5620862 h 5641173"/>
              <a:gd name="connsiteX112" fmla="*/ 7631455 w 11243827"/>
              <a:gd name="connsiteY112" fmla="*/ 5619708 h 5641173"/>
              <a:gd name="connsiteX113" fmla="*/ 7620952 w 11243827"/>
              <a:gd name="connsiteY113" fmla="*/ 5618872 h 5641173"/>
              <a:gd name="connsiteX114" fmla="*/ 7617992 w 11243827"/>
              <a:gd name="connsiteY114" fmla="*/ 5613914 h 5641173"/>
              <a:gd name="connsiteX115" fmla="*/ 7602182 w 11243827"/>
              <a:gd name="connsiteY115" fmla="*/ 5609271 h 5641173"/>
              <a:gd name="connsiteX116" fmla="*/ 7582847 w 11243827"/>
              <a:gd name="connsiteY116" fmla="*/ 5609047 h 5641173"/>
              <a:gd name="connsiteX117" fmla="*/ 7514158 w 11243827"/>
              <a:gd name="connsiteY117" fmla="*/ 5607737 h 5641173"/>
              <a:gd name="connsiteX118" fmla="*/ 7502955 w 11243827"/>
              <a:gd name="connsiteY118" fmla="*/ 5610415 h 5641173"/>
              <a:gd name="connsiteX119" fmla="*/ 7466391 w 11243827"/>
              <a:gd name="connsiteY119" fmla="*/ 5605949 h 5641173"/>
              <a:gd name="connsiteX120" fmla="*/ 7433806 w 11243827"/>
              <a:gd name="connsiteY120" fmla="*/ 5604945 h 5641173"/>
              <a:gd name="connsiteX121" fmla="*/ 7412693 w 11243827"/>
              <a:gd name="connsiteY121" fmla="*/ 5607075 h 5641173"/>
              <a:gd name="connsiteX122" fmla="*/ 7407159 w 11243827"/>
              <a:gd name="connsiteY122" fmla="*/ 5605310 h 5641173"/>
              <a:gd name="connsiteX123" fmla="*/ 7385900 w 11243827"/>
              <a:gd name="connsiteY123" fmla="*/ 5604171 h 5641173"/>
              <a:gd name="connsiteX124" fmla="*/ 7375071 w 11243827"/>
              <a:gd name="connsiteY124" fmla="*/ 5606788 h 5641173"/>
              <a:gd name="connsiteX125" fmla="*/ 7364382 w 11243827"/>
              <a:gd name="connsiteY125" fmla="*/ 5600762 h 5641173"/>
              <a:gd name="connsiteX126" fmla="*/ 7361770 w 11243827"/>
              <a:gd name="connsiteY126" fmla="*/ 5596347 h 5641173"/>
              <a:gd name="connsiteX127" fmla="*/ 7346641 w 11243827"/>
              <a:gd name="connsiteY127" fmla="*/ 5598329 h 5641173"/>
              <a:gd name="connsiteX128" fmla="*/ 7334238 w 11243827"/>
              <a:gd name="connsiteY128" fmla="*/ 5594014 h 5641173"/>
              <a:gd name="connsiteX129" fmla="*/ 7323426 w 11243827"/>
              <a:gd name="connsiteY129" fmla="*/ 5596835 h 5641173"/>
              <a:gd name="connsiteX130" fmla="*/ 7318938 w 11243827"/>
              <a:gd name="connsiteY130" fmla="*/ 5596200 h 5641173"/>
              <a:gd name="connsiteX131" fmla="*/ 7307784 w 11243827"/>
              <a:gd name="connsiteY131" fmla="*/ 5594065 h 5641173"/>
              <a:gd name="connsiteX132" fmla="*/ 7288540 w 11243827"/>
              <a:gd name="connsiteY132" fmla="*/ 5589320 h 5641173"/>
              <a:gd name="connsiteX133" fmla="*/ 7282537 w 11243827"/>
              <a:gd name="connsiteY133" fmla="*/ 5588660 h 5641173"/>
              <a:gd name="connsiteX134" fmla="*/ 7269466 w 11243827"/>
              <a:gd name="connsiteY134" fmla="*/ 5581404 h 5641173"/>
              <a:gd name="connsiteX135" fmla="*/ 7244165 w 11243827"/>
              <a:gd name="connsiteY135" fmla="*/ 5575200 h 5641173"/>
              <a:gd name="connsiteX136" fmla="*/ 7199619 w 11243827"/>
              <a:gd name="connsiteY136" fmla="*/ 5553550 h 5641173"/>
              <a:gd name="connsiteX137" fmla="*/ 7173434 w 11243827"/>
              <a:gd name="connsiteY137" fmla="*/ 5543219 h 5641173"/>
              <a:gd name="connsiteX138" fmla="*/ 7155718 w 11243827"/>
              <a:gd name="connsiteY138" fmla="*/ 5533697 h 5641173"/>
              <a:gd name="connsiteX139" fmla="*/ 7103430 w 11243827"/>
              <a:gd name="connsiteY139" fmla="*/ 5520249 h 5641173"/>
              <a:gd name="connsiteX140" fmla="*/ 7013746 w 11243827"/>
              <a:gd name="connsiteY140" fmla="*/ 5502470 h 5641173"/>
              <a:gd name="connsiteX141" fmla="*/ 6995379 w 11243827"/>
              <a:gd name="connsiteY141" fmla="*/ 5497693 h 5641173"/>
              <a:gd name="connsiteX142" fmla="*/ 6982475 w 11243827"/>
              <a:gd name="connsiteY142" fmla="*/ 5489641 h 5641173"/>
              <a:gd name="connsiteX143" fmla="*/ 6981994 w 11243827"/>
              <a:gd name="connsiteY143" fmla="*/ 5484335 h 5641173"/>
              <a:gd name="connsiteX144" fmla="*/ 6972355 w 11243827"/>
              <a:gd name="connsiteY144" fmla="*/ 5481074 h 5641173"/>
              <a:gd name="connsiteX145" fmla="*/ 6970394 w 11243827"/>
              <a:gd name="connsiteY145" fmla="*/ 5479383 h 5641173"/>
              <a:gd name="connsiteX146" fmla="*/ 6958543 w 11243827"/>
              <a:gd name="connsiteY146" fmla="*/ 5470507 h 5641173"/>
              <a:gd name="connsiteX147" fmla="*/ 6918276 w 11243827"/>
              <a:gd name="connsiteY147" fmla="*/ 5472034 h 5641173"/>
              <a:gd name="connsiteX148" fmla="*/ 6881046 w 11243827"/>
              <a:gd name="connsiteY148" fmla="*/ 5457070 h 5641173"/>
              <a:gd name="connsiteX149" fmla="*/ 6720917 w 11243827"/>
              <a:gd name="connsiteY149" fmla="*/ 5426664 h 5641173"/>
              <a:gd name="connsiteX150" fmla="*/ 6724964 w 11243827"/>
              <a:gd name="connsiteY150" fmla="*/ 5414071 h 5641173"/>
              <a:gd name="connsiteX151" fmla="*/ 6717823 w 11243827"/>
              <a:gd name="connsiteY151" fmla="*/ 5410317 h 5641173"/>
              <a:gd name="connsiteX152" fmla="*/ 6660723 w 11243827"/>
              <a:gd name="connsiteY152" fmla="*/ 5408304 h 5641173"/>
              <a:gd name="connsiteX153" fmla="*/ 6532914 w 11243827"/>
              <a:gd name="connsiteY153" fmla="*/ 5431205 h 5641173"/>
              <a:gd name="connsiteX154" fmla="*/ 6317327 w 11243827"/>
              <a:gd name="connsiteY154" fmla="*/ 5481889 h 5641173"/>
              <a:gd name="connsiteX155" fmla="*/ 6196243 w 11243827"/>
              <a:gd name="connsiteY155" fmla="*/ 5515042 h 5641173"/>
              <a:gd name="connsiteX156" fmla="*/ 6099124 w 11243827"/>
              <a:gd name="connsiteY156" fmla="*/ 5516848 h 5641173"/>
              <a:gd name="connsiteX157" fmla="*/ 6016077 w 11243827"/>
              <a:gd name="connsiteY157" fmla="*/ 5528642 h 5641173"/>
              <a:gd name="connsiteX158" fmla="*/ 6004389 w 11243827"/>
              <a:gd name="connsiteY158" fmla="*/ 5531206 h 5641173"/>
              <a:gd name="connsiteX159" fmla="*/ 5933945 w 11243827"/>
              <a:gd name="connsiteY159" fmla="*/ 5538840 h 5641173"/>
              <a:gd name="connsiteX160" fmla="*/ 5883936 w 11243827"/>
              <a:gd name="connsiteY160" fmla="*/ 5553807 h 5641173"/>
              <a:gd name="connsiteX161" fmla="*/ 5798331 w 11243827"/>
              <a:gd name="connsiteY161" fmla="*/ 5564248 h 5641173"/>
              <a:gd name="connsiteX162" fmla="*/ 5712738 w 11243827"/>
              <a:gd name="connsiteY162" fmla="*/ 5573120 h 5641173"/>
              <a:gd name="connsiteX163" fmla="*/ 5681342 w 11243827"/>
              <a:gd name="connsiteY163" fmla="*/ 5575621 h 5641173"/>
              <a:gd name="connsiteX164" fmla="*/ 5627167 w 11243827"/>
              <a:gd name="connsiteY164" fmla="*/ 5583215 h 5641173"/>
              <a:gd name="connsiteX165" fmla="*/ 5591414 w 11243827"/>
              <a:gd name="connsiteY165" fmla="*/ 5587695 h 5641173"/>
              <a:gd name="connsiteX166" fmla="*/ 5583028 w 11243827"/>
              <a:gd name="connsiteY166" fmla="*/ 5580877 h 5641173"/>
              <a:gd name="connsiteX167" fmla="*/ 5549426 w 11243827"/>
              <a:gd name="connsiteY167" fmla="*/ 5582858 h 5641173"/>
              <a:gd name="connsiteX168" fmla="*/ 5519999 w 11243827"/>
              <a:gd name="connsiteY168" fmla="*/ 5592246 h 5641173"/>
              <a:gd name="connsiteX169" fmla="*/ 5480028 w 11243827"/>
              <a:gd name="connsiteY169" fmla="*/ 5597282 h 5641173"/>
              <a:gd name="connsiteX170" fmla="*/ 5456175 w 11243827"/>
              <a:gd name="connsiteY170" fmla="*/ 5600371 h 5641173"/>
              <a:gd name="connsiteX171" fmla="*/ 5388463 w 11243827"/>
              <a:gd name="connsiteY171" fmla="*/ 5602638 h 5641173"/>
              <a:gd name="connsiteX172" fmla="*/ 5265898 w 11243827"/>
              <a:gd name="connsiteY172" fmla="*/ 5591830 h 5641173"/>
              <a:gd name="connsiteX173" fmla="*/ 5231231 w 11243827"/>
              <a:gd name="connsiteY173" fmla="*/ 5592790 h 5641173"/>
              <a:gd name="connsiteX174" fmla="*/ 5226996 w 11243827"/>
              <a:gd name="connsiteY174" fmla="*/ 5595040 h 5641173"/>
              <a:gd name="connsiteX175" fmla="*/ 5175988 w 11243827"/>
              <a:gd name="connsiteY175" fmla="*/ 5588131 h 5641173"/>
              <a:gd name="connsiteX176" fmla="*/ 5107470 w 11243827"/>
              <a:gd name="connsiteY176" fmla="*/ 5594771 h 5641173"/>
              <a:gd name="connsiteX177" fmla="*/ 5027868 w 11243827"/>
              <a:gd name="connsiteY177" fmla="*/ 5605624 h 5641173"/>
              <a:gd name="connsiteX178" fmla="*/ 5007324 w 11243827"/>
              <a:gd name="connsiteY178" fmla="*/ 5609209 h 5641173"/>
              <a:gd name="connsiteX179" fmla="*/ 4952559 w 11243827"/>
              <a:gd name="connsiteY179" fmla="*/ 5611402 h 5641173"/>
              <a:gd name="connsiteX180" fmla="*/ 4826081 w 11243827"/>
              <a:gd name="connsiteY180" fmla="*/ 5616191 h 5641173"/>
              <a:gd name="connsiteX181" fmla="*/ 4823501 w 11243827"/>
              <a:gd name="connsiteY181" fmla="*/ 5619174 h 5641173"/>
              <a:gd name="connsiteX182" fmla="*/ 4813093 w 11243827"/>
              <a:gd name="connsiteY182" fmla="*/ 5620026 h 5641173"/>
              <a:gd name="connsiteX183" fmla="*/ 4810563 w 11243827"/>
              <a:gd name="connsiteY183" fmla="*/ 5620787 h 5641173"/>
              <a:gd name="connsiteX184" fmla="*/ 4795818 w 11243827"/>
              <a:gd name="connsiteY184" fmla="*/ 5624618 h 5641173"/>
              <a:gd name="connsiteX185" fmla="*/ 4758404 w 11243827"/>
              <a:gd name="connsiteY185" fmla="*/ 5619510 h 5641173"/>
              <a:gd name="connsiteX186" fmla="*/ 4717254 w 11243827"/>
              <a:gd name="connsiteY186" fmla="*/ 5624155 h 5641173"/>
              <a:gd name="connsiteX187" fmla="*/ 4591958 w 11243827"/>
              <a:gd name="connsiteY187" fmla="*/ 5624710 h 5641173"/>
              <a:gd name="connsiteX188" fmla="*/ 4476215 w 11243827"/>
              <a:gd name="connsiteY188" fmla="*/ 5628210 h 5641173"/>
              <a:gd name="connsiteX189" fmla="*/ 4425193 w 11243827"/>
              <a:gd name="connsiteY189" fmla="*/ 5627414 h 5641173"/>
              <a:gd name="connsiteX190" fmla="*/ 4383866 w 11243827"/>
              <a:gd name="connsiteY190" fmla="*/ 5626546 h 5641173"/>
              <a:gd name="connsiteX191" fmla="*/ 4385596 w 11243827"/>
              <a:gd name="connsiteY191" fmla="*/ 5634646 h 5641173"/>
              <a:gd name="connsiteX192" fmla="*/ 4360864 w 11243827"/>
              <a:gd name="connsiteY192" fmla="*/ 5641173 h 5641173"/>
              <a:gd name="connsiteX193" fmla="*/ 4328321 w 11243827"/>
              <a:gd name="connsiteY193" fmla="*/ 5626332 h 5641173"/>
              <a:gd name="connsiteX194" fmla="*/ 4309842 w 11243827"/>
              <a:gd name="connsiteY194" fmla="*/ 5626471 h 5641173"/>
              <a:gd name="connsiteX195" fmla="*/ 4277424 w 11243827"/>
              <a:gd name="connsiteY195" fmla="*/ 5631598 h 5641173"/>
              <a:gd name="connsiteX196" fmla="*/ 4266627 w 11243827"/>
              <a:gd name="connsiteY196" fmla="*/ 5633969 h 5641173"/>
              <a:gd name="connsiteX197" fmla="*/ 4185525 w 11243827"/>
              <a:gd name="connsiteY197" fmla="*/ 5617508 h 5641173"/>
              <a:gd name="connsiteX198" fmla="*/ 4177617 w 11243827"/>
              <a:gd name="connsiteY198" fmla="*/ 5610903 h 5641173"/>
              <a:gd name="connsiteX199" fmla="*/ 4136948 w 11243827"/>
              <a:gd name="connsiteY199" fmla="*/ 5608031 h 5641173"/>
              <a:gd name="connsiteX200" fmla="*/ 4132323 w 11243827"/>
              <a:gd name="connsiteY200" fmla="*/ 5609784 h 5641173"/>
              <a:gd name="connsiteX201" fmla="*/ 4098620 w 11243827"/>
              <a:gd name="connsiteY201" fmla="*/ 5599672 h 5641173"/>
              <a:gd name="connsiteX202" fmla="*/ 3963475 w 11243827"/>
              <a:gd name="connsiteY202" fmla="*/ 5581841 h 5641173"/>
              <a:gd name="connsiteX203" fmla="*/ 3703613 w 11243827"/>
              <a:gd name="connsiteY203" fmla="*/ 5572482 h 5641173"/>
              <a:gd name="connsiteX204" fmla="*/ 3432987 w 11243827"/>
              <a:gd name="connsiteY204" fmla="*/ 5545768 h 5641173"/>
              <a:gd name="connsiteX205" fmla="*/ 3176381 w 11243827"/>
              <a:gd name="connsiteY205" fmla="*/ 5556110 h 5641173"/>
              <a:gd name="connsiteX206" fmla="*/ 2710156 w 11243827"/>
              <a:gd name="connsiteY206" fmla="*/ 5527517 h 5641173"/>
              <a:gd name="connsiteX207" fmla="*/ 2550206 w 11243827"/>
              <a:gd name="connsiteY207" fmla="*/ 5524958 h 5641173"/>
              <a:gd name="connsiteX208" fmla="*/ 2443041 w 11243827"/>
              <a:gd name="connsiteY208" fmla="*/ 5523990 h 5641173"/>
              <a:gd name="connsiteX209" fmla="*/ 2435613 w 11243827"/>
              <a:gd name="connsiteY209" fmla="*/ 5526704 h 5641173"/>
              <a:gd name="connsiteX210" fmla="*/ 2405682 w 11243827"/>
              <a:gd name="connsiteY210" fmla="*/ 5528307 h 5641173"/>
              <a:gd name="connsiteX211" fmla="*/ 2397487 w 11243827"/>
              <a:gd name="connsiteY211" fmla="*/ 5540337 h 5641173"/>
              <a:gd name="connsiteX212" fmla="*/ 2297454 w 11243827"/>
              <a:gd name="connsiteY212" fmla="*/ 5550765 h 5641173"/>
              <a:gd name="connsiteX213" fmla="*/ 2056700 w 11243827"/>
              <a:gd name="connsiteY213" fmla="*/ 5555489 h 5641173"/>
              <a:gd name="connsiteX214" fmla="*/ 1878530 w 11243827"/>
              <a:gd name="connsiteY214" fmla="*/ 5535330 h 5641173"/>
              <a:gd name="connsiteX215" fmla="*/ 1859292 w 11243827"/>
              <a:gd name="connsiteY215" fmla="*/ 5535461 h 5641173"/>
              <a:gd name="connsiteX216" fmla="*/ 1835626 w 11243827"/>
              <a:gd name="connsiteY216" fmla="*/ 5533793 h 5641173"/>
              <a:gd name="connsiteX217" fmla="*/ 1798939 w 11243827"/>
              <a:gd name="connsiteY217" fmla="*/ 5540285 h 5641173"/>
              <a:gd name="connsiteX218" fmla="*/ 1779046 w 11243827"/>
              <a:gd name="connsiteY218" fmla="*/ 5549949 h 5641173"/>
              <a:gd name="connsiteX219" fmla="*/ 1772421 w 11243827"/>
              <a:gd name="connsiteY219" fmla="*/ 5549018 h 5641173"/>
              <a:gd name="connsiteX220" fmla="*/ 1772052 w 11243827"/>
              <a:gd name="connsiteY220" fmla="*/ 5545689 h 5641173"/>
              <a:gd name="connsiteX221" fmla="*/ 1711543 w 11243827"/>
              <a:gd name="connsiteY221" fmla="*/ 5534558 h 5641173"/>
              <a:gd name="connsiteX222" fmla="*/ 1698891 w 11243827"/>
              <a:gd name="connsiteY222" fmla="*/ 5513187 h 5641173"/>
              <a:gd name="connsiteX223" fmla="*/ 1538763 w 11243827"/>
              <a:gd name="connsiteY223" fmla="*/ 5482781 h 5641173"/>
              <a:gd name="connsiteX224" fmla="*/ 1501533 w 11243827"/>
              <a:gd name="connsiteY224" fmla="*/ 5467817 h 5641173"/>
              <a:gd name="connsiteX225" fmla="*/ 1461266 w 11243827"/>
              <a:gd name="connsiteY225" fmla="*/ 5469343 h 5641173"/>
              <a:gd name="connsiteX226" fmla="*/ 1449415 w 11243827"/>
              <a:gd name="connsiteY226" fmla="*/ 5460467 h 5641173"/>
              <a:gd name="connsiteX227" fmla="*/ 1447454 w 11243827"/>
              <a:gd name="connsiteY227" fmla="*/ 5458776 h 5641173"/>
              <a:gd name="connsiteX228" fmla="*/ 1437814 w 11243827"/>
              <a:gd name="connsiteY228" fmla="*/ 5455515 h 5641173"/>
              <a:gd name="connsiteX229" fmla="*/ 1437334 w 11243827"/>
              <a:gd name="connsiteY229" fmla="*/ 5450209 h 5641173"/>
              <a:gd name="connsiteX230" fmla="*/ 1424429 w 11243827"/>
              <a:gd name="connsiteY230" fmla="*/ 5442157 h 5641173"/>
              <a:gd name="connsiteX231" fmla="*/ 1406063 w 11243827"/>
              <a:gd name="connsiteY231" fmla="*/ 5437380 h 5641173"/>
              <a:gd name="connsiteX232" fmla="*/ 1316379 w 11243827"/>
              <a:gd name="connsiteY232" fmla="*/ 5419601 h 5641173"/>
              <a:gd name="connsiteX233" fmla="*/ 1264090 w 11243827"/>
              <a:gd name="connsiteY233" fmla="*/ 5406153 h 5641173"/>
              <a:gd name="connsiteX234" fmla="*/ 1246374 w 11243827"/>
              <a:gd name="connsiteY234" fmla="*/ 5396631 h 5641173"/>
              <a:gd name="connsiteX235" fmla="*/ 1220190 w 11243827"/>
              <a:gd name="connsiteY235" fmla="*/ 5386301 h 5641173"/>
              <a:gd name="connsiteX236" fmla="*/ 1175643 w 11243827"/>
              <a:gd name="connsiteY236" fmla="*/ 5364651 h 5641173"/>
              <a:gd name="connsiteX237" fmla="*/ 1150342 w 11243827"/>
              <a:gd name="connsiteY237" fmla="*/ 5358447 h 5641173"/>
              <a:gd name="connsiteX238" fmla="*/ 1137272 w 11243827"/>
              <a:gd name="connsiteY238" fmla="*/ 5351191 h 5641173"/>
              <a:gd name="connsiteX239" fmla="*/ 1131268 w 11243827"/>
              <a:gd name="connsiteY239" fmla="*/ 5350530 h 5641173"/>
              <a:gd name="connsiteX240" fmla="*/ 1112024 w 11243827"/>
              <a:gd name="connsiteY240" fmla="*/ 5345786 h 5641173"/>
              <a:gd name="connsiteX241" fmla="*/ 1100870 w 11243827"/>
              <a:gd name="connsiteY241" fmla="*/ 5343651 h 5641173"/>
              <a:gd name="connsiteX242" fmla="*/ 1096383 w 11243827"/>
              <a:gd name="connsiteY242" fmla="*/ 5343015 h 5641173"/>
              <a:gd name="connsiteX243" fmla="*/ 1085571 w 11243827"/>
              <a:gd name="connsiteY243" fmla="*/ 5345836 h 5641173"/>
              <a:gd name="connsiteX244" fmla="*/ 1073168 w 11243827"/>
              <a:gd name="connsiteY244" fmla="*/ 5341521 h 5641173"/>
              <a:gd name="connsiteX245" fmla="*/ 1058039 w 11243827"/>
              <a:gd name="connsiteY245" fmla="*/ 5343504 h 5641173"/>
              <a:gd name="connsiteX246" fmla="*/ 1055426 w 11243827"/>
              <a:gd name="connsiteY246" fmla="*/ 5339088 h 5641173"/>
              <a:gd name="connsiteX247" fmla="*/ 1044738 w 11243827"/>
              <a:gd name="connsiteY247" fmla="*/ 5333063 h 5641173"/>
              <a:gd name="connsiteX248" fmla="*/ 1033909 w 11243827"/>
              <a:gd name="connsiteY248" fmla="*/ 5335680 h 5641173"/>
              <a:gd name="connsiteX249" fmla="*/ 1012649 w 11243827"/>
              <a:gd name="connsiteY249" fmla="*/ 5334541 h 5641173"/>
              <a:gd name="connsiteX250" fmla="*/ 1007115 w 11243827"/>
              <a:gd name="connsiteY250" fmla="*/ 5332775 h 5641173"/>
              <a:gd name="connsiteX251" fmla="*/ 986002 w 11243827"/>
              <a:gd name="connsiteY251" fmla="*/ 5334906 h 5641173"/>
              <a:gd name="connsiteX252" fmla="*/ 953418 w 11243827"/>
              <a:gd name="connsiteY252" fmla="*/ 5333901 h 5641173"/>
              <a:gd name="connsiteX253" fmla="*/ 916854 w 11243827"/>
              <a:gd name="connsiteY253" fmla="*/ 5329435 h 5641173"/>
              <a:gd name="connsiteX254" fmla="*/ 905651 w 11243827"/>
              <a:gd name="connsiteY254" fmla="*/ 5332114 h 5641173"/>
              <a:gd name="connsiteX255" fmla="*/ 836961 w 11243827"/>
              <a:gd name="connsiteY255" fmla="*/ 5330803 h 5641173"/>
              <a:gd name="connsiteX256" fmla="*/ 817627 w 11243827"/>
              <a:gd name="connsiteY256" fmla="*/ 5330580 h 5641173"/>
              <a:gd name="connsiteX257" fmla="*/ 801817 w 11243827"/>
              <a:gd name="connsiteY257" fmla="*/ 5325937 h 5641173"/>
              <a:gd name="connsiteX258" fmla="*/ 798857 w 11243827"/>
              <a:gd name="connsiteY258" fmla="*/ 5320979 h 5641173"/>
              <a:gd name="connsiteX259" fmla="*/ 788354 w 11243827"/>
              <a:gd name="connsiteY259" fmla="*/ 5320143 h 5641173"/>
              <a:gd name="connsiteX260" fmla="*/ 785726 w 11243827"/>
              <a:gd name="connsiteY260" fmla="*/ 5318989 h 5641173"/>
              <a:gd name="connsiteX261" fmla="*/ 770507 w 11243827"/>
              <a:gd name="connsiteY261" fmla="*/ 5313309 h 5641173"/>
              <a:gd name="connsiteX262" fmla="*/ 733810 w 11243827"/>
              <a:gd name="connsiteY262" fmla="*/ 5324286 h 5641173"/>
              <a:gd name="connsiteX263" fmla="*/ 692117 w 11243827"/>
              <a:gd name="connsiteY263" fmla="*/ 5318786 h 5641173"/>
              <a:gd name="connsiteX264" fmla="*/ 528894 w 11243827"/>
              <a:gd name="connsiteY264" fmla="*/ 5327578 h 5641173"/>
              <a:gd name="connsiteX265" fmla="*/ 507005 w 11243827"/>
              <a:gd name="connsiteY265" fmla="*/ 5310149 h 5641173"/>
              <a:gd name="connsiteX266" fmla="*/ 441302 w 11243827"/>
              <a:gd name="connsiteY266" fmla="*/ 5307062 h 5641173"/>
              <a:gd name="connsiteX267" fmla="*/ 336819 w 11243827"/>
              <a:gd name="connsiteY267" fmla="*/ 5336690 h 5641173"/>
              <a:gd name="connsiteX268" fmla="*/ 215763 w 11243827"/>
              <a:gd name="connsiteY268" fmla="*/ 5332575 h 5641173"/>
              <a:gd name="connsiteX269" fmla="*/ 205927 w 11243827"/>
              <a:gd name="connsiteY269" fmla="*/ 5339672 h 5641173"/>
              <a:gd name="connsiteX270" fmla="*/ 194189 w 11243827"/>
              <a:gd name="connsiteY270" fmla="*/ 5343588 h 5641173"/>
              <a:gd name="connsiteX271" fmla="*/ 192552 w 11243827"/>
              <a:gd name="connsiteY271" fmla="*/ 5342845 h 5641173"/>
              <a:gd name="connsiteX272" fmla="*/ 178320 w 11243827"/>
              <a:gd name="connsiteY272" fmla="*/ 5343766 h 5641173"/>
              <a:gd name="connsiteX273" fmla="*/ 175596 w 11243827"/>
              <a:gd name="connsiteY273" fmla="*/ 5346411 h 5641173"/>
              <a:gd name="connsiteX274" fmla="*/ 165951 w 11243827"/>
              <a:gd name="connsiteY274" fmla="*/ 5347808 h 5641173"/>
              <a:gd name="connsiteX275" fmla="*/ 147287 w 11243827"/>
              <a:gd name="connsiteY275" fmla="*/ 5352625 h 5641173"/>
              <a:gd name="connsiteX276" fmla="*/ 143484 w 11243827"/>
              <a:gd name="connsiteY276" fmla="*/ 5351591 h 5641173"/>
              <a:gd name="connsiteX277" fmla="*/ 114847 w 11243827"/>
              <a:gd name="connsiteY277" fmla="*/ 5355844 h 5641173"/>
              <a:gd name="connsiteX278" fmla="*/ 114306 w 11243827"/>
              <a:gd name="connsiteY278" fmla="*/ 5354983 h 5641173"/>
              <a:gd name="connsiteX279" fmla="*/ 105588 w 11243827"/>
              <a:gd name="connsiteY279" fmla="*/ 5352169 h 5641173"/>
              <a:gd name="connsiteX280" fmla="*/ 89264 w 11243827"/>
              <a:gd name="connsiteY280" fmla="*/ 5348886 h 5641173"/>
              <a:gd name="connsiteX281" fmla="*/ 49794 w 11243827"/>
              <a:gd name="connsiteY281" fmla="*/ 5329950 h 5641173"/>
              <a:gd name="connsiteX282" fmla="*/ 19924 w 11243827"/>
              <a:gd name="connsiteY282" fmla="*/ 5334282 h 5641173"/>
              <a:gd name="connsiteX283" fmla="*/ 13819 w 11243827"/>
              <a:gd name="connsiteY283" fmla="*/ 5334653 h 5641173"/>
              <a:gd name="connsiteX284" fmla="*/ 13657 w 11243827"/>
              <a:gd name="connsiteY284" fmla="*/ 5334455 h 5641173"/>
              <a:gd name="connsiteX285" fmla="*/ 7139 w 11243827"/>
              <a:gd name="connsiteY285" fmla="*/ 5334438 h 5641173"/>
              <a:gd name="connsiteX286" fmla="*/ 2684 w 11243827"/>
              <a:gd name="connsiteY286" fmla="*/ 5335333 h 5641173"/>
              <a:gd name="connsiteX287" fmla="*/ 0 w 11243827"/>
              <a:gd name="connsiteY287" fmla="*/ 5335496 h 5641173"/>
              <a:gd name="connsiteX288" fmla="*/ 0 w 11243827"/>
              <a:gd name="connsiteY288" fmla="*/ 10592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426664 h 5641173"/>
              <a:gd name="connsiteX149" fmla="*/ 6724964 w 11243827"/>
              <a:gd name="connsiteY149" fmla="*/ 5414071 h 5641173"/>
              <a:gd name="connsiteX150" fmla="*/ 6717823 w 11243827"/>
              <a:gd name="connsiteY150" fmla="*/ 5410317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426664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637174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804792 w 11243827"/>
              <a:gd name="connsiteY148" fmla="*/ 5439822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804792 w 11243827"/>
              <a:gd name="connsiteY148" fmla="*/ 5439822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87273"/>
              <a:gd name="connsiteX1" fmla="*/ 11243827 w 11243827"/>
              <a:gd name="connsiteY1" fmla="*/ 1470035 h 5687273"/>
              <a:gd name="connsiteX2" fmla="*/ 11243827 w 11243827"/>
              <a:gd name="connsiteY2" fmla="*/ 5001571 h 5687273"/>
              <a:gd name="connsiteX3" fmla="*/ 11243827 w 11243827"/>
              <a:gd name="connsiteY3" fmla="*/ 5209610 h 5687273"/>
              <a:gd name="connsiteX4" fmla="*/ 11240675 w 11243827"/>
              <a:gd name="connsiteY4" fmla="*/ 5210442 h 5687273"/>
              <a:gd name="connsiteX5" fmla="*/ 11179959 w 11243827"/>
              <a:gd name="connsiteY5" fmla="*/ 5221199 h 5687273"/>
              <a:gd name="connsiteX6" fmla="*/ 11105493 w 11243827"/>
              <a:gd name="connsiteY6" fmla="*/ 5259905 h 5687273"/>
              <a:gd name="connsiteX7" fmla="*/ 11078640 w 11243827"/>
              <a:gd name="connsiteY7" fmla="*/ 5263531 h 5687273"/>
              <a:gd name="connsiteX8" fmla="*/ 11079616 w 11243827"/>
              <a:gd name="connsiteY8" fmla="*/ 5270380 h 5687273"/>
              <a:gd name="connsiteX9" fmla="*/ 11069641 w 11243827"/>
              <a:gd name="connsiteY9" fmla="*/ 5270884 h 5687273"/>
              <a:gd name="connsiteX10" fmla="*/ 11047377 w 11243827"/>
              <a:gd name="connsiteY10" fmla="*/ 5271051 h 5687273"/>
              <a:gd name="connsiteX11" fmla="*/ 10980705 w 11243827"/>
              <a:gd name="connsiteY11" fmla="*/ 5272951 h 5687273"/>
              <a:gd name="connsiteX12" fmla="*/ 10962514 w 11243827"/>
              <a:gd name="connsiteY12" fmla="*/ 5286084 h 5687273"/>
              <a:gd name="connsiteX13" fmla="*/ 10945307 w 11243827"/>
              <a:gd name="connsiteY13" fmla="*/ 5286290 h 5687273"/>
              <a:gd name="connsiteX14" fmla="*/ 10845516 w 11243827"/>
              <a:gd name="connsiteY14" fmla="*/ 5303894 h 5687273"/>
              <a:gd name="connsiteX15" fmla="*/ 10831795 w 11243827"/>
              <a:gd name="connsiteY15" fmla="*/ 5305210 h 5687273"/>
              <a:gd name="connsiteX16" fmla="*/ 10824365 w 11243827"/>
              <a:gd name="connsiteY16" fmla="*/ 5311111 h 5687273"/>
              <a:gd name="connsiteX17" fmla="*/ 10797756 w 11243827"/>
              <a:gd name="connsiteY17" fmla="*/ 5312285 h 5687273"/>
              <a:gd name="connsiteX18" fmla="*/ 10796525 w 11243827"/>
              <a:gd name="connsiteY18" fmla="*/ 5315645 h 5687273"/>
              <a:gd name="connsiteX19" fmla="*/ 10709063 w 11243827"/>
              <a:gd name="connsiteY19" fmla="*/ 5344492 h 5687273"/>
              <a:gd name="connsiteX20" fmla="*/ 10694078 w 11243827"/>
              <a:gd name="connsiteY20" fmla="*/ 5349258 h 5687273"/>
              <a:gd name="connsiteX21" fmla="*/ 10681131 w 11243827"/>
              <a:gd name="connsiteY21" fmla="*/ 5347812 h 5687273"/>
              <a:gd name="connsiteX22" fmla="*/ 10609448 w 11243827"/>
              <a:gd name="connsiteY22" fmla="*/ 5351931 h 5687273"/>
              <a:gd name="connsiteX23" fmla="*/ 10592397 w 11243827"/>
              <a:gd name="connsiteY23" fmla="*/ 5349402 h 5687273"/>
              <a:gd name="connsiteX24" fmla="*/ 10585227 w 11243827"/>
              <a:gd name="connsiteY24" fmla="*/ 5344063 h 5687273"/>
              <a:gd name="connsiteX25" fmla="*/ 10557472 w 11243827"/>
              <a:gd name="connsiteY25" fmla="*/ 5354151 h 5687273"/>
              <a:gd name="connsiteX26" fmla="*/ 10514646 w 11243827"/>
              <a:gd name="connsiteY26" fmla="*/ 5361064 h 5687273"/>
              <a:gd name="connsiteX27" fmla="*/ 10494292 w 11243827"/>
              <a:gd name="connsiteY27" fmla="*/ 5366054 h 5687273"/>
              <a:gd name="connsiteX28" fmla="*/ 10477869 w 11243827"/>
              <a:gd name="connsiteY28" fmla="*/ 5363025 h 5687273"/>
              <a:gd name="connsiteX29" fmla="*/ 10384411 w 11243827"/>
              <a:gd name="connsiteY29" fmla="*/ 5362257 h 5687273"/>
              <a:gd name="connsiteX30" fmla="*/ 10362921 w 11243827"/>
              <a:gd name="connsiteY30" fmla="*/ 5357444 h 5687273"/>
              <a:gd name="connsiteX31" fmla="*/ 10352736 w 11243827"/>
              <a:gd name="connsiteY31" fmla="*/ 5347851 h 5687273"/>
              <a:gd name="connsiteX32" fmla="*/ 10344754 w 11243827"/>
              <a:gd name="connsiteY32" fmla="*/ 5351272 h 5687273"/>
              <a:gd name="connsiteX33" fmla="*/ 10288226 w 11243827"/>
              <a:gd name="connsiteY33" fmla="*/ 5351613 h 5687273"/>
              <a:gd name="connsiteX34" fmla="*/ 10251350 w 11243827"/>
              <a:gd name="connsiteY34" fmla="*/ 5352711 h 5687273"/>
              <a:gd name="connsiteX35" fmla="*/ 10249108 w 11243827"/>
              <a:gd name="connsiteY35" fmla="*/ 5365881 h 5687273"/>
              <a:gd name="connsiteX36" fmla="*/ 10216272 w 11243827"/>
              <a:gd name="connsiteY36" fmla="*/ 5370573 h 5687273"/>
              <a:gd name="connsiteX37" fmla="*/ 10181278 w 11243827"/>
              <a:gd name="connsiteY37" fmla="*/ 5362119 h 5687273"/>
              <a:gd name="connsiteX38" fmla="*/ 10140033 w 11243827"/>
              <a:gd name="connsiteY38" fmla="*/ 5363304 h 5687273"/>
              <a:gd name="connsiteX39" fmla="*/ 10115353 w 11243827"/>
              <a:gd name="connsiteY39" fmla="*/ 5363869 h 5687273"/>
              <a:gd name="connsiteX40" fmla="*/ 10050578 w 11243827"/>
              <a:gd name="connsiteY40" fmla="*/ 5376153 h 5687273"/>
              <a:gd name="connsiteX41" fmla="*/ 9945478 w 11243827"/>
              <a:gd name="connsiteY41" fmla="*/ 5422859 h 5687273"/>
              <a:gd name="connsiteX42" fmla="*/ 9912481 w 11243827"/>
              <a:gd name="connsiteY42" fmla="*/ 5429477 h 5687273"/>
              <a:gd name="connsiteX43" fmla="*/ 9906713 w 11243827"/>
              <a:gd name="connsiteY43" fmla="*/ 5426784 h 5687273"/>
              <a:gd name="connsiteX44" fmla="*/ 9742436 w 11243827"/>
              <a:gd name="connsiteY44" fmla="*/ 5454834 h 5687273"/>
              <a:gd name="connsiteX45" fmla="*/ 9713044 w 11243827"/>
              <a:gd name="connsiteY45" fmla="*/ 5456476 h 5687273"/>
              <a:gd name="connsiteX46" fmla="*/ 9691033 w 11243827"/>
              <a:gd name="connsiteY46" fmla="*/ 5455451 h 5687273"/>
              <a:gd name="connsiteX47" fmla="*/ 9638355 w 11243827"/>
              <a:gd name="connsiteY47" fmla="*/ 5464794 h 5687273"/>
              <a:gd name="connsiteX48" fmla="*/ 9552434 w 11243827"/>
              <a:gd name="connsiteY48" fmla="*/ 5485280 h 5687273"/>
              <a:gd name="connsiteX49" fmla="*/ 9533883 w 11243827"/>
              <a:gd name="connsiteY49" fmla="*/ 5488516 h 5687273"/>
              <a:gd name="connsiteX50" fmla="*/ 9516916 w 11243827"/>
              <a:gd name="connsiteY50" fmla="*/ 5486828 h 5687273"/>
              <a:gd name="connsiteX51" fmla="*/ 9512093 w 11243827"/>
              <a:gd name="connsiteY51" fmla="*/ 5482541 h 5687273"/>
              <a:gd name="connsiteX52" fmla="*/ 9501725 w 11243827"/>
              <a:gd name="connsiteY52" fmla="*/ 5483603 h 5687273"/>
              <a:gd name="connsiteX53" fmla="*/ 9498754 w 11243827"/>
              <a:gd name="connsiteY53" fmla="*/ 5482951 h 5687273"/>
              <a:gd name="connsiteX54" fmla="*/ 9481932 w 11243827"/>
              <a:gd name="connsiteY54" fmla="*/ 5480151 h 5687273"/>
              <a:gd name="connsiteX55" fmla="*/ 9451321 w 11243827"/>
              <a:gd name="connsiteY55" fmla="*/ 5497375 h 5687273"/>
              <a:gd name="connsiteX56" fmla="*/ 9409298 w 11243827"/>
              <a:gd name="connsiteY56" fmla="*/ 5499478 h 5687273"/>
              <a:gd name="connsiteX57" fmla="*/ 9257007 w 11243827"/>
              <a:gd name="connsiteY57" fmla="*/ 5537183 h 5687273"/>
              <a:gd name="connsiteX58" fmla="*/ 9229078 w 11243827"/>
              <a:gd name="connsiteY58" fmla="*/ 5524154 h 5687273"/>
              <a:gd name="connsiteX59" fmla="*/ 9165105 w 11243827"/>
              <a:gd name="connsiteY59" fmla="*/ 5532892 h 5687273"/>
              <a:gd name="connsiteX60" fmla="*/ 9077301 w 11243827"/>
              <a:gd name="connsiteY60" fmla="*/ 5580356 h 5687273"/>
              <a:gd name="connsiteX61" fmla="*/ 8960065 w 11243827"/>
              <a:gd name="connsiteY61" fmla="*/ 5597982 h 5687273"/>
              <a:gd name="connsiteX62" fmla="*/ 8953536 w 11243827"/>
              <a:gd name="connsiteY62" fmla="*/ 5606638 h 5687273"/>
              <a:gd name="connsiteX63" fmla="*/ 8943907 w 11243827"/>
              <a:gd name="connsiteY63" fmla="*/ 5612541 h 5687273"/>
              <a:gd name="connsiteX64" fmla="*/ 8942046 w 11243827"/>
              <a:gd name="connsiteY64" fmla="*/ 5612112 h 5687273"/>
              <a:gd name="connsiteX65" fmla="*/ 8928824 w 11243827"/>
              <a:gd name="connsiteY65" fmla="*/ 5615549 h 5687273"/>
              <a:gd name="connsiteX66" fmla="*/ 8927294 w 11243827"/>
              <a:gd name="connsiteY66" fmla="*/ 5618607 h 5687273"/>
              <a:gd name="connsiteX67" fmla="*/ 8918651 w 11243827"/>
              <a:gd name="connsiteY67" fmla="*/ 5621688 h 5687273"/>
              <a:gd name="connsiteX68" fmla="*/ 8902772 w 11243827"/>
              <a:gd name="connsiteY68" fmla="*/ 5629703 h 5687273"/>
              <a:gd name="connsiteX69" fmla="*/ 8898724 w 11243827"/>
              <a:gd name="connsiteY69" fmla="*/ 5629379 h 5687273"/>
              <a:gd name="connsiteX70" fmla="*/ 8873099 w 11243827"/>
              <a:gd name="connsiteY70" fmla="*/ 5638628 h 5687273"/>
              <a:gd name="connsiteX71" fmla="*/ 8872234 w 11243827"/>
              <a:gd name="connsiteY71" fmla="*/ 5637889 h 5687273"/>
              <a:gd name="connsiteX72" fmla="*/ 8862777 w 11243827"/>
              <a:gd name="connsiteY72" fmla="*/ 5636711 h 5687273"/>
              <a:gd name="connsiteX73" fmla="*/ 8845869 w 11243827"/>
              <a:gd name="connsiteY73" fmla="*/ 5636436 h 5687273"/>
              <a:gd name="connsiteX74" fmla="*/ 8800548 w 11243827"/>
              <a:gd name="connsiteY74" fmla="*/ 5625084 h 5687273"/>
              <a:gd name="connsiteX75" fmla="*/ 8773774 w 11243827"/>
              <a:gd name="connsiteY75" fmla="*/ 5634630 h 5687273"/>
              <a:gd name="connsiteX76" fmla="*/ 8698255 w 11243827"/>
              <a:gd name="connsiteY76" fmla="*/ 5636083 h 5687273"/>
              <a:gd name="connsiteX77" fmla="*/ 8619167 w 11243827"/>
              <a:gd name="connsiteY77" fmla="*/ 5619130 h 5687273"/>
              <a:gd name="connsiteX78" fmla="*/ 8539822 w 11243827"/>
              <a:gd name="connsiteY78" fmla="*/ 5616905 h 5687273"/>
              <a:gd name="connsiteX79" fmla="*/ 8511094 w 11243827"/>
              <a:gd name="connsiteY79" fmla="*/ 5617360 h 5687273"/>
              <a:gd name="connsiteX80" fmla="*/ 8459886 w 11243827"/>
              <a:gd name="connsiteY80" fmla="*/ 5612612 h 5687273"/>
              <a:gd name="connsiteX81" fmla="*/ 8436432 w 11243827"/>
              <a:gd name="connsiteY81" fmla="*/ 5606990 h 5687273"/>
              <a:gd name="connsiteX82" fmla="*/ 8435403 w 11243827"/>
              <a:gd name="connsiteY82" fmla="*/ 5607336 h 5687273"/>
              <a:gd name="connsiteX83" fmla="*/ 8433307 w 11243827"/>
              <a:gd name="connsiteY83" fmla="*/ 5604917 h 5687273"/>
              <a:gd name="connsiteX84" fmla="*/ 8428968 w 11243827"/>
              <a:gd name="connsiteY84" fmla="*/ 5603796 h 5687273"/>
              <a:gd name="connsiteX85" fmla="*/ 8417124 w 11243827"/>
              <a:gd name="connsiteY85" fmla="*/ 5604518 h 5687273"/>
              <a:gd name="connsiteX86" fmla="*/ 8412669 w 11243827"/>
              <a:gd name="connsiteY86" fmla="*/ 5605413 h 5687273"/>
              <a:gd name="connsiteX87" fmla="*/ 8406152 w 11243827"/>
              <a:gd name="connsiteY87" fmla="*/ 5605396 h 5687273"/>
              <a:gd name="connsiteX88" fmla="*/ 8405989 w 11243827"/>
              <a:gd name="connsiteY88" fmla="*/ 5605197 h 5687273"/>
              <a:gd name="connsiteX89" fmla="*/ 8399884 w 11243827"/>
              <a:gd name="connsiteY89" fmla="*/ 5605568 h 5687273"/>
              <a:gd name="connsiteX90" fmla="*/ 8370014 w 11243827"/>
              <a:gd name="connsiteY90" fmla="*/ 5609900 h 5687273"/>
              <a:gd name="connsiteX91" fmla="*/ 8330544 w 11243827"/>
              <a:gd name="connsiteY91" fmla="*/ 5590964 h 5687273"/>
              <a:gd name="connsiteX92" fmla="*/ 8314221 w 11243827"/>
              <a:gd name="connsiteY92" fmla="*/ 5587682 h 5687273"/>
              <a:gd name="connsiteX93" fmla="*/ 8305502 w 11243827"/>
              <a:gd name="connsiteY93" fmla="*/ 5584868 h 5687273"/>
              <a:gd name="connsiteX94" fmla="*/ 8304962 w 11243827"/>
              <a:gd name="connsiteY94" fmla="*/ 5584007 h 5687273"/>
              <a:gd name="connsiteX95" fmla="*/ 8276324 w 11243827"/>
              <a:gd name="connsiteY95" fmla="*/ 5588260 h 5687273"/>
              <a:gd name="connsiteX96" fmla="*/ 8272522 w 11243827"/>
              <a:gd name="connsiteY96" fmla="*/ 5587226 h 5687273"/>
              <a:gd name="connsiteX97" fmla="*/ 8253857 w 11243827"/>
              <a:gd name="connsiteY97" fmla="*/ 5592043 h 5687273"/>
              <a:gd name="connsiteX98" fmla="*/ 8244212 w 11243827"/>
              <a:gd name="connsiteY98" fmla="*/ 5593439 h 5687273"/>
              <a:gd name="connsiteX99" fmla="*/ 8241488 w 11243827"/>
              <a:gd name="connsiteY99" fmla="*/ 5596085 h 5687273"/>
              <a:gd name="connsiteX100" fmla="*/ 8227256 w 11243827"/>
              <a:gd name="connsiteY100" fmla="*/ 5597005 h 5687273"/>
              <a:gd name="connsiteX101" fmla="*/ 8225619 w 11243827"/>
              <a:gd name="connsiteY101" fmla="*/ 5596262 h 5687273"/>
              <a:gd name="connsiteX102" fmla="*/ 8213882 w 11243827"/>
              <a:gd name="connsiteY102" fmla="*/ 5600179 h 5687273"/>
              <a:gd name="connsiteX103" fmla="*/ 8204045 w 11243827"/>
              <a:gd name="connsiteY103" fmla="*/ 5607275 h 5687273"/>
              <a:gd name="connsiteX104" fmla="*/ 8082989 w 11243827"/>
              <a:gd name="connsiteY104" fmla="*/ 5603160 h 5687273"/>
              <a:gd name="connsiteX105" fmla="*/ 7976942 w 11243827"/>
              <a:gd name="connsiteY105" fmla="*/ 5598455 h 5687273"/>
              <a:gd name="connsiteX106" fmla="*/ 7915584 w 11243827"/>
              <a:gd name="connsiteY106" fmla="*/ 5684635 h 5687273"/>
              <a:gd name="connsiteX107" fmla="*/ 7727691 w 11243827"/>
              <a:gd name="connsiteY107" fmla="*/ 5621064 h 5687273"/>
              <a:gd name="connsiteX108" fmla="*/ 7685998 w 11243827"/>
              <a:gd name="connsiteY108" fmla="*/ 5615564 h 5687273"/>
              <a:gd name="connsiteX109" fmla="*/ 7649302 w 11243827"/>
              <a:gd name="connsiteY109" fmla="*/ 5626541 h 5687273"/>
              <a:gd name="connsiteX110" fmla="*/ 7634083 w 11243827"/>
              <a:gd name="connsiteY110" fmla="*/ 5620862 h 5687273"/>
              <a:gd name="connsiteX111" fmla="*/ 7631455 w 11243827"/>
              <a:gd name="connsiteY111" fmla="*/ 5619708 h 5687273"/>
              <a:gd name="connsiteX112" fmla="*/ 7620952 w 11243827"/>
              <a:gd name="connsiteY112" fmla="*/ 5618872 h 5687273"/>
              <a:gd name="connsiteX113" fmla="*/ 7617992 w 11243827"/>
              <a:gd name="connsiteY113" fmla="*/ 5613914 h 5687273"/>
              <a:gd name="connsiteX114" fmla="*/ 7602182 w 11243827"/>
              <a:gd name="connsiteY114" fmla="*/ 5609271 h 5687273"/>
              <a:gd name="connsiteX115" fmla="*/ 7582847 w 11243827"/>
              <a:gd name="connsiteY115" fmla="*/ 5609047 h 5687273"/>
              <a:gd name="connsiteX116" fmla="*/ 7514158 w 11243827"/>
              <a:gd name="connsiteY116" fmla="*/ 5607737 h 5687273"/>
              <a:gd name="connsiteX117" fmla="*/ 7502955 w 11243827"/>
              <a:gd name="connsiteY117" fmla="*/ 5610415 h 5687273"/>
              <a:gd name="connsiteX118" fmla="*/ 7466391 w 11243827"/>
              <a:gd name="connsiteY118" fmla="*/ 5605949 h 5687273"/>
              <a:gd name="connsiteX119" fmla="*/ 7433806 w 11243827"/>
              <a:gd name="connsiteY119" fmla="*/ 5604945 h 5687273"/>
              <a:gd name="connsiteX120" fmla="*/ 7412693 w 11243827"/>
              <a:gd name="connsiteY120" fmla="*/ 5607075 h 5687273"/>
              <a:gd name="connsiteX121" fmla="*/ 7407159 w 11243827"/>
              <a:gd name="connsiteY121" fmla="*/ 5605310 h 5687273"/>
              <a:gd name="connsiteX122" fmla="*/ 7385900 w 11243827"/>
              <a:gd name="connsiteY122" fmla="*/ 5604171 h 5687273"/>
              <a:gd name="connsiteX123" fmla="*/ 7375071 w 11243827"/>
              <a:gd name="connsiteY123" fmla="*/ 5606788 h 5687273"/>
              <a:gd name="connsiteX124" fmla="*/ 7364382 w 11243827"/>
              <a:gd name="connsiteY124" fmla="*/ 5600762 h 5687273"/>
              <a:gd name="connsiteX125" fmla="*/ 7361770 w 11243827"/>
              <a:gd name="connsiteY125" fmla="*/ 5596347 h 5687273"/>
              <a:gd name="connsiteX126" fmla="*/ 7346641 w 11243827"/>
              <a:gd name="connsiteY126" fmla="*/ 5598329 h 5687273"/>
              <a:gd name="connsiteX127" fmla="*/ 7334238 w 11243827"/>
              <a:gd name="connsiteY127" fmla="*/ 5594014 h 5687273"/>
              <a:gd name="connsiteX128" fmla="*/ 7323426 w 11243827"/>
              <a:gd name="connsiteY128" fmla="*/ 5596835 h 5687273"/>
              <a:gd name="connsiteX129" fmla="*/ 7318938 w 11243827"/>
              <a:gd name="connsiteY129" fmla="*/ 5596200 h 5687273"/>
              <a:gd name="connsiteX130" fmla="*/ 7307784 w 11243827"/>
              <a:gd name="connsiteY130" fmla="*/ 5594065 h 5687273"/>
              <a:gd name="connsiteX131" fmla="*/ 7288540 w 11243827"/>
              <a:gd name="connsiteY131" fmla="*/ 5589320 h 5687273"/>
              <a:gd name="connsiteX132" fmla="*/ 7282537 w 11243827"/>
              <a:gd name="connsiteY132" fmla="*/ 5588660 h 5687273"/>
              <a:gd name="connsiteX133" fmla="*/ 7269466 w 11243827"/>
              <a:gd name="connsiteY133" fmla="*/ 5581404 h 5687273"/>
              <a:gd name="connsiteX134" fmla="*/ 7244165 w 11243827"/>
              <a:gd name="connsiteY134" fmla="*/ 5575200 h 5687273"/>
              <a:gd name="connsiteX135" fmla="*/ 7199619 w 11243827"/>
              <a:gd name="connsiteY135" fmla="*/ 5553550 h 5687273"/>
              <a:gd name="connsiteX136" fmla="*/ 7173434 w 11243827"/>
              <a:gd name="connsiteY136" fmla="*/ 5543219 h 5687273"/>
              <a:gd name="connsiteX137" fmla="*/ 7155718 w 11243827"/>
              <a:gd name="connsiteY137" fmla="*/ 5533697 h 5687273"/>
              <a:gd name="connsiteX138" fmla="*/ 7103430 w 11243827"/>
              <a:gd name="connsiteY138" fmla="*/ 5520249 h 5687273"/>
              <a:gd name="connsiteX139" fmla="*/ 7013746 w 11243827"/>
              <a:gd name="connsiteY139" fmla="*/ 5502470 h 5687273"/>
              <a:gd name="connsiteX140" fmla="*/ 6995379 w 11243827"/>
              <a:gd name="connsiteY140" fmla="*/ 5497693 h 5687273"/>
              <a:gd name="connsiteX141" fmla="*/ 6982475 w 11243827"/>
              <a:gd name="connsiteY141" fmla="*/ 5489641 h 5687273"/>
              <a:gd name="connsiteX142" fmla="*/ 6981994 w 11243827"/>
              <a:gd name="connsiteY142" fmla="*/ 5484335 h 5687273"/>
              <a:gd name="connsiteX143" fmla="*/ 6972355 w 11243827"/>
              <a:gd name="connsiteY143" fmla="*/ 5481074 h 5687273"/>
              <a:gd name="connsiteX144" fmla="*/ 6970394 w 11243827"/>
              <a:gd name="connsiteY144" fmla="*/ 5479383 h 5687273"/>
              <a:gd name="connsiteX145" fmla="*/ 6958543 w 11243827"/>
              <a:gd name="connsiteY145" fmla="*/ 5470507 h 5687273"/>
              <a:gd name="connsiteX146" fmla="*/ 6918276 w 11243827"/>
              <a:gd name="connsiteY146" fmla="*/ 5472034 h 5687273"/>
              <a:gd name="connsiteX147" fmla="*/ 6881046 w 11243827"/>
              <a:gd name="connsiteY147" fmla="*/ 5457070 h 5687273"/>
              <a:gd name="connsiteX148" fmla="*/ 6752164 w 11243827"/>
              <a:gd name="connsiteY148" fmla="*/ 5425021 h 5687273"/>
              <a:gd name="connsiteX149" fmla="*/ 6724964 w 11243827"/>
              <a:gd name="connsiteY149" fmla="*/ 5414071 h 5687273"/>
              <a:gd name="connsiteX150" fmla="*/ 6683286 w 11243827"/>
              <a:gd name="connsiteY150" fmla="*/ 5405383 h 5687273"/>
              <a:gd name="connsiteX151" fmla="*/ 6644277 w 11243827"/>
              <a:gd name="connsiteY151" fmla="*/ 5429684 h 5687273"/>
              <a:gd name="connsiteX152" fmla="*/ 6532914 w 11243827"/>
              <a:gd name="connsiteY152" fmla="*/ 5431205 h 5687273"/>
              <a:gd name="connsiteX153" fmla="*/ 6307459 w 11243827"/>
              <a:gd name="connsiteY153" fmla="*/ 5467087 h 5687273"/>
              <a:gd name="connsiteX154" fmla="*/ 6196243 w 11243827"/>
              <a:gd name="connsiteY154" fmla="*/ 5515042 h 5687273"/>
              <a:gd name="connsiteX155" fmla="*/ 6099124 w 11243827"/>
              <a:gd name="connsiteY155" fmla="*/ 5516848 h 5687273"/>
              <a:gd name="connsiteX156" fmla="*/ 6016077 w 11243827"/>
              <a:gd name="connsiteY156" fmla="*/ 5528642 h 5687273"/>
              <a:gd name="connsiteX157" fmla="*/ 6004389 w 11243827"/>
              <a:gd name="connsiteY157" fmla="*/ 5531206 h 5687273"/>
              <a:gd name="connsiteX158" fmla="*/ 5933945 w 11243827"/>
              <a:gd name="connsiteY158" fmla="*/ 5538840 h 5687273"/>
              <a:gd name="connsiteX159" fmla="*/ 5883936 w 11243827"/>
              <a:gd name="connsiteY159" fmla="*/ 5553807 h 5687273"/>
              <a:gd name="connsiteX160" fmla="*/ 5798331 w 11243827"/>
              <a:gd name="connsiteY160" fmla="*/ 5564248 h 5687273"/>
              <a:gd name="connsiteX161" fmla="*/ 5712738 w 11243827"/>
              <a:gd name="connsiteY161" fmla="*/ 5573120 h 5687273"/>
              <a:gd name="connsiteX162" fmla="*/ 5681342 w 11243827"/>
              <a:gd name="connsiteY162" fmla="*/ 5575621 h 5687273"/>
              <a:gd name="connsiteX163" fmla="*/ 5627167 w 11243827"/>
              <a:gd name="connsiteY163" fmla="*/ 5583215 h 5687273"/>
              <a:gd name="connsiteX164" fmla="*/ 5591414 w 11243827"/>
              <a:gd name="connsiteY164" fmla="*/ 5587695 h 5687273"/>
              <a:gd name="connsiteX165" fmla="*/ 5583028 w 11243827"/>
              <a:gd name="connsiteY165" fmla="*/ 5580877 h 5687273"/>
              <a:gd name="connsiteX166" fmla="*/ 5549426 w 11243827"/>
              <a:gd name="connsiteY166" fmla="*/ 5582858 h 5687273"/>
              <a:gd name="connsiteX167" fmla="*/ 5519999 w 11243827"/>
              <a:gd name="connsiteY167" fmla="*/ 5592246 h 5687273"/>
              <a:gd name="connsiteX168" fmla="*/ 5480028 w 11243827"/>
              <a:gd name="connsiteY168" fmla="*/ 5597282 h 5687273"/>
              <a:gd name="connsiteX169" fmla="*/ 5456175 w 11243827"/>
              <a:gd name="connsiteY169" fmla="*/ 5600371 h 5687273"/>
              <a:gd name="connsiteX170" fmla="*/ 5388463 w 11243827"/>
              <a:gd name="connsiteY170" fmla="*/ 5602638 h 5687273"/>
              <a:gd name="connsiteX171" fmla="*/ 5265898 w 11243827"/>
              <a:gd name="connsiteY171" fmla="*/ 5591830 h 5687273"/>
              <a:gd name="connsiteX172" fmla="*/ 5231231 w 11243827"/>
              <a:gd name="connsiteY172" fmla="*/ 5592790 h 5687273"/>
              <a:gd name="connsiteX173" fmla="*/ 5226996 w 11243827"/>
              <a:gd name="connsiteY173" fmla="*/ 5595040 h 5687273"/>
              <a:gd name="connsiteX174" fmla="*/ 5175988 w 11243827"/>
              <a:gd name="connsiteY174" fmla="*/ 5588131 h 5687273"/>
              <a:gd name="connsiteX175" fmla="*/ 5107470 w 11243827"/>
              <a:gd name="connsiteY175" fmla="*/ 5594771 h 5687273"/>
              <a:gd name="connsiteX176" fmla="*/ 5027868 w 11243827"/>
              <a:gd name="connsiteY176" fmla="*/ 5605624 h 5687273"/>
              <a:gd name="connsiteX177" fmla="*/ 5007324 w 11243827"/>
              <a:gd name="connsiteY177" fmla="*/ 5609209 h 5687273"/>
              <a:gd name="connsiteX178" fmla="*/ 4952559 w 11243827"/>
              <a:gd name="connsiteY178" fmla="*/ 5611402 h 5687273"/>
              <a:gd name="connsiteX179" fmla="*/ 4826081 w 11243827"/>
              <a:gd name="connsiteY179" fmla="*/ 5616191 h 5687273"/>
              <a:gd name="connsiteX180" fmla="*/ 4823501 w 11243827"/>
              <a:gd name="connsiteY180" fmla="*/ 5619174 h 5687273"/>
              <a:gd name="connsiteX181" fmla="*/ 4813093 w 11243827"/>
              <a:gd name="connsiteY181" fmla="*/ 5620026 h 5687273"/>
              <a:gd name="connsiteX182" fmla="*/ 4810563 w 11243827"/>
              <a:gd name="connsiteY182" fmla="*/ 5620787 h 5687273"/>
              <a:gd name="connsiteX183" fmla="*/ 4795818 w 11243827"/>
              <a:gd name="connsiteY183" fmla="*/ 5624618 h 5687273"/>
              <a:gd name="connsiteX184" fmla="*/ 4758404 w 11243827"/>
              <a:gd name="connsiteY184" fmla="*/ 5619510 h 5687273"/>
              <a:gd name="connsiteX185" fmla="*/ 4717254 w 11243827"/>
              <a:gd name="connsiteY185" fmla="*/ 5624155 h 5687273"/>
              <a:gd name="connsiteX186" fmla="*/ 4591958 w 11243827"/>
              <a:gd name="connsiteY186" fmla="*/ 5624710 h 5687273"/>
              <a:gd name="connsiteX187" fmla="*/ 4476215 w 11243827"/>
              <a:gd name="connsiteY187" fmla="*/ 5628210 h 5687273"/>
              <a:gd name="connsiteX188" fmla="*/ 4425193 w 11243827"/>
              <a:gd name="connsiteY188" fmla="*/ 5627414 h 5687273"/>
              <a:gd name="connsiteX189" fmla="*/ 4383866 w 11243827"/>
              <a:gd name="connsiteY189" fmla="*/ 5626546 h 5687273"/>
              <a:gd name="connsiteX190" fmla="*/ 4385596 w 11243827"/>
              <a:gd name="connsiteY190" fmla="*/ 5634646 h 5687273"/>
              <a:gd name="connsiteX191" fmla="*/ 4360864 w 11243827"/>
              <a:gd name="connsiteY191" fmla="*/ 5641173 h 5687273"/>
              <a:gd name="connsiteX192" fmla="*/ 4328321 w 11243827"/>
              <a:gd name="connsiteY192" fmla="*/ 5626332 h 5687273"/>
              <a:gd name="connsiteX193" fmla="*/ 4309842 w 11243827"/>
              <a:gd name="connsiteY193" fmla="*/ 5626471 h 5687273"/>
              <a:gd name="connsiteX194" fmla="*/ 4277424 w 11243827"/>
              <a:gd name="connsiteY194" fmla="*/ 5631598 h 5687273"/>
              <a:gd name="connsiteX195" fmla="*/ 4266627 w 11243827"/>
              <a:gd name="connsiteY195" fmla="*/ 5633969 h 5687273"/>
              <a:gd name="connsiteX196" fmla="*/ 4185525 w 11243827"/>
              <a:gd name="connsiteY196" fmla="*/ 5617508 h 5687273"/>
              <a:gd name="connsiteX197" fmla="*/ 4177617 w 11243827"/>
              <a:gd name="connsiteY197" fmla="*/ 5610903 h 5687273"/>
              <a:gd name="connsiteX198" fmla="*/ 4136948 w 11243827"/>
              <a:gd name="connsiteY198" fmla="*/ 5608031 h 5687273"/>
              <a:gd name="connsiteX199" fmla="*/ 4132323 w 11243827"/>
              <a:gd name="connsiteY199" fmla="*/ 5609784 h 5687273"/>
              <a:gd name="connsiteX200" fmla="*/ 4098620 w 11243827"/>
              <a:gd name="connsiteY200" fmla="*/ 5599672 h 5687273"/>
              <a:gd name="connsiteX201" fmla="*/ 3963475 w 11243827"/>
              <a:gd name="connsiteY201" fmla="*/ 5581841 h 5687273"/>
              <a:gd name="connsiteX202" fmla="*/ 3703613 w 11243827"/>
              <a:gd name="connsiteY202" fmla="*/ 5572482 h 5687273"/>
              <a:gd name="connsiteX203" fmla="*/ 3432987 w 11243827"/>
              <a:gd name="connsiteY203" fmla="*/ 5545768 h 5687273"/>
              <a:gd name="connsiteX204" fmla="*/ 3176381 w 11243827"/>
              <a:gd name="connsiteY204" fmla="*/ 5556110 h 5687273"/>
              <a:gd name="connsiteX205" fmla="*/ 2710156 w 11243827"/>
              <a:gd name="connsiteY205" fmla="*/ 5527517 h 5687273"/>
              <a:gd name="connsiteX206" fmla="*/ 2550206 w 11243827"/>
              <a:gd name="connsiteY206" fmla="*/ 5524958 h 5687273"/>
              <a:gd name="connsiteX207" fmla="*/ 2443041 w 11243827"/>
              <a:gd name="connsiteY207" fmla="*/ 5523990 h 5687273"/>
              <a:gd name="connsiteX208" fmla="*/ 2435613 w 11243827"/>
              <a:gd name="connsiteY208" fmla="*/ 5526704 h 5687273"/>
              <a:gd name="connsiteX209" fmla="*/ 2405682 w 11243827"/>
              <a:gd name="connsiteY209" fmla="*/ 5528307 h 5687273"/>
              <a:gd name="connsiteX210" fmla="*/ 2397487 w 11243827"/>
              <a:gd name="connsiteY210" fmla="*/ 5540337 h 5687273"/>
              <a:gd name="connsiteX211" fmla="*/ 2297454 w 11243827"/>
              <a:gd name="connsiteY211" fmla="*/ 5550765 h 5687273"/>
              <a:gd name="connsiteX212" fmla="*/ 2056700 w 11243827"/>
              <a:gd name="connsiteY212" fmla="*/ 5555489 h 5687273"/>
              <a:gd name="connsiteX213" fmla="*/ 1878530 w 11243827"/>
              <a:gd name="connsiteY213" fmla="*/ 5535330 h 5687273"/>
              <a:gd name="connsiteX214" fmla="*/ 1859292 w 11243827"/>
              <a:gd name="connsiteY214" fmla="*/ 5535461 h 5687273"/>
              <a:gd name="connsiteX215" fmla="*/ 1835626 w 11243827"/>
              <a:gd name="connsiteY215" fmla="*/ 5533793 h 5687273"/>
              <a:gd name="connsiteX216" fmla="*/ 1798939 w 11243827"/>
              <a:gd name="connsiteY216" fmla="*/ 5540285 h 5687273"/>
              <a:gd name="connsiteX217" fmla="*/ 1779046 w 11243827"/>
              <a:gd name="connsiteY217" fmla="*/ 5549949 h 5687273"/>
              <a:gd name="connsiteX218" fmla="*/ 1772421 w 11243827"/>
              <a:gd name="connsiteY218" fmla="*/ 5549018 h 5687273"/>
              <a:gd name="connsiteX219" fmla="*/ 1772052 w 11243827"/>
              <a:gd name="connsiteY219" fmla="*/ 5545689 h 5687273"/>
              <a:gd name="connsiteX220" fmla="*/ 1711543 w 11243827"/>
              <a:gd name="connsiteY220" fmla="*/ 5534558 h 5687273"/>
              <a:gd name="connsiteX221" fmla="*/ 1698891 w 11243827"/>
              <a:gd name="connsiteY221" fmla="*/ 5513187 h 5687273"/>
              <a:gd name="connsiteX222" fmla="*/ 1538763 w 11243827"/>
              <a:gd name="connsiteY222" fmla="*/ 5482781 h 5687273"/>
              <a:gd name="connsiteX223" fmla="*/ 1501533 w 11243827"/>
              <a:gd name="connsiteY223" fmla="*/ 5467817 h 5687273"/>
              <a:gd name="connsiteX224" fmla="*/ 1461266 w 11243827"/>
              <a:gd name="connsiteY224" fmla="*/ 5469343 h 5687273"/>
              <a:gd name="connsiteX225" fmla="*/ 1449415 w 11243827"/>
              <a:gd name="connsiteY225" fmla="*/ 5460467 h 5687273"/>
              <a:gd name="connsiteX226" fmla="*/ 1447454 w 11243827"/>
              <a:gd name="connsiteY226" fmla="*/ 5458776 h 5687273"/>
              <a:gd name="connsiteX227" fmla="*/ 1437814 w 11243827"/>
              <a:gd name="connsiteY227" fmla="*/ 5455515 h 5687273"/>
              <a:gd name="connsiteX228" fmla="*/ 1437334 w 11243827"/>
              <a:gd name="connsiteY228" fmla="*/ 5450209 h 5687273"/>
              <a:gd name="connsiteX229" fmla="*/ 1424429 w 11243827"/>
              <a:gd name="connsiteY229" fmla="*/ 5442157 h 5687273"/>
              <a:gd name="connsiteX230" fmla="*/ 1406063 w 11243827"/>
              <a:gd name="connsiteY230" fmla="*/ 5437380 h 5687273"/>
              <a:gd name="connsiteX231" fmla="*/ 1316379 w 11243827"/>
              <a:gd name="connsiteY231" fmla="*/ 5419601 h 5687273"/>
              <a:gd name="connsiteX232" fmla="*/ 1264090 w 11243827"/>
              <a:gd name="connsiteY232" fmla="*/ 5406153 h 5687273"/>
              <a:gd name="connsiteX233" fmla="*/ 1246374 w 11243827"/>
              <a:gd name="connsiteY233" fmla="*/ 5396631 h 5687273"/>
              <a:gd name="connsiteX234" fmla="*/ 1220190 w 11243827"/>
              <a:gd name="connsiteY234" fmla="*/ 5386301 h 5687273"/>
              <a:gd name="connsiteX235" fmla="*/ 1175643 w 11243827"/>
              <a:gd name="connsiteY235" fmla="*/ 5364651 h 5687273"/>
              <a:gd name="connsiteX236" fmla="*/ 1150342 w 11243827"/>
              <a:gd name="connsiteY236" fmla="*/ 5358447 h 5687273"/>
              <a:gd name="connsiteX237" fmla="*/ 1137272 w 11243827"/>
              <a:gd name="connsiteY237" fmla="*/ 5351191 h 5687273"/>
              <a:gd name="connsiteX238" fmla="*/ 1131268 w 11243827"/>
              <a:gd name="connsiteY238" fmla="*/ 5350530 h 5687273"/>
              <a:gd name="connsiteX239" fmla="*/ 1112024 w 11243827"/>
              <a:gd name="connsiteY239" fmla="*/ 5345786 h 5687273"/>
              <a:gd name="connsiteX240" fmla="*/ 1100870 w 11243827"/>
              <a:gd name="connsiteY240" fmla="*/ 5343651 h 5687273"/>
              <a:gd name="connsiteX241" fmla="*/ 1096383 w 11243827"/>
              <a:gd name="connsiteY241" fmla="*/ 5343015 h 5687273"/>
              <a:gd name="connsiteX242" fmla="*/ 1085571 w 11243827"/>
              <a:gd name="connsiteY242" fmla="*/ 5345836 h 5687273"/>
              <a:gd name="connsiteX243" fmla="*/ 1073168 w 11243827"/>
              <a:gd name="connsiteY243" fmla="*/ 5341521 h 5687273"/>
              <a:gd name="connsiteX244" fmla="*/ 1058039 w 11243827"/>
              <a:gd name="connsiteY244" fmla="*/ 5343504 h 5687273"/>
              <a:gd name="connsiteX245" fmla="*/ 1055426 w 11243827"/>
              <a:gd name="connsiteY245" fmla="*/ 5339088 h 5687273"/>
              <a:gd name="connsiteX246" fmla="*/ 1044738 w 11243827"/>
              <a:gd name="connsiteY246" fmla="*/ 5333063 h 5687273"/>
              <a:gd name="connsiteX247" fmla="*/ 1033909 w 11243827"/>
              <a:gd name="connsiteY247" fmla="*/ 5335680 h 5687273"/>
              <a:gd name="connsiteX248" fmla="*/ 1012649 w 11243827"/>
              <a:gd name="connsiteY248" fmla="*/ 5334541 h 5687273"/>
              <a:gd name="connsiteX249" fmla="*/ 1007115 w 11243827"/>
              <a:gd name="connsiteY249" fmla="*/ 5332775 h 5687273"/>
              <a:gd name="connsiteX250" fmla="*/ 986002 w 11243827"/>
              <a:gd name="connsiteY250" fmla="*/ 5334906 h 5687273"/>
              <a:gd name="connsiteX251" fmla="*/ 953418 w 11243827"/>
              <a:gd name="connsiteY251" fmla="*/ 5333901 h 5687273"/>
              <a:gd name="connsiteX252" fmla="*/ 916854 w 11243827"/>
              <a:gd name="connsiteY252" fmla="*/ 5329435 h 5687273"/>
              <a:gd name="connsiteX253" fmla="*/ 905651 w 11243827"/>
              <a:gd name="connsiteY253" fmla="*/ 5332114 h 5687273"/>
              <a:gd name="connsiteX254" fmla="*/ 836961 w 11243827"/>
              <a:gd name="connsiteY254" fmla="*/ 5330803 h 5687273"/>
              <a:gd name="connsiteX255" fmla="*/ 817627 w 11243827"/>
              <a:gd name="connsiteY255" fmla="*/ 5330580 h 5687273"/>
              <a:gd name="connsiteX256" fmla="*/ 801817 w 11243827"/>
              <a:gd name="connsiteY256" fmla="*/ 5325937 h 5687273"/>
              <a:gd name="connsiteX257" fmla="*/ 798857 w 11243827"/>
              <a:gd name="connsiteY257" fmla="*/ 5320979 h 5687273"/>
              <a:gd name="connsiteX258" fmla="*/ 788354 w 11243827"/>
              <a:gd name="connsiteY258" fmla="*/ 5320143 h 5687273"/>
              <a:gd name="connsiteX259" fmla="*/ 785726 w 11243827"/>
              <a:gd name="connsiteY259" fmla="*/ 5318989 h 5687273"/>
              <a:gd name="connsiteX260" fmla="*/ 770507 w 11243827"/>
              <a:gd name="connsiteY260" fmla="*/ 5313309 h 5687273"/>
              <a:gd name="connsiteX261" fmla="*/ 733810 w 11243827"/>
              <a:gd name="connsiteY261" fmla="*/ 5324286 h 5687273"/>
              <a:gd name="connsiteX262" fmla="*/ 692117 w 11243827"/>
              <a:gd name="connsiteY262" fmla="*/ 5318786 h 5687273"/>
              <a:gd name="connsiteX263" fmla="*/ 528894 w 11243827"/>
              <a:gd name="connsiteY263" fmla="*/ 5327578 h 5687273"/>
              <a:gd name="connsiteX264" fmla="*/ 507005 w 11243827"/>
              <a:gd name="connsiteY264" fmla="*/ 5310149 h 5687273"/>
              <a:gd name="connsiteX265" fmla="*/ 441302 w 11243827"/>
              <a:gd name="connsiteY265" fmla="*/ 5307062 h 5687273"/>
              <a:gd name="connsiteX266" fmla="*/ 336819 w 11243827"/>
              <a:gd name="connsiteY266" fmla="*/ 5336690 h 5687273"/>
              <a:gd name="connsiteX267" fmla="*/ 215763 w 11243827"/>
              <a:gd name="connsiteY267" fmla="*/ 5332575 h 5687273"/>
              <a:gd name="connsiteX268" fmla="*/ 205927 w 11243827"/>
              <a:gd name="connsiteY268" fmla="*/ 5339672 h 5687273"/>
              <a:gd name="connsiteX269" fmla="*/ 194189 w 11243827"/>
              <a:gd name="connsiteY269" fmla="*/ 5343588 h 5687273"/>
              <a:gd name="connsiteX270" fmla="*/ 192552 w 11243827"/>
              <a:gd name="connsiteY270" fmla="*/ 5342845 h 5687273"/>
              <a:gd name="connsiteX271" fmla="*/ 178320 w 11243827"/>
              <a:gd name="connsiteY271" fmla="*/ 5343766 h 5687273"/>
              <a:gd name="connsiteX272" fmla="*/ 175596 w 11243827"/>
              <a:gd name="connsiteY272" fmla="*/ 5346411 h 5687273"/>
              <a:gd name="connsiteX273" fmla="*/ 165951 w 11243827"/>
              <a:gd name="connsiteY273" fmla="*/ 5347808 h 5687273"/>
              <a:gd name="connsiteX274" fmla="*/ 147287 w 11243827"/>
              <a:gd name="connsiteY274" fmla="*/ 5352625 h 5687273"/>
              <a:gd name="connsiteX275" fmla="*/ 143484 w 11243827"/>
              <a:gd name="connsiteY275" fmla="*/ 5351591 h 5687273"/>
              <a:gd name="connsiteX276" fmla="*/ 114847 w 11243827"/>
              <a:gd name="connsiteY276" fmla="*/ 5355844 h 5687273"/>
              <a:gd name="connsiteX277" fmla="*/ 114306 w 11243827"/>
              <a:gd name="connsiteY277" fmla="*/ 5354983 h 5687273"/>
              <a:gd name="connsiteX278" fmla="*/ 105588 w 11243827"/>
              <a:gd name="connsiteY278" fmla="*/ 5352169 h 5687273"/>
              <a:gd name="connsiteX279" fmla="*/ 89264 w 11243827"/>
              <a:gd name="connsiteY279" fmla="*/ 5348886 h 5687273"/>
              <a:gd name="connsiteX280" fmla="*/ 49794 w 11243827"/>
              <a:gd name="connsiteY280" fmla="*/ 5329950 h 5687273"/>
              <a:gd name="connsiteX281" fmla="*/ 19924 w 11243827"/>
              <a:gd name="connsiteY281" fmla="*/ 5334282 h 5687273"/>
              <a:gd name="connsiteX282" fmla="*/ 13819 w 11243827"/>
              <a:gd name="connsiteY282" fmla="*/ 5334653 h 5687273"/>
              <a:gd name="connsiteX283" fmla="*/ 13657 w 11243827"/>
              <a:gd name="connsiteY283" fmla="*/ 5334455 h 5687273"/>
              <a:gd name="connsiteX284" fmla="*/ 7139 w 11243827"/>
              <a:gd name="connsiteY284" fmla="*/ 5334438 h 5687273"/>
              <a:gd name="connsiteX285" fmla="*/ 2684 w 11243827"/>
              <a:gd name="connsiteY285" fmla="*/ 5335333 h 5687273"/>
              <a:gd name="connsiteX286" fmla="*/ 0 w 11243827"/>
              <a:gd name="connsiteY286" fmla="*/ 5335496 h 5687273"/>
              <a:gd name="connsiteX287" fmla="*/ 0 w 11243827"/>
              <a:gd name="connsiteY287" fmla="*/ 10592 h 5687273"/>
              <a:gd name="connsiteX288" fmla="*/ 11243827 w 11243827"/>
              <a:gd name="connsiteY288" fmla="*/ 0 h 56872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15763 w 11243827"/>
              <a:gd name="connsiteY266" fmla="*/ 5332575 h 5641173"/>
              <a:gd name="connsiteX267" fmla="*/ 205927 w 11243827"/>
              <a:gd name="connsiteY267" fmla="*/ 5339672 h 5641173"/>
              <a:gd name="connsiteX268" fmla="*/ 194189 w 11243827"/>
              <a:gd name="connsiteY268" fmla="*/ 5343588 h 5641173"/>
              <a:gd name="connsiteX269" fmla="*/ 192552 w 11243827"/>
              <a:gd name="connsiteY269" fmla="*/ 5342845 h 5641173"/>
              <a:gd name="connsiteX270" fmla="*/ 178320 w 11243827"/>
              <a:gd name="connsiteY270" fmla="*/ 5343766 h 5641173"/>
              <a:gd name="connsiteX271" fmla="*/ 175596 w 11243827"/>
              <a:gd name="connsiteY271" fmla="*/ 5346411 h 5641173"/>
              <a:gd name="connsiteX272" fmla="*/ 165951 w 11243827"/>
              <a:gd name="connsiteY272" fmla="*/ 5347808 h 5641173"/>
              <a:gd name="connsiteX273" fmla="*/ 147287 w 11243827"/>
              <a:gd name="connsiteY273" fmla="*/ 5352625 h 5641173"/>
              <a:gd name="connsiteX274" fmla="*/ 143484 w 11243827"/>
              <a:gd name="connsiteY274" fmla="*/ 5351591 h 5641173"/>
              <a:gd name="connsiteX275" fmla="*/ 114847 w 11243827"/>
              <a:gd name="connsiteY275" fmla="*/ 5355844 h 5641173"/>
              <a:gd name="connsiteX276" fmla="*/ 114306 w 11243827"/>
              <a:gd name="connsiteY276" fmla="*/ 5354983 h 5641173"/>
              <a:gd name="connsiteX277" fmla="*/ 105588 w 11243827"/>
              <a:gd name="connsiteY277" fmla="*/ 5352169 h 5641173"/>
              <a:gd name="connsiteX278" fmla="*/ 89264 w 11243827"/>
              <a:gd name="connsiteY278" fmla="*/ 5348886 h 5641173"/>
              <a:gd name="connsiteX279" fmla="*/ 49794 w 11243827"/>
              <a:gd name="connsiteY279" fmla="*/ 5329950 h 5641173"/>
              <a:gd name="connsiteX280" fmla="*/ 19924 w 11243827"/>
              <a:gd name="connsiteY280" fmla="*/ 5334282 h 5641173"/>
              <a:gd name="connsiteX281" fmla="*/ 13819 w 11243827"/>
              <a:gd name="connsiteY281" fmla="*/ 5334653 h 5641173"/>
              <a:gd name="connsiteX282" fmla="*/ 13657 w 11243827"/>
              <a:gd name="connsiteY282" fmla="*/ 5334455 h 5641173"/>
              <a:gd name="connsiteX283" fmla="*/ 7139 w 11243827"/>
              <a:gd name="connsiteY283" fmla="*/ 5334438 h 5641173"/>
              <a:gd name="connsiteX284" fmla="*/ 2684 w 11243827"/>
              <a:gd name="connsiteY284" fmla="*/ 5335333 h 5641173"/>
              <a:gd name="connsiteX285" fmla="*/ 0 w 11243827"/>
              <a:gd name="connsiteY285" fmla="*/ 5335496 h 5641173"/>
              <a:gd name="connsiteX286" fmla="*/ 0 w 11243827"/>
              <a:gd name="connsiteY286" fmla="*/ 10592 h 5641173"/>
              <a:gd name="connsiteX287" fmla="*/ 11243827 w 11243827"/>
              <a:gd name="connsiteY287"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15763 w 11243827"/>
              <a:gd name="connsiteY266" fmla="*/ 5332575 h 5641173"/>
              <a:gd name="connsiteX267" fmla="*/ 270932 w 11243827"/>
              <a:gd name="connsiteY267" fmla="*/ 5345451 h 5641173"/>
              <a:gd name="connsiteX268" fmla="*/ 194189 w 11243827"/>
              <a:gd name="connsiteY268" fmla="*/ 5343588 h 5641173"/>
              <a:gd name="connsiteX269" fmla="*/ 192552 w 11243827"/>
              <a:gd name="connsiteY269" fmla="*/ 5342845 h 5641173"/>
              <a:gd name="connsiteX270" fmla="*/ 178320 w 11243827"/>
              <a:gd name="connsiteY270" fmla="*/ 5343766 h 5641173"/>
              <a:gd name="connsiteX271" fmla="*/ 175596 w 11243827"/>
              <a:gd name="connsiteY271" fmla="*/ 5346411 h 5641173"/>
              <a:gd name="connsiteX272" fmla="*/ 165951 w 11243827"/>
              <a:gd name="connsiteY272" fmla="*/ 5347808 h 5641173"/>
              <a:gd name="connsiteX273" fmla="*/ 147287 w 11243827"/>
              <a:gd name="connsiteY273" fmla="*/ 5352625 h 5641173"/>
              <a:gd name="connsiteX274" fmla="*/ 143484 w 11243827"/>
              <a:gd name="connsiteY274" fmla="*/ 5351591 h 5641173"/>
              <a:gd name="connsiteX275" fmla="*/ 114847 w 11243827"/>
              <a:gd name="connsiteY275" fmla="*/ 5355844 h 5641173"/>
              <a:gd name="connsiteX276" fmla="*/ 114306 w 11243827"/>
              <a:gd name="connsiteY276" fmla="*/ 5354983 h 5641173"/>
              <a:gd name="connsiteX277" fmla="*/ 105588 w 11243827"/>
              <a:gd name="connsiteY277" fmla="*/ 5352169 h 5641173"/>
              <a:gd name="connsiteX278" fmla="*/ 89264 w 11243827"/>
              <a:gd name="connsiteY278" fmla="*/ 5348886 h 5641173"/>
              <a:gd name="connsiteX279" fmla="*/ 49794 w 11243827"/>
              <a:gd name="connsiteY279" fmla="*/ 5329950 h 5641173"/>
              <a:gd name="connsiteX280" fmla="*/ 19924 w 11243827"/>
              <a:gd name="connsiteY280" fmla="*/ 5334282 h 5641173"/>
              <a:gd name="connsiteX281" fmla="*/ 13819 w 11243827"/>
              <a:gd name="connsiteY281" fmla="*/ 5334653 h 5641173"/>
              <a:gd name="connsiteX282" fmla="*/ 13657 w 11243827"/>
              <a:gd name="connsiteY282" fmla="*/ 5334455 h 5641173"/>
              <a:gd name="connsiteX283" fmla="*/ 7139 w 11243827"/>
              <a:gd name="connsiteY283" fmla="*/ 5334438 h 5641173"/>
              <a:gd name="connsiteX284" fmla="*/ 2684 w 11243827"/>
              <a:gd name="connsiteY284" fmla="*/ 5335333 h 5641173"/>
              <a:gd name="connsiteX285" fmla="*/ 0 w 11243827"/>
              <a:gd name="connsiteY285" fmla="*/ 5335496 h 5641173"/>
              <a:gd name="connsiteX286" fmla="*/ 0 w 11243827"/>
              <a:gd name="connsiteY286" fmla="*/ 10592 h 5641173"/>
              <a:gd name="connsiteX287" fmla="*/ 11243827 w 11243827"/>
              <a:gd name="connsiteY287"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43484 w 11243827"/>
              <a:gd name="connsiteY273" fmla="*/ 5351591 h 5641173"/>
              <a:gd name="connsiteX274" fmla="*/ 114847 w 11243827"/>
              <a:gd name="connsiteY274" fmla="*/ 5355844 h 5641173"/>
              <a:gd name="connsiteX275" fmla="*/ 114306 w 11243827"/>
              <a:gd name="connsiteY275" fmla="*/ 5354983 h 5641173"/>
              <a:gd name="connsiteX276" fmla="*/ 105588 w 11243827"/>
              <a:gd name="connsiteY276" fmla="*/ 5352169 h 5641173"/>
              <a:gd name="connsiteX277" fmla="*/ 89264 w 11243827"/>
              <a:gd name="connsiteY277" fmla="*/ 5348886 h 5641173"/>
              <a:gd name="connsiteX278" fmla="*/ 49794 w 11243827"/>
              <a:gd name="connsiteY278" fmla="*/ 5329950 h 5641173"/>
              <a:gd name="connsiteX279" fmla="*/ 19924 w 11243827"/>
              <a:gd name="connsiteY279" fmla="*/ 5334282 h 5641173"/>
              <a:gd name="connsiteX280" fmla="*/ 13819 w 11243827"/>
              <a:gd name="connsiteY280" fmla="*/ 5334653 h 5641173"/>
              <a:gd name="connsiteX281" fmla="*/ 13657 w 11243827"/>
              <a:gd name="connsiteY281" fmla="*/ 5334455 h 5641173"/>
              <a:gd name="connsiteX282" fmla="*/ 7139 w 11243827"/>
              <a:gd name="connsiteY282" fmla="*/ 5334438 h 5641173"/>
              <a:gd name="connsiteX283" fmla="*/ 2684 w 11243827"/>
              <a:gd name="connsiteY283" fmla="*/ 5335333 h 5641173"/>
              <a:gd name="connsiteX284" fmla="*/ 0 w 11243827"/>
              <a:gd name="connsiteY284" fmla="*/ 5335496 h 5641173"/>
              <a:gd name="connsiteX285" fmla="*/ 0 w 11243827"/>
              <a:gd name="connsiteY285" fmla="*/ 10592 h 5641173"/>
              <a:gd name="connsiteX286" fmla="*/ 11243827 w 11243827"/>
              <a:gd name="connsiteY286"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43484 w 11243827"/>
              <a:gd name="connsiteY273" fmla="*/ 5351591 h 5641173"/>
              <a:gd name="connsiteX274" fmla="*/ 114847 w 11243827"/>
              <a:gd name="connsiteY274" fmla="*/ 5355844 h 5641173"/>
              <a:gd name="connsiteX275" fmla="*/ 114306 w 11243827"/>
              <a:gd name="connsiteY275" fmla="*/ 5354983 h 5641173"/>
              <a:gd name="connsiteX276" fmla="*/ 89264 w 11243827"/>
              <a:gd name="connsiteY276" fmla="*/ 5348886 h 5641173"/>
              <a:gd name="connsiteX277" fmla="*/ 49794 w 11243827"/>
              <a:gd name="connsiteY277" fmla="*/ 5329950 h 5641173"/>
              <a:gd name="connsiteX278" fmla="*/ 19924 w 11243827"/>
              <a:gd name="connsiteY278" fmla="*/ 5334282 h 5641173"/>
              <a:gd name="connsiteX279" fmla="*/ 13819 w 11243827"/>
              <a:gd name="connsiteY279" fmla="*/ 5334653 h 5641173"/>
              <a:gd name="connsiteX280" fmla="*/ 13657 w 11243827"/>
              <a:gd name="connsiteY280" fmla="*/ 5334455 h 5641173"/>
              <a:gd name="connsiteX281" fmla="*/ 7139 w 11243827"/>
              <a:gd name="connsiteY281" fmla="*/ 5334438 h 5641173"/>
              <a:gd name="connsiteX282" fmla="*/ 2684 w 11243827"/>
              <a:gd name="connsiteY282" fmla="*/ 5335333 h 5641173"/>
              <a:gd name="connsiteX283" fmla="*/ 0 w 11243827"/>
              <a:gd name="connsiteY283" fmla="*/ 5335496 h 5641173"/>
              <a:gd name="connsiteX284" fmla="*/ 0 w 11243827"/>
              <a:gd name="connsiteY284" fmla="*/ 10592 h 5641173"/>
              <a:gd name="connsiteX285" fmla="*/ 11243827 w 11243827"/>
              <a:gd name="connsiteY285"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14847 w 11243827"/>
              <a:gd name="connsiteY273" fmla="*/ 5355844 h 5641173"/>
              <a:gd name="connsiteX274" fmla="*/ 114306 w 11243827"/>
              <a:gd name="connsiteY274" fmla="*/ 5354983 h 5641173"/>
              <a:gd name="connsiteX275" fmla="*/ 89264 w 11243827"/>
              <a:gd name="connsiteY275" fmla="*/ 5348886 h 5641173"/>
              <a:gd name="connsiteX276" fmla="*/ 49794 w 11243827"/>
              <a:gd name="connsiteY276" fmla="*/ 5329950 h 5641173"/>
              <a:gd name="connsiteX277" fmla="*/ 19924 w 11243827"/>
              <a:gd name="connsiteY277" fmla="*/ 5334282 h 5641173"/>
              <a:gd name="connsiteX278" fmla="*/ 13819 w 11243827"/>
              <a:gd name="connsiteY278" fmla="*/ 5334653 h 5641173"/>
              <a:gd name="connsiteX279" fmla="*/ 13657 w 11243827"/>
              <a:gd name="connsiteY279" fmla="*/ 5334455 h 5641173"/>
              <a:gd name="connsiteX280" fmla="*/ 7139 w 11243827"/>
              <a:gd name="connsiteY280" fmla="*/ 5334438 h 5641173"/>
              <a:gd name="connsiteX281" fmla="*/ 2684 w 11243827"/>
              <a:gd name="connsiteY281" fmla="*/ 5335333 h 5641173"/>
              <a:gd name="connsiteX282" fmla="*/ 0 w 11243827"/>
              <a:gd name="connsiteY282" fmla="*/ 5335496 h 5641173"/>
              <a:gd name="connsiteX283" fmla="*/ 0 w 11243827"/>
              <a:gd name="connsiteY283" fmla="*/ 10592 h 5641173"/>
              <a:gd name="connsiteX284" fmla="*/ 11243827 w 11243827"/>
              <a:gd name="connsiteY284"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47287 w 11243827"/>
              <a:gd name="connsiteY271" fmla="*/ 5352625 h 5641173"/>
              <a:gd name="connsiteX272" fmla="*/ 114847 w 11243827"/>
              <a:gd name="connsiteY272" fmla="*/ 5355844 h 5641173"/>
              <a:gd name="connsiteX273" fmla="*/ 114306 w 11243827"/>
              <a:gd name="connsiteY273" fmla="*/ 5354983 h 5641173"/>
              <a:gd name="connsiteX274" fmla="*/ 89264 w 11243827"/>
              <a:gd name="connsiteY274" fmla="*/ 5348886 h 5641173"/>
              <a:gd name="connsiteX275" fmla="*/ 49794 w 11243827"/>
              <a:gd name="connsiteY275" fmla="*/ 5329950 h 5641173"/>
              <a:gd name="connsiteX276" fmla="*/ 19924 w 11243827"/>
              <a:gd name="connsiteY276" fmla="*/ 5334282 h 5641173"/>
              <a:gd name="connsiteX277" fmla="*/ 13819 w 11243827"/>
              <a:gd name="connsiteY277" fmla="*/ 5334653 h 5641173"/>
              <a:gd name="connsiteX278" fmla="*/ 13657 w 11243827"/>
              <a:gd name="connsiteY278" fmla="*/ 5334455 h 5641173"/>
              <a:gd name="connsiteX279" fmla="*/ 7139 w 11243827"/>
              <a:gd name="connsiteY279" fmla="*/ 5334438 h 5641173"/>
              <a:gd name="connsiteX280" fmla="*/ 2684 w 11243827"/>
              <a:gd name="connsiteY280" fmla="*/ 5335333 h 5641173"/>
              <a:gd name="connsiteX281" fmla="*/ 0 w 11243827"/>
              <a:gd name="connsiteY281" fmla="*/ 5335496 h 5641173"/>
              <a:gd name="connsiteX282" fmla="*/ 0 w 11243827"/>
              <a:gd name="connsiteY282" fmla="*/ 10592 h 5641173"/>
              <a:gd name="connsiteX283" fmla="*/ 11243827 w 11243827"/>
              <a:gd name="connsiteY283"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12024 w 11243827"/>
              <a:gd name="connsiteY238" fmla="*/ 5345786 h 5641173"/>
              <a:gd name="connsiteX239" fmla="*/ 1100870 w 11243827"/>
              <a:gd name="connsiteY239" fmla="*/ 5343651 h 5641173"/>
              <a:gd name="connsiteX240" fmla="*/ 1096383 w 11243827"/>
              <a:gd name="connsiteY240" fmla="*/ 5343015 h 5641173"/>
              <a:gd name="connsiteX241" fmla="*/ 1085571 w 11243827"/>
              <a:gd name="connsiteY241" fmla="*/ 5345836 h 5641173"/>
              <a:gd name="connsiteX242" fmla="*/ 1073168 w 11243827"/>
              <a:gd name="connsiteY242" fmla="*/ 5341521 h 5641173"/>
              <a:gd name="connsiteX243" fmla="*/ 1058039 w 11243827"/>
              <a:gd name="connsiteY243" fmla="*/ 5343504 h 5641173"/>
              <a:gd name="connsiteX244" fmla="*/ 1055426 w 11243827"/>
              <a:gd name="connsiteY244" fmla="*/ 5339088 h 5641173"/>
              <a:gd name="connsiteX245" fmla="*/ 1044738 w 11243827"/>
              <a:gd name="connsiteY245" fmla="*/ 5333063 h 5641173"/>
              <a:gd name="connsiteX246" fmla="*/ 1033909 w 11243827"/>
              <a:gd name="connsiteY246" fmla="*/ 5335680 h 5641173"/>
              <a:gd name="connsiteX247" fmla="*/ 1012649 w 11243827"/>
              <a:gd name="connsiteY247" fmla="*/ 5334541 h 5641173"/>
              <a:gd name="connsiteX248" fmla="*/ 1007115 w 11243827"/>
              <a:gd name="connsiteY248" fmla="*/ 5332775 h 5641173"/>
              <a:gd name="connsiteX249" fmla="*/ 986002 w 11243827"/>
              <a:gd name="connsiteY249" fmla="*/ 5334906 h 5641173"/>
              <a:gd name="connsiteX250" fmla="*/ 953418 w 11243827"/>
              <a:gd name="connsiteY250" fmla="*/ 5333901 h 5641173"/>
              <a:gd name="connsiteX251" fmla="*/ 916854 w 11243827"/>
              <a:gd name="connsiteY251" fmla="*/ 5329435 h 5641173"/>
              <a:gd name="connsiteX252" fmla="*/ 905651 w 11243827"/>
              <a:gd name="connsiteY252" fmla="*/ 5332114 h 5641173"/>
              <a:gd name="connsiteX253" fmla="*/ 836961 w 11243827"/>
              <a:gd name="connsiteY253" fmla="*/ 5330803 h 5641173"/>
              <a:gd name="connsiteX254" fmla="*/ 817627 w 11243827"/>
              <a:gd name="connsiteY254" fmla="*/ 5330580 h 5641173"/>
              <a:gd name="connsiteX255" fmla="*/ 801817 w 11243827"/>
              <a:gd name="connsiteY255" fmla="*/ 5325937 h 5641173"/>
              <a:gd name="connsiteX256" fmla="*/ 798857 w 11243827"/>
              <a:gd name="connsiteY256" fmla="*/ 5320979 h 5641173"/>
              <a:gd name="connsiteX257" fmla="*/ 788354 w 11243827"/>
              <a:gd name="connsiteY257" fmla="*/ 5320143 h 5641173"/>
              <a:gd name="connsiteX258" fmla="*/ 785726 w 11243827"/>
              <a:gd name="connsiteY258" fmla="*/ 5318989 h 5641173"/>
              <a:gd name="connsiteX259" fmla="*/ 770507 w 11243827"/>
              <a:gd name="connsiteY259" fmla="*/ 5313309 h 5641173"/>
              <a:gd name="connsiteX260" fmla="*/ 733810 w 11243827"/>
              <a:gd name="connsiteY260" fmla="*/ 5324286 h 5641173"/>
              <a:gd name="connsiteX261" fmla="*/ 692117 w 11243827"/>
              <a:gd name="connsiteY261" fmla="*/ 5318786 h 5641173"/>
              <a:gd name="connsiteX262" fmla="*/ 574943 w 11243827"/>
              <a:gd name="connsiteY262" fmla="*/ 5327578 h 5641173"/>
              <a:gd name="connsiteX263" fmla="*/ 441302 w 11243827"/>
              <a:gd name="connsiteY263" fmla="*/ 5307062 h 5641173"/>
              <a:gd name="connsiteX264" fmla="*/ 336819 w 11243827"/>
              <a:gd name="connsiteY264" fmla="*/ 5336690 h 5641173"/>
              <a:gd name="connsiteX265" fmla="*/ 270932 w 11243827"/>
              <a:gd name="connsiteY265" fmla="*/ 5345451 h 5641173"/>
              <a:gd name="connsiteX266" fmla="*/ 194189 w 11243827"/>
              <a:gd name="connsiteY266" fmla="*/ 5343588 h 5641173"/>
              <a:gd name="connsiteX267" fmla="*/ 192552 w 11243827"/>
              <a:gd name="connsiteY267" fmla="*/ 5342845 h 5641173"/>
              <a:gd name="connsiteX268" fmla="*/ 178320 w 11243827"/>
              <a:gd name="connsiteY268" fmla="*/ 5343766 h 5641173"/>
              <a:gd name="connsiteX269" fmla="*/ 175596 w 11243827"/>
              <a:gd name="connsiteY269" fmla="*/ 5346411 h 5641173"/>
              <a:gd name="connsiteX270" fmla="*/ 147287 w 11243827"/>
              <a:gd name="connsiteY270" fmla="*/ 5352625 h 5641173"/>
              <a:gd name="connsiteX271" fmla="*/ 114847 w 11243827"/>
              <a:gd name="connsiteY271" fmla="*/ 5355844 h 5641173"/>
              <a:gd name="connsiteX272" fmla="*/ 114306 w 11243827"/>
              <a:gd name="connsiteY272" fmla="*/ 5354983 h 5641173"/>
              <a:gd name="connsiteX273" fmla="*/ 89264 w 11243827"/>
              <a:gd name="connsiteY273" fmla="*/ 5348886 h 5641173"/>
              <a:gd name="connsiteX274" fmla="*/ 49794 w 11243827"/>
              <a:gd name="connsiteY274" fmla="*/ 5329950 h 5641173"/>
              <a:gd name="connsiteX275" fmla="*/ 19924 w 11243827"/>
              <a:gd name="connsiteY275" fmla="*/ 5334282 h 5641173"/>
              <a:gd name="connsiteX276" fmla="*/ 13819 w 11243827"/>
              <a:gd name="connsiteY276" fmla="*/ 5334653 h 5641173"/>
              <a:gd name="connsiteX277" fmla="*/ 13657 w 11243827"/>
              <a:gd name="connsiteY277" fmla="*/ 5334455 h 5641173"/>
              <a:gd name="connsiteX278" fmla="*/ 7139 w 11243827"/>
              <a:gd name="connsiteY278" fmla="*/ 5334438 h 5641173"/>
              <a:gd name="connsiteX279" fmla="*/ 2684 w 11243827"/>
              <a:gd name="connsiteY279" fmla="*/ 5335333 h 5641173"/>
              <a:gd name="connsiteX280" fmla="*/ 0 w 11243827"/>
              <a:gd name="connsiteY280" fmla="*/ 5335496 h 5641173"/>
              <a:gd name="connsiteX281" fmla="*/ 0 w 11243827"/>
              <a:gd name="connsiteY281" fmla="*/ 10592 h 5641173"/>
              <a:gd name="connsiteX282" fmla="*/ 11243827 w 11243827"/>
              <a:gd name="connsiteY282"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45836 h 5641173"/>
              <a:gd name="connsiteX241" fmla="*/ 1073168 w 11243827"/>
              <a:gd name="connsiteY241" fmla="*/ 5341521 h 5641173"/>
              <a:gd name="connsiteX242" fmla="*/ 1058039 w 11243827"/>
              <a:gd name="connsiteY242" fmla="*/ 5343504 h 5641173"/>
              <a:gd name="connsiteX243" fmla="*/ 1055426 w 11243827"/>
              <a:gd name="connsiteY243" fmla="*/ 5339088 h 5641173"/>
              <a:gd name="connsiteX244" fmla="*/ 1044738 w 11243827"/>
              <a:gd name="connsiteY244" fmla="*/ 5333063 h 5641173"/>
              <a:gd name="connsiteX245" fmla="*/ 1033909 w 11243827"/>
              <a:gd name="connsiteY245" fmla="*/ 5335680 h 5641173"/>
              <a:gd name="connsiteX246" fmla="*/ 1012649 w 11243827"/>
              <a:gd name="connsiteY246" fmla="*/ 5334541 h 5641173"/>
              <a:gd name="connsiteX247" fmla="*/ 1007115 w 11243827"/>
              <a:gd name="connsiteY247" fmla="*/ 5332775 h 5641173"/>
              <a:gd name="connsiteX248" fmla="*/ 986002 w 11243827"/>
              <a:gd name="connsiteY248" fmla="*/ 5334906 h 5641173"/>
              <a:gd name="connsiteX249" fmla="*/ 953418 w 11243827"/>
              <a:gd name="connsiteY249" fmla="*/ 5333901 h 5641173"/>
              <a:gd name="connsiteX250" fmla="*/ 916854 w 11243827"/>
              <a:gd name="connsiteY250" fmla="*/ 5329435 h 5641173"/>
              <a:gd name="connsiteX251" fmla="*/ 905651 w 11243827"/>
              <a:gd name="connsiteY251" fmla="*/ 5332114 h 5641173"/>
              <a:gd name="connsiteX252" fmla="*/ 836961 w 11243827"/>
              <a:gd name="connsiteY252" fmla="*/ 5330803 h 5641173"/>
              <a:gd name="connsiteX253" fmla="*/ 817627 w 11243827"/>
              <a:gd name="connsiteY253" fmla="*/ 5330580 h 5641173"/>
              <a:gd name="connsiteX254" fmla="*/ 801817 w 11243827"/>
              <a:gd name="connsiteY254" fmla="*/ 5325937 h 5641173"/>
              <a:gd name="connsiteX255" fmla="*/ 798857 w 11243827"/>
              <a:gd name="connsiteY255" fmla="*/ 5320979 h 5641173"/>
              <a:gd name="connsiteX256" fmla="*/ 788354 w 11243827"/>
              <a:gd name="connsiteY256" fmla="*/ 5320143 h 5641173"/>
              <a:gd name="connsiteX257" fmla="*/ 785726 w 11243827"/>
              <a:gd name="connsiteY257" fmla="*/ 5318989 h 5641173"/>
              <a:gd name="connsiteX258" fmla="*/ 770507 w 11243827"/>
              <a:gd name="connsiteY258" fmla="*/ 5313309 h 5641173"/>
              <a:gd name="connsiteX259" fmla="*/ 733810 w 11243827"/>
              <a:gd name="connsiteY259" fmla="*/ 5324286 h 5641173"/>
              <a:gd name="connsiteX260" fmla="*/ 692117 w 11243827"/>
              <a:gd name="connsiteY260" fmla="*/ 5318786 h 5641173"/>
              <a:gd name="connsiteX261" fmla="*/ 574943 w 11243827"/>
              <a:gd name="connsiteY261" fmla="*/ 5327578 h 5641173"/>
              <a:gd name="connsiteX262" fmla="*/ 441302 w 11243827"/>
              <a:gd name="connsiteY262" fmla="*/ 5307062 h 5641173"/>
              <a:gd name="connsiteX263" fmla="*/ 336819 w 11243827"/>
              <a:gd name="connsiteY263" fmla="*/ 5336690 h 5641173"/>
              <a:gd name="connsiteX264" fmla="*/ 270932 w 11243827"/>
              <a:gd name="connsiteY264" fmla="*/ 5345451 h 5641173"/>
              <a:gd name="connsiteX265" fmla="*/ 194189 w 11243827"/>
              <a:gd name="connsiteY265" fmla="*/ 5343588 h 5641173"/>
              <a:gd name="connsiteX266" fmla="*/ 192552 w 11243827"/>
              <a:gd name="connsiteY266" fmla="*/ 5342845 h 5641173"/>
              <a:gd name="connsiteX267" fmla="*/ 178320 w 11243827"/>
              <a:gd name="connsiteY267" fmla="*/ 5343766 h 5641173"/>
              <a:gd name="connsiteX268" fmla="*/ 175596 w 11243827"/>
              <a:gd name="connsiteY268" fmla="*/ 5346411 h 5641173"/>
              <a:gd name="connsiteX269" fmla="*/ 147287 w 11243827"/>
              <a:gd name="connsiteY269" fmla="*/ 5352625 h 5641173"/>
              <a:gd name="connsiteX270" fmla="*/ 114847 w 11243827"/>
              <a:gd name="connsiteY270" fmla="*/ 5355844 h 5641173"/>
              <a:gd name="connsiteX271" fmla="*/ 114306 w 11243827"/>
              <a:gd name="connsiteY271" fmla="*/ 5354983 h 5641173"/>
              <a:gd name="connsiteX272" fmla="*/ 89264 w 11243827"/>
              <a:gd name="connsiteY272" fmla="*/ 5348886 h 5641173"/>
              <a:gd name="connsiteX273" fmla="*/ 49794 w 11243827"/>
              <a:gd name="connsiteY273" fmla="*/ 5329950 h 5641173"/>
              <a:gd name="connsiteX274" fmla="*/ 19924 w 11243827"/>
              <a:gd name="connsiteY274" fmla="*/ 5334282 h 5641173"/>
              <a:gd name="connsiteX275" fmla="*/ 13819 w 11243827"/>
              <a:gd name="connsiteY275" fmla="*/ 5334653 h 5641173"/>
              <a:gd name="connsiteX276" fmla="*/ 13657 w 11243827"/>
              <a:gd name="connsiteY276" fmla="*/ 5334455 h 5641173"/>
              <a:gd name="connsiteX277" fmla="*/ 7139 w 11243827"/>
              <a:gd name="connsiteY277" fmla="*/ 5334438 h 5641173"/>
              <a:gd name="connsiteX278" fmla="*/ 2684 w 11243827"/>
              <a:gd name="connsiteY278" fmla="*/ 5335333 h 5641173"/>
              <a:gd name="connsiteX279" fmla="*/ 0 w 11243827"/>
              <a:gd name="connsiteY279" fmla="*/ 5335496 h 5641173"/>
              <a:gd name="connsiteX280" fmla="*/ 0 w 11243827"/>
              <a:gd name="connsiteY280" fmla="*/ 10592 h 5641173"/>
              <a:gd name="connsiteX281" fmla="*/ 11243827 w 11243827"/>
              <a:gd name="connsiteY281"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45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6002 w 11243827"/>
              <a:gd name="connsiteY247" fmla="*/ 5334906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6002 w 11243827"/>
              <a:gd name="connsiteY247" fmla="*/ 5334906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7447 w 11243827"/>
              <a:gd name="connsiteY247" fmla="*/ 5346462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7447 w 11243827"/>
              <a:gd name="connsiteY247" fmla="*/ 5346462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8405 w 11243827"/>
              <a:gd name="connsiteY251" fmla="*/ 5339470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32830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32830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209610 h 5641173"/>
              <a:gd name="connsiteX3" fmla="*/ 11240675 w 11243827"/>
              <a:gd name="connsiteY3" fmla="*/ 5210442 h 5641173"/>
              <a:gd name="connsiteX4" fmla="*/ 11179959 w 11243827"/>
              <a:gd name="connsiteY4" fmla="*/ 5221199 h 5641173"/>
              <a:gd name="connsiteX5" fmla="*/ 11105493 w 11243827"/>
              <a:gd name="connsiteY5" fmla="*/ 5259905 h 5641173"/>
              <a:gd name="connsiteX6" fmla="*/ 11078640 w 11243827"/>
              <a:gd name="connsiteY6" fmla="*/ 5263531 h 5641173"/>
              <a:gd name="connsiteX7" fmla="*/ 11079616 w 11243827"/>
              <a:gd name="connsiteY7" fmla="*/ 5270380 h 5641173"/>
              <a:gd name="connsiteX8" fmla="*/ 11069641 w 11243827"/>
              <a:gd name="connsiteY8" fmla="*/ 5270884 h 5641173"/>
              <a:gd name="connsiteX9" fmla="*/ 11047377 w 11243827"/>
              <a:gd name="connsiteY9" fmla="*/ 5271051 h 5641173"/>
              <a:gd name="connsiteX10" fmla="*/ 10980705 w 11243827"/>
              <a:gd name="connsiteY10" fmla="*/ 5272951 h 5641173"/>
              <a:gd name="connsiteX11" fmla="*/ 10962514 w 11243827"/>
              <a:gd name="connsiteY11" fmla="*/ 5286084 h 5641173"/>
              <a:gd name="connsiteX12" fmla="*/ 10945307 w 11243827"/>
              <a:gd name="connsiteY12" fmla="*/ 5286290 h 5641173"/>
              <a:gd name="connsiteX13" fmla="*/ 10845516 w 11243827"/>
              <a:gd name="connsiteY13" fmla="*/ 5303894 h 5641173"/>
              <a:gd name="connsiteX14" fmla="*/ 10831795 w 11243827"/>
              <a:gd name="connsiteY14" fmla="*/ 5305210 h 5641173"/>
              <a:gd name="connsiteX15" fmla="*/ 10824365 w 11243827"/>
              <a:gd name="connsiteY15" fmla="*/ 5311111 h 5641173"/>
              <a:gd name="connsiteX16" fmla="*/ 10797756 w 11243827"/>
              <a:gd name="connsiteY16" fmla="*/ 5312285 h 5641173"/>
              <a:gd name="connsiteX17" fmla="*/ 10796525 w 11243827"/>
              <a:gd name="connsiteY17" fmla="*/ 5315645 h 5641173"/>
              <a:gd name="connsiteX18" fmla="*/ 10709063 w 11243827"/>
              <a:gd name="connsiteY18" fmla="*/ 5344492 h 5641173"/>
              <a:gd name="connsiteX19" fmla="*/ 10694078 w 11243827"/>
              <a:gd name="connsiteY19" fmla="*/ 5349258 h 5641173"/>
              <a:gd name="connsiteX20" fmla="*/ 10681131 w 11243827"/>
              <a:gd name="connsiteY20" fmla="*/ 5347812 h 5641173"/>
              <a:gd name="connsiteX21" fmla="*/ 10609448 w 11243827"/>
              <a:gd name="connsiteY21" fmla="*/ 5351931 h 5641173"/>
              <a:gd name="connsiteX22" fmla="*/ 10592397 w 11243827"/>
              <a:gd name="connsiteY22" fmla="*/ 5349402 h 5641173"/>
              <a:gd name="connsiteX23" fmla="*/ 10585227 w 11243827"/>
              <a:gd name="connsiteY23" fmla="*/ 5344063 h 5641173"/>
              <a:gd name="connsiteX24" fmla="*/ 10557472 w 11243827"/>
              <a:gd name="connsiteY24" fmla="*/ 5354151 h 5641173"/>
              <a:gd name="connsiteX25" fmla="*/ 10514646 w 11243827"/>
              <a:gd name="connsiteY25" fmla="*/ 5361064 h 5641173"/>
              <a:gd name="connsiteX26" fmla="*/ 10494292 w 11243827"/>
              <a:gd name="connsiteY26" fmla="*/ 5366054 h 5641173"/>
              <a:gd name="connsiteX27" fmla="*/ 10477869 w 11243827"/>
              <a:gd name="connsiteY27" fmla="*/ 5363025 h 5641173"/>
              <a:gd name="connsiteX28" fmla="*/ 10384411 w 11243827"/>
              <a:gd name="connsiteY28" fmla="*/ 5362257 h 5641173"/>
              <a:gd name="connsiteX29" fmla="*/ 10362921 w 11243827"/>
              <a:gd name="connsiteY29" fmla="*/ 5357444 h 5641173"/>
              <a:gd name="connsiteX30" fmla="*/ 10352736 w 11243827"/>
              <a:gd name="connsiteY30" fmla="*/ 5347851 h 5641173"/>
              <a:gd name="connsiteX31" fmla="*/ 10344754 w 11243827"/>
              <a:gd name="connsiteY31" fmla="*/ 5351272 h 5641173"/>
              <a:gd name="connsiteX32" fmla="*/ 10288226 w 11243827"/>
              <a:gd name="connsiteY32" fmla="*/ 5351613 h 5641173"/>
              <a:gd name="connsiteX33" fmla="*/ 10251350 w 11243827"/>
              <a:gd name="connsiteY33" fmla="*/ 5352711 h 5641173"/>
              <a:gd name="connsiteX34" fmla="*/ 10249108 w 11243827"/>
              <a:gd name="connsiteY34" fmla="*/ 5365881 h 5641173"/>
              <a:gd name="connsiteX35" fmla="*/ 10216272 w 11243827"/>
              <a:gd name="connsiteY35" fmla="*/ 5370573 h 5641173"/>
              <a:gd name="connsiteX36" fmla="*/ 10181278 w 11243827"/>
              <a:gd name="connsiteY36" fmla="*/ 5362119 h 5641173"/>
              <a:gd name="connsiteX37" fmla="*/ 10140033 w 11243827"/>
              <a:gd name="connsiteY37" fmla="*/ 5363304 h 5641173"/>
              <a:gd name="connsiteX38" fmla="*/ 10115353 w 11243827"/>
              <a:gd name="connsiteY38" fmla="*/ 5363869 h 5641173"/>
              <a:gd name="connsiteX39" fmla="*/ 10050578 w 11243827"/>
              <a:gd name="connsiteY39" fmla="*/ 5376153 h 5641173"/>
              <a:gd name="connsiteX40" fmla="*/ 9945478 w 11243827"/>
              <a:gd name="connsiteY40" fmla="*/ 5422859 h 5641173"/>
              <a:gd name="connsiteX41" fmla="*/ 9912481 w 11243827"/>
              <a:gd name="connsiteY41" fmla="*/ 5429477 h 5641173"/>
              <a:gd name="connsiteX42" fmla="*/ 9906713 w 11243827"/>
              <a:gd name="connsiteY42" fmla="*/ 5426784 h 5641173"/>
              <a:gd name="connsiteX43" fmla="*/ 9742436 w 11243827"/>
              <a:gd name="connsiteY43" fmla="*/ 5454834 h 5641173"/>
              <a:gd name="connsiteX44" fmla="*/ 9713044 w 11243827"/>
              <a:gd name="connsiteY44" fmla="*/ 5456476 h 5641173"/>
              <a:gd name="connsiteX45" fmla="*/ 9691033 w 11243827"/>
              <a:gd name="connsiteY45" fmla="*/ 5455451 h 5641173"/>
              <a:gd name="connsiteX46" fmla="*/ 9638355 w 11243827"/>
              <a:gd name="connsiteY46" fmla="*/ 5464794 h 5641173"/>
              <a:gd name="connsiteX47" fmla="*/ 9552434 w 11243827"/>
              <a:gd name="connsiteY47" fmla="*/ 5485280 h 5641173"/>
              <a:gd name="connsiteX48" fmla="*/ 9533883 w 11243827"/>
              <a:gd name="connsiteY48" fmla="*/ 5488516 h 5641173"/>
              <a:gd name="connsiteX49" fmla="*/ 9516916 w 11243827"/>
              <a:gd name="connsiteY49" fmla="*/ 5486828 h 5641173"/>
              <a:gd name="connsiteX50" fmla="*/ 9512093 w 11243827"/>
              <a:gd name="connsiteY50" fmla="*/ 5482541 h 5641173"/>
              <a:gd name="connsiteX51" fmla="*/ 9501725 w 11243827"/>
              <a:gd name="connsiteY51" fmla="*/ 5483603 h 5641173"/>
              <a:gd name="connsiteX52" fmla="*/ 9498754 w 11243827"/>
              <a:gd name="connsiteY52" fmla="*/ 5482951 h 5641173"/>
              <a:gd name="connsiteX53" fmla="*/ 9481932 w 11243827"/>
              <a:gd name="connsiteY53" fmla="*/ 5480151 h 5641173"/>
              <a:gd name="connsiteX54" fmla="*/ 9451321 w 11243827"/>
              <a:gd name="connsiteY54" fmla="*/ 5497375 h 5641173"/>
              <a:gd name="connsiteX55" fmla="*/ 9409298 w 11243827"/>
              <a:gd name="connsiteY55" fmla="*/ 5499478 h 5641173"/>
              <a:gd name="connsiteX56" fmla="*/ 9303056 w 11243827"/>
              <a:gd name="connsiteY56" fmla="*/ 5519093 h 5641173"/>
              <a:gd name="connsiteX57" fmla="*/ 9229078 w 11243827"/>
              <a:gd name="connsiteY57" fmla="*/ 5524154 h 5641173"/>
              <a:gd name="connsiteX58" fmla="*/ 9165105 w 11243827"/>
              <a:gd name="connsiteY58" fmla="*/ 5532892 h 5641173"/>
              <a:gd name="connsiteX59" fmla="*/ 9077301 w 11243827"/>
              <a:gd name="connsiteY59" fmla="*/ 5580356 h 5641173"/>
              <a:gd name="connsiteX60" fmla="*/ 8960065 w 11243827"/>
              <a:gd name="connsiteY60" fmla="*/ 5597982 h 5641173"/>
              <a:gd name="connsiteX61" fmla="*/ 8953536 w 11243827"/>
              <a:gd name="connsiteY61" fmla="*/ 5606638 h 5641173"/>
              <a:gd name="connsiteX62" fmla="*/ 8943907 w 11243827"/>
              <a:gd name="connsiteY62" fmla="*/ 5612541 h 5641173"/>
              <a:gd name="connsiteX63" fmla="*/ 8942046 w 11243827"/>
              <a:gd name="connsiteY63" fmla="*/ 5612112 h 5641173"/>
              <a:gd name="connsiteX64" fmla="*/ 8928824 w 11243827"/>
              <a:gd name="connsiteY64" fmla="*/ 5615549 h 5641173"/>
              <a:gd name="connsiteX65" fmla="*/ 8927294 w 11243827"/>
              <a:gd name="connsiteY65" fmla="*/ 5618607 h 5641173"/>
              <a:gd name="connsiteX66" fmla="*/ 8918651 w 11243827"/>
              <a:gd name="connsiteY66" fmla="*/ 5621688 h 5641173"/>
              <a:gd name="connsiteX67" fmla="*/ 8902772 w 11243827"/>
              <a:gd name="connsiteY67" fmla="*/ 5629703 h 5641173"/>
              <a:gd name="connsiteX68" fmla="*/ 8898724 w 11243827"/>
              <a:gd name="connsiteY68" fmla="*/ 5629379 h 5641173"/>
              <a:gd name="connsiteX69" fmla="*/ 8873099 w 11243827"/>
              <a:gd name="connsiteY69" fmla="*/ 5638628 h 5641173"/>
              <a:gd name="connsiteX70" fmla="*/ 8872234 w 11243827"/>
              <a:gd name="connsiteY70" fmla="*/ 5637889 h 5641173"/>
              <a:gd name="connsiteX71" fmla="*/ 8862777 w 11243827"/>
              <a:gd name="connsiteY71" fmla="*/ 5636711 h 5641173"/>
              <a:gd name="connsiteX72" fmla="*/ 8845869 w 11243827"/>
              <a:gd name="connsiteY72" fmla="*/ 5636436 h 5641173"/>
              <a:gd name="connsiteX73" fmla="*/ 8800548 w 11243827"/>
              <a:gd name="connsiteY73" fmla="*/ 5625084 h 5641173"/>
              <a:gd name="connsiteX74" fmla="*/ 8773774 w 11243827"/>
              <a:gd name="connsiteY74" fmla="*/ 5634630 h 5641173"/>
              <a:gd name="connsiteX75" fmla="*/ 8698255 w 11243827"/>
              <a:gd name="connsiteY75" fmla="*/ 5636083 h 5641173"/>
              <a:gd name="connsiteX76" fmla="*/ 8619167 w 11243827"/>
              <a:gd name="connsiteY76" fmla="*/ 5619130 h 5641173"/>
              <a:gd name="connsiteX77" fmla="*/ 8539822 w 11243827"/>
              <a:gd name="connsiteY77" fmla="*/ 5616905 h 5641173"/>
              <a:gd name="connsiteX78" fmla="*/ 8511094 w 11243827"/>
              <a:gd name="connsiteY78" fmla="*/ 5617360 h 5641173"/>
              <a:gd name="connsiteX79" fmla="*/ 8459886 w 11243827"/>
              <a:gd name="connsiteY79" fmla="*/ 5612612 h 5641173"/>
              <a:gd name="connsiteX80" fmla="*/ 8436432 w 11243827"/>
              <a:gd name="connsiteY80" fmla="*/ 5606990 h 5641173"/>
              <a:gd name="connsiteX81" fmla="*/ 8435403 w 11243827"/>
              <a:gd name="connsiteY81" fmla="*/ 5607336 h 5641173"/>
              <a:gd name="connsiteX82" fmla="*/ 8433307 w 11243827"/>
              <a:gd name="connsiteY82" fmla="*/ 5604917 h 5641173"/>
              <a:gd name="connsiteX83" fmla="*/ 8428968 w 11243827"/>
              <a:gd name="connsiteY83" fmla="*/ 5603796 h 5641173"/>
              <a:gd name="connsiteX84" fmla="*/ 8417124 w 11243827"/>
              <a:gd name="connsiteY84" fmla="*/ 5604518 h 5641173"/>
              <a:gd name="connsiteX85" fmla="*/ 8412669 w 11243827"/>
              <a:gd name="connsiteY85" fmla="*/ 5605413 h 5641173"/>
              <a:gd name="connsiteX86" fmla="*/ 8406152 w 11243827"/>
              <a:gd name="connsiteY86" fmla="*/ 5605396 h 5641173"/>
              <a:gd name="connsiteX87" fmla="*/ 8405989 w 11243827"/>
              <a:gd name="connsiteY87" fmla="*/ 5605197 h 5641173"/>
              <a:gd name="connsiteX88" fmla="*/ 8399884 w 11243827"/>
              <a:gd name="connsiteY88" fmla="*/ 5605568 h 5641173"/>
              <a:gd name="connsiteX89" fmla="*/ 8370014 w 11243827"/>
              <a:gd name="connsiteY89" fmla="*/ 5609900 h 5641173"/>
              <a:gd name="connsiteX90" fmla="*/ 8330544 w 11243827"/>
              <a:gd name="connsiteY90" fmla="*/ 5590964 h 5641173"/>
              <a:gd name="connsiteX91" fmla="*/ 8314221 w 11243827"/>
              <a:gd name="connsiteY91" fmla="*/ 5587682 h 5641173"/>
              <a:gd name="connsiteX92" fmla="*/ 8305502 w 11243827"/>
              <a:gd name="connsiteY92" fmla="*/ 5584868 h 5641173"/>
              <a:gd name="connsiteX93" fmla="*/ 8304962 w 11243827"/>
              <a:gd name="connsiteY93" fmla="*/ 5584007 h 5641173"/>
              <a:gd name="connsiteX94" fmla="*/ 8276324 w 11243827"/>
              <a:gd name="connsiteY94" fmla="*/ 5588260 h 5641173"/>
              <a:gd name="connsiteX95" fmla="*/ 8272522 w 11243827"/>
              <a:gd name="connsiteY95" fmla="*/ 5587226 h 5641173"/>
              <a:gd name="connsiteX96" fmla="*/ 8253857 w 11243827"/>
              <a:gd name="connsiteY96" fmla="*/ 5592043 h 5641173"/>
              <a:gd name="connsiteX97" fmla="*/ 8244212 w 11243827"/>
              <a:gd name="connsiteY97" fmla="*/ 5593439 h 5641173"/>
              <a:gd name="connsiteX98" fmla="*/ 8241488 w 11243827"/>
              <a:gd name="connsiteY98" fmla="*/ 5596085 h 5641173"/>
              <a:gd name="connsiteX99" fmla="*/ 8227256 w 11243827"/>
              <a:gd name="connsiteY99" fmla="*/ 5597005 h 5641173"/>
              <a:gd name="connsiteX100" fmla="*/ 8225619 w 11243827"/>
              <a:gd name="connsiteY100" fmla="*/ 5596262 h 5641173"/>
              <a:gd name="connsiteX101" fmla="*/ 8213882 w 11243827"/>
              <a:gd name="connsiteY101" fmla="*/ 5600179 h 5641173"/>
              <a:gd name="connsiteX102" fmla="*/ 8204045 w 11243827"/>
              <a:gd name="connsiteY102" fmla="*/ 5607275 h 5641173"/>
              <a:gd name="connsiteX103" fmla="*/ 8082989 w 11243827"/>
              <a:gd name="connsiteY103" fmla="*/ 5603160 h 5641173"/>
              <a:gd name="connsiteX104" fmla="*/ 7976942 w 11243827"/>
              <a:gd name="connsiteY104" fmla="*/ 5598455 h 5641173"/>
              <a:gd name="connsiteX105" fmla="*/ 7950121 w 11243827"/>
              <a:gd name="connsiteY105" fmla="*/ 5590893 h 5641173"/>
              <a:gd name="connsiteX106" fmla="*/ 7727691 w 11243827"/>
              <a:gd name="connsiteY106" fmla="*/ 5621064 h 5641173"/>
              <a:gd name="connsiteX107" fmla="*/ 7685998 w 11243827"/>
              <a:gd name="connsiteY107" fmla="*/ 5615564 h 5641173"/>
              <a:gd name="connsiteX108" fmla="*/ 7649302 w 11243827"/>
              <a:gd name="connsiteY108" fmla="*/ 5626541 h 5641173"/>
              <a:gd name="connsiteX109" fmla="*/ 7634083 w 11243827"/>
              <a:gd name="connsiteY109" fmla="*/ 5620862 h 5641173"/>
              <a:gd name="connsiteX110" fmla="*/ 7631455 w 11243827"/>
              <a:gd name="connsiteY110" fmla="*/ 5619708 h 5641173"/>
              <a:gd name="connsiteX111" fmla="*/ 7620952 w 11243827"/>
              <a:gd name="connsiteY111" fmla="*/ 5618872 h 5641173"/>
              <a:gd name="connsiteX112" fmla="*/ 7617992 w 11243827"/>
              <a:gd name="connsiteY112" fmla="*/ 5613914 h 5641173"/>
              <a:gd name="connsiteX113" fmla="*/ 7602182 w 11243827"/>
              <a:gd name="connsiteY113" fmla="*/ 5609271 h 5641173"/>
              <a:gd name="connsiteX114" fmla="*/ 7582847 w 11243827"/>
              <a:gd name="connsiteY114" fmla="*/ 5609047 h 5641173"/>
              <a:gd name="connsiteX115" fmla="*/ 7514158 w 11243827"/>
              <a:gd name="connsiteY115" fmla="*/ 5607737 h 5641173"/>
              <a:gd name="connsiteX116" fmla="*/ 7502955 w 11243827"/>
              <a:gd name="connsiteY116" fmla="*/ 5610415 h 5641173"/>
              <a:gd name="connsiteX117" fmla="*/ 7466391 w 11243827"/>
              <a:gd name="connsiteY117" fmla="*/ 5605949 h 5641173"/>
              <a:gd name="connsiteX118" fmla="*/ 7433806 w 11243827"/>
              <a:gd name="connsiteY118" fmla="*/ 5604945 h 5641173"/>
              <a:gd name="connsiteX119" fmla="*/ 7412693 w 11243827"/>
              <a:gd name="connsiteY119" fmla="*/ 5607075 h 5641173"/>
              <a:gd name="connsiteX120" fmla="*/ 7407159 w 11243827"/>
              <a:gd name="connsiteY120" fmla="*/ 5605310 h 5641173"/>
              <a:gd name="connsiteX121" fmla="*/ 7385900 w 11243827"/>
              <a:gd name="connsiteY121" fmla="*/ 5604171 h 5641173"/>
              <a:gd name="connsiteX122" fmla="*/ 7375071 w 11243827"/>
              <a:gd name="connsiteY122" fmla="*/ 5606788 h 5641173"/>
              <a:gd name="connsiteX123" fmla="*/ 7364382 w 11243827"/>
              <a:gd name="connsiteY123" fmla="*/ 5600762 h 5641173"/>
              <a:gd name="connsiteX124" fmla="*/ 7361770 w 11243827"/>
              <a:gd name="connsiteY124" fmla="*/ 5596347 h 5641173"/>
              <a:gd name="connsiteX125" fmla="*/ 7346641 w 11243827"/>
              <a:gd name="connsiteY125" fmla="*/ 5598329 h 5641173"/>
              <a:gd name="connsiteX126" fmla="*/ 7334238 w 11243827"/>
              <a:gd name="connsiteY126" fmla="*/ 5594014 h 5641173"/>
              <a:gd name="connsiteX127" fmla="*/ 7323426 w 11243827"/>
              <a:gd name="connsiteY127" fmla="*/ 5596835 h 5641173"/>
              <a:gd name="connsiteX128" fmla="*/ 7318938 w 11243827"/>
              <a:gd name="connsiteY128" fmla="*/ 5596200 h 5641173"/>
              <a:gd name="connsiteX129" fmla="*/ 7307784 w 11243827"/>
              <a:gd name="connsiteY129" fmla="*/ 5594065 h 5641173"/>
              <a:gd name="connsiteX130" fmla="*/ 7288540 w 11243827"/>
              <a:gd name="connsiteY130" fmla="*/ 5589320 h 5641173"/>
              <a:gd name="connsiteX131" fmla="*/ 7282537 w 11243827"/>
              <a:gd name="connsiteY131" fmla="*/ 5588660 h 5641173"/>
              <a:gd name="connsiteX132" fmla="*/ 7269466 w 11243827"/>
              <a:gd name="connsiteY132" fmla="*/ 5581404 h 5641173"/>
              <a:gd name="connsiteX133" fmla="*/ 7244165 w 11243827"/>
              <a:gd name="connsiteY133" fmla="*/ 5575200 h 5641173"/>
              <a:gd name="connsiteX134" fmla="*/ 7199619 w 11243827"/>
              <a:gd name="connsiteY134" fmla="*/ 5553550 h 5641173"/>
              <a:gd name="connsiteX135" fmla="*/ 7173434 w 11243827"/>
              <a:gd name="connsiteY135" fmla="*/ 5543219 h 5641173"/>
              <a:gd name="connsiteX136" fmla="*/ 7155718 w 11243827"/>
              <a:gd name="connsiteY136" fmla="*/ 5533697 h 5641173"/>
              <a:gd name="connsiteX137" fmla="*/ 7103430 w 11243827"/>
              <a:gd name="connsiteY137" fmla="*/ 5520249 h 5641173"/>
              <a:gd name="connsiteX138" fmla="*/ 7013746 w 11243827"/>
              <a:gd name="connsiteY138" fmla="*/ 5502470 h 5641173"/>
              <a:gd name="connsiteX139" fmla="*/ 6995379 w 11243827"/>
              <a:gd name="connsiteY139" fmla="*/ 5497693 h 5641173"/>
              <a:gd name="connsiteX140" fmla="*/ 6982475 w 11243827"/>
              <a:gd name="connsiteY140" fmla="*/ 5489641 h 5641173"/>
              <a:gd name="connsiteX141" fmla="*/ 6981994 w 11243827"/>
              <a:gd name="connsiteY141" fmla="*/ 5484335 h 5641173"/>
              <a:gd name="connsiteX142" fmla="*/ 6972355 w 11243827"/>
              <a:gd name="connsiteY142" fmla="*/ 5481074 h 5641173"/>
              <a:gd name="connsiteX143" fmla="*/ 6970394 w 11243827"/>
              <a:gd name="connsiteY143" fmla="*/ 5479383 h 5641173"/>
              <a:gd name="connsiteX144" fmla="*/ 6958543 w 11243827"/>
              <a:gd name="connsiteY144" fmla="*/ 5470507 h 5641173"/>
              <a:gd name="connsiteX145" fmla="*/ 6918276 w 11243827"/>
              <a:gd name="connsiteY145" fmla="*/ 5472034 h 5641173"/>
              <a:gd name="connsiteX146" fmla="*/ 6881046 w 11243827"/>
              <a:gd name="connsiteY146" fmla="*/ 5457070 h 5641173"/>
              <a:gd name="connsiteX147" fmla="*/ 6752164 w 11243827"/>
              <a:gd name="connsiteY147" fmla="*/ 5425021 h 5641173"/>
              <a:gd name="connsiteX148" fmla="*/ 6724964 w 11243827"/>
              <a:gd name="connsiteY148" fmla="*/ 5414071 h 5641173"/>
              <a:gd name="connsiteX149" fmla="*/ 6683286 w 11243827"/>
              <a:gd name="connsiteY149" fmla="*/ 5432830 h 5641173"/>
              <a:gd name="connsiteX150" fmla="*/ 6644277 w 11243827"/>
              <a:gd name="connsiteY150" fmla="*/ 5429684 h 5641173"/>
              <a:gd name="connsiteX151" fmla="*/ 6532914 w 11243827"/>
              <a:gd name="connsiteY151" fmla="*/ 5431205 h 5641173"/>
              <a:gd name="connsiteX152" fmla="*/ 6307459 w 11243827"/>
              <a:gd name="connsiteY152" fmla="*/ 5467087 h 5641173"/>
              <a:gd name="connsiteX153" fmla="*/ 6196243 w 11243827"/>
              <a:gd name="connsiteY153" fmla="*/ 5515042 h 5641173"/>
              <a:gd name="connsiteX154" fmla="*/ 6099124 w 11243827"/>
              <a:gd name="connsiteY154" fmla="*/ 5516848 h 5641173"/>
              <a:gd name="connsiteX155" fmla="*/ 6016077 w 11243827"/>
              <a:gd name="connsiteY155" fmla="*/ 5528642 h 5641173"/>
              <a:gd name="connsiteX156" fmla="*/ 6004389 w 11243827"/>
              <a:gd name="connsiteY156" fmla="*/ 5531206 h 5641173"/>
              <a:gd name="connsiteX157" fmla="*/ 5933945 w 11243827"/>
              <a:gd name="connsiteY157" fmla="*/ 5538840 h 5641173"/>
              <a:gd name="connsiteX158" fmla="*/ 5883936 w 11243827"/>
              <a:gd name="connsiteY158" fmla="*/ 5553807 h 5641173"/>
              <a:gd name="connsiteX159" fmla="*/ 5798331 w 11243827"/>
              <a:gd name="connsiteY159" fmla="*/ 5564248 h 5641173"/>
              <a:gd name="connsiteX160" fmla="*/ 5712738 w 11243827"/>
              <a:gd name="connsiteY160" fmla="*/ 5573120 h 5641173"/>
              <a:gd name="connsiteX161" fmla="*/ 5681342 w 11243827"/>
              <a:gd name="connsiteY161" fmla="*/ 5575621 h 5641173"/>
              <a:gd name="connsiteX162" fmla="*/ 5627167 w 11243827"/>
              <a:gd name="connsiteY162" fmla="*/ 5583215 h 5641173"/>
              <a:gd name="connsiteX163" fmla="*/ 5591414 w 11243827"/>
              <a:gd name="connsiteY163" fmla="*/ 5587695 h 5641173"/>
              <a:gd name="connsiteX164" fmla="*/ 5583028 w 11243827"/>
              <a:gd name="connsiteY164" fmla="*/ 5580877 h 5641173"/>
              <a:gd name="connsiteX165" fmla="*/ 5549426 w 11243827"/>
              <a:gd name="connsiteY165" fmla="*/ 5582858 h 5641173"/>
              <a:gd name="connsiteX166" fmla="*/ 5519999 w 11243827"/>
              <a:gd name="connsiteY166" fmla="*/ 5592246 h 5641173"/>
              <a:gd name="connsiteX167" fmla="*/ 5480028 w 11243827"/>
              <a:gd name="connsiteY167" fmla="*/ 5597282 h 5641173"/>
              <a:gd name="connsiteX168" fmla="*/ 5456175 w 11243827"/>
              <a:gd name="connsiteY168" fmla="*/ 5600371 h 5641173"/>
              <a:gd name="connsiteX169" fmla="*/ 5388463 w 11243827"/>
              <a:gd name="connsiteY169" fmla="*/ 5602638 h 5641173"/>
              <a:gd name="connsiteX170" fmla="*/ 5265898 w 11243827"/>
              <a:gd name="connsiteY170" fmla="*/ 5591830 h 5641173"/>
              <a:gd name="connsiteX171" fmla="*/ 5231231 w 11243827"/>
              <a:gd name="connsiteY171" fmla="*/ 5592790 h 5641173"/>
              <a:gd name="connsiteX172" fmla="*/ 5226996 w 11243827"/>
              <a:gd name="connsiteY172" fmla="*/ 5595040 h 5641173"/>
              <a:gd name="connsiteX173" fmla="*/ 5175988 w 11243827"/>
              <a:gd name="connsiteY173" fmla="*/ 5588131 h 5641173"/>
              <a:gd name="connsiteX174" fmla="*/ 5107470 w 11243827"/>
              <a:gd name="connsiteY174" fmla="*/ 5594771 h 5641173"/>
              <a:gd name="connsiteX175" fmla="*/ 5027868 w 11243827"/>
              <a:gd name="connsiteY175" fmla="*/ 5605624 h 5641173"/>
              <a:gd name="connsiteX176" fmla="*/ 5007324 w 11243827"/>
              <a:gd name="connsiteY176" fmla="*/ 5609209 h 5641173"/>
              <a:gd name="connsiteX177" fmla="*/ 4952559 w 11243827"/>
              <a:gd name="connsiteY177" fmla="*/ 5611402 h 5641173"/>
              <a:gd name="connsiteX178" fmla="*/ 4826081 w 11243827"/>
              <a:gd name="connsiteY178" fmla="*/ 5616191 h 5641173"/>
              <a:gd name="connsiteX179" fmla="*/ 4823501 w 11243827"/>
              <a:gd name="connsiteY179" fmla="*/ 5619174 h 5641173"/>
              <a:gd name="connsiteX180" fmla="*/ 4813093 w 11243827"/>
              <a:gd name="connsiteY180" fmla="*/ 5620026 h 5641173"/>
              <a:gd name="connsiteX181" fmla="*/ 4810563 w 11243827"/>
              <a:gd name="connsiteY181" fmla="*/ 5620787 h 5641173"/>
              <a:gd name="connsiteX182" fmla="*/ 4795818 w 11243827"/>
              <a:gd name="connsiteY182" fmla="*/ 5624618 h 5641173"/>
              <a:gd name="connsiteX183" fmla="*/ 4758404 w 11243827"/>
              <a:gd name="connsiteY183" fmla="*/ 5619510 h 5641173"/>
              <a:gd name="connsiteX184" fmla="*/ 4717254 w 11243827"/>
              <a:gd name="connsiteY184" fmla="*/ 5624155 h 5641173"/>
              <a:gd name="connsiteX185" fmla="*/ 4591958 w 11243827"/>
              <a:gd name="connsiteY185" fmla="*/ 5624710 h 5641173"/>
              <a:gd name="connsiteX186" fmla="*/ 4476215 w 11243827"/>
              <a:gd name="connsiteY186" fmla="*/ 5628210 h 5641173"/>
              <a:gd name="connsiteX187" fmla="*/ 4425193 w 11243827"/>
              <a:gd name="connsiteY187" fmla="*/ 5627414 h 5641173"/>
              <a:gd name="connsiteX188" fmla="*/ 4383866 w 11243827"/>
              <a:gd name="connsiteY188" fmla="*/ 5626546 h 5641173"/>
              <a:gd name="connsiteX189" fmla="*/ 4385596 w 11243827"/>
              <a:gd name="connsiteY189" fmla="*/ 5634646 h 5641173"/>
              <a:gd name="connsiteX190" fmla="*/ 4360864 w 11243827"/>
              <a:gd name="connsiteY190" fmla="*/ 5641173 h 5641173"/>
              <a:gd name="connsiteX191" fmla="*/ 4328321 w 11243827"/>
              <a:gd name="connsiteY191" fmla="*/ 5626332 h 5641173"/>
              <a:gd name="connsiteX192" fmla="*/ 4309842 w 11243827"/>
              <a:gd name="connsiteY192" fmla="*/ 5626471 h 5641173"/>
              <a:gd name="connsiteX193" fmla="*/ 4277424 w 11243827"/>
              <a:gd name="connsiteY193" fmla="*/ 5631598 h 5641173"/>
              <a:gd name="connsiteX194" fmla="*/ 4266627 w 11243827"/>
              <a:gd name="connsiteY194" fmla="*/ 5633969 h 5641173"/>
              <a:gd name="connsiteX195" fmla="*/ 4185525 w 11243827"/>
              <a:gd name="connsiteY195" fmla="*/ 5617508 h 5641173"/>
              <a:gd name="connsiteX196" fmla="*/ 4177617 w 11243827"/>
              <a:gd name="connsiteY196" fmla="*/ 5610903 h 5641173"/>
              <a:gd name="connsiteX197" fmla="*/ 4136948 w 11243827"/>
              <a:gd name="connsiteY197" fmla="*/ 5608031 h 5641173"/>
              <a:gd name="connsiteX198" fmla="*/ 4132323 w 11243827"/>
              <a:gd name="connsiteY198" fmla="*/ 5609784 h 5641173"/>
              <a:gd name="connsiteX199" fmla="*/ 4098620 w 11243827"/>
              <a:gd name="connsiteY199" fmla="*/ 5599672 h 5641173"/>
              <a:gd name="connsiteX200" fmla="*/ 3963475 w 11243827"/>
              <a:gd name="connsiteY200" fmla="*/ 5581841 h 5641173"/>
              <a:gd name="connsiteX201" fmla="*/ 3703613 w 11243827"/>
              <a:gd name="connsiteY201" fmla="*/ 5572482 h 5641173"/>
              <a:gd name="connsiteX202" fmla="*/ 3432987 w 11243827"/>
              <a:gd name="connsiteY202" fmla="*/ 5545768 h 5641173"/>
              <a:gd name="connsiteX203" fmla="*/ 3176381 w 11243827"/>
              <a:gd name="connsiteY203" fmla="*/ 5556110 h 5641173"/>
              <a:gd name="connsiteX204" fmla="*/ 2710156 w 11243827"/>
              <a:gd name="connsiteY204" fmla="*/ 5527517 h 5641173"/>
              <a:gd name="connsiteX205" fmla="*/ 2550206 w 11243827"/>
              <a:gd name="connsiteY205" fmla="*/ 5524958 h 5641173"/>
              <a:gd name="connsiteX206" fmla="*/ 2443041 w 11243827"/>
              <a:gd name="connsiteY206" fmla="*/ 5523990 h 5641173"/>
              <a:gd name="connsiteX207" fmla="*/ 2435613 w 11243827"/>
              <a:gd name="connsiteY207" fmla="*/ 5526704 h 5641173"/>
              <a:gd name="connsiteX208" fmla="*/ 2405682 w 11243827"/>
              <a:gd name="connsiteY208" fmla="*/ 5528307 h 5641173"/>
              <a:gd name="connsiteX209" fmla="*/ 2397487 w 11243827"/>
              <a:gd name="connsiteY209" fmla="*/ 5540337 h 5641173"/>
              <a:gd name="connsiteX210" fmla="*/ 2297454 w 11243827"/>
              <a:gd name="connsiteY210" fmla="*/ 5550765 h 5641173"/>
              <a:gd name="connsiteX211" fmla="*/ 2056700 w 11243827"/>
              <a:gd name="connsiteY211" fmla="*/ 5555489 h 5641173"/>
              <a:gd name="connsiteX212" fmla="*/ 1878530 w 11243827"/>
              <a:gd name="connsiteY212" fmla="*/ 5535330 h 5641173"/>
              <a:gd name="connsiteX213" fmla="*/ 1859292 w 11243827"/>
              <a:gd name="connsiteY213" fmla="*/ 5535461 h 5641173"/>
              <a:gd name="connsiteX214" fmla="*/ 1835626 w 11243827"/>
              <a:gd name="connsiteY214" fmla="*/ 5533793 h 5641173"/>
              <a:gd name="connsiteX215" fmla="*/ 1798939 w 11243827"/>
              <a:gd name="connsiteY215" fmla="*/ 5540285 h 5641173"/>
              <a:gd name="connsiteX216" fmla="*/ 1779046 w 11243827"/>
              <a:gd name="connsiteY216" fmla="*/ 5549949 h 5641173"/>
              <a:gd name="connsiteX217" fmla="*/ 1772421 w 11243827"/>
              <a:gd name="connsiteY217" fmla="*/ 5549018 h 5641173"/>
              <a:gd name="connsiteX218" fmla="*/ 1772052 w 11243827"/>
              <a:gd name="connsiteY218" fmla="*/ 5545689 h 5641173"/>
              <a:gd name="connsiteX219" fmla="*/ 1711543 w 11243827"/>
              <a:gd name="connsiteY219" fmla="*/ 5534558 h 5641173"/>
              <a:gd name="connsiteX220" fmla="*/ 1631462 w 11243827"/>
              <a:gd name="connsiteY220" fmla="*/ 5491807 h 5641173"/>
              <a:gd name="connsiteX221" fmla="*/ 1538763 w 11243827"/>
              <a:gd name="connsiteY221" fmla="*/ 5482781 h 5641173"/>
              <a:gd name="connsiteX222" fmla="*/ 1501533 w 11243827"/>
              <a:gd name="connsiteY222" fmla="*/ 5467817 h 5641173"/>
              <a:gd name="connsiteX223" fmla="*/ 1461266 w 11243827"/>
              <a:gd name="connsiteY223" fmla="*/ 5469343 h 5641173"/>
              <a:gd name="connsiteX224" fmla="*/ 1449415 w 11243827"/>
              <a:gd name="connsiteY224" fmla="*/ 5460467 h 5641173"/>
              <a:gd name="connsiteX225" fmla="*/ 1447454 w 11243827"/>
              <a:gd name="connsiteY225" fmla="*/ 5458776 h 5641173"/>
              <a:gd name="connsiteX226" fmla="*/ 1437814 w 11243827"/>
              <a:gd name="connsiteY226" fmla="*/ 5455515 h 5641173"/>
              <a:gd name="connsiteX227" fmla="*/ 1437334 w 11243827"/>
              <a:gd name="connsiteY227" fmla="*/ 5450209 h 5641173"/>
              <a:gd name="connsiteX228" fmla="*/ 1424429 w 11243827"/>
              <a:gd name="connsiteY228" fmla="*/ 5442157 h 5641173"/>
              <a:gd name="connsiteX229" fmla="*/ 1406063 w 11243827"/>
              <a:gd name="connsiteY229" fmla="*/ 5437380 h 5641173"/>
              <a:gd name="connsiteX230" fmla="*/ 1316379 w 11243827"/>
              <a:gd name="connsiteY230" fmla="*/ 5419601 h 5641173"/>
              <a:gd name="connsiteX231" fmla="*/ 1264090 w 11243827"/>
              <a:gd name="connsiteY231" fmla="*/ 5406153 h 5641173"/>
              <a:gd name="connsiteX232" fmla="*/ 1246374 w 11243827"/>
              <a:gd name="connsiteY232" fmla="*/ 5396631 h 5641173"/>
              <a:gd name="connsiteX233" fmla="*/ 1220190 w 11243827"/>
              <a:gd name="connsiteY233" fmla="*/ 5386301 h 5641173"/>
              <a:gd name="connsiteX234" fmla="*/ 1175643 w 11243827"/>
              <a:gd name="connsiteY234" fmla="*/ 5364651 h 5641173"/>
              <a:gd name="connsiteX235" fmla="*/ 1150342 w 11243827"/>
              <a:gd name="connsiteY235" fmla="*/ 5358447 h 5641173"/>
              <a:gd name="connsiteX236" fmla="*/ 1112024 w 11243827"/>
              <a:gd name="connsiteY236" fmla="*/ 5345786 h 5641173"/>
              <a:gd name="connsiteX237" fmla="*/ 1100870 w 11243827"/>
              <a:gd name="connsiteY237" fmla="*/ 5343651 h 5641173"/>
              <a:gd name="connsiteX238" fmla="*/ 1096383 w 11243827"/>
              <a:gd name="connsiteY238" fmla="*/ 5343015 h 5641173"/>
              <a:gd name="connsiteX239" fmla="*/ 1058039 w 11243827"/>
              <a:gd name="connsiteY239" fmla="*/ 5343504 h 5641173"/>
              <a:gd name="connsiteX240" fmla="*/ 1055426 w 11243827"/>
              <a:gd name="connsiteY240" fmla="*/ 5339088 h 5641173"/>
              <a:gd name="connsiteX241" fmla="*/ 1044738 w 11243827"/>
              <a:gd name="connsiteY241" fmla="*/ 5333063 h 5641173"/>
              <a:gd name="connsiteX242" fmla="*/ 1033909 w 11243827"/>
              <a:gd name="connsiteY242" fmla="*/ 5335680 h 5641173"/>
              <a:gd name="connsiteX243" fmla="*/ 1012649 w 11243827"/>
              <a:gd name="connsiteY243" fmla="*/ 5334541 h 5641173"/>
              <a:gd name="connsiteX244" fmla="*/ 1007115 w 11243827"/>
              <a:gd name="connsiteY244" fmla="*/ 5332775 h 5641173"/>
              <a:gd name="connsiteX245" fmla="*/ 987447 w 11243827"/>
              <a:gd name="connsiteY245" fmla="*/ 5346462 h 5641173"/>
              <a:gd name="connsiteX246" fmla="*/ 953418 w 11243827"/>
              <a:gd name="connsiteY246" fmla="*/ 5333901 h 5641173"/>
              <a:gd name="connsiteX247" fmla="*/ 916854 w 11243827"/>
              <a:gd name="connsiteY247" fmla="*/ 5329435 h 5641173"/>
              <a:gd name="connsiteX248" fmla="*/ 905651 w 11243827"/>
              <a:gd name="connsiteY248" fmla="*/ 5332114 h 5641173"/>
              <a:gd name="connsiteX249" fmla="*/ 838405 w 11243827"/>
              <a:gd name="connsiteY249" fmla="*/ 5339470 h 5641173"/>
              <a:gd name="connsiteX250" fmla="*/ 817627 w 11243827"/>
              <a:gd name="connsiteY250" fmla="*/ 5330580 h 5641173"/>
              <a:gd name="connsiteX251" fmla="*/ 801817 w 11243827"/>
              <a:gd name="connsiteY251" fmla="*/ 5325937 h 5641173"/>
              <a:gd name="connsiteX252" fmla="*/ 798857 w 11243827"/>
              <a:gd name="connsiteY252" fmla="*/ 5320979 h 5641173"/>
              <a:gd name="connsiteX253" fmla="*/ 788354 w 11243827"/>
              <a:gd name="connsiteY253" fmla="*/ 5320143 h 5641173"/>
              <a:gd name="connsiteX254" fmla="*/ 785726 w 11243827"/>
              <a:gd name="connsiteY254" fmla="*/ 5318989 h 5641173"/>
              <a:gd name="connsiteX255" fmla="*/ 770507 w 11243827"/>
              <a:gd name="connsiteY255" fmla="*/ 5313309 h 5641173"/>
              <a:gd name="connsiteX256" fmla="*/ 733810 w 11243827"/>
              <a:gd name="connsiteY256" fmla="*/ 5324286 h 5641173"/>
              <a:gd name="connsiteX257" fmla="*/ 692117 w 11243827"/>
              <a:gd name="connsiteY257" fmla="*/ 5318786 h 5641173"/>
              <a:gd name="connsiteX258" fmla="*/ 574943 w 11243827"/>
              <a:gd name="connsiteY258" fmla="*/ 5327578 h 5641173"/>
              <a:gd name="connsiteX259" fmla="*/ 441302 w 11243827"/>
              <a:gd name="connsiteY259" fmla="*/ 5307062 h 5641173"/>
              <a:gd name="connsiteX260" fmla="*/ 336819 w 11243827"/>
              <a:gd name="connsiteY260" fmla="*/ 5336690 h 5641173"/>
              <a:gd name="connsiteX261" fmla="*/ 270932 w 11243827"/>
              <a:gd name="connsiteY261" fmla="*/ 5345451 h 5641173"/>
              <a:gd name="connsiteX262" fmla="*/ 194189 w 11243827"/>
              <a:gd name="connsiteY262" fmla="*/ 5343588 h 5641173"/>
              <a:gd name="connsiteX263" fmla="*/ 192552 w 11243827"/>
              <a:gd name="connsiteY263" fmla="*/ 5342845 h 5641173"/>
              <a:gd name="connsiteX264" fmla="*/ 178320 w 11243827"/>
              <a:gd name="connsiteY264" fmla="*/ 5343766 h 5641173"/>
              <a:gd name="connsiteX265" fmla="*/ 175596 w 11243827"/>
              <a:gd name="connsiteY265" fmla="*/ 5346411 h 5641173"/>
              <a:gd name="connsiteX266" fmla="*/ 147287 w 11243827"/>
              <a:gd name="connsiteY266" fmla="*/ 5352625 h 5641173"/>
              <a:gd name="connsiteX267" fmla="*/ 114847 w 11243827"/>
              <a:gd name="connsiteY267" fmla="*/ 5355844 h 5641173"/>
              <a:gd name="connsiteX268" fmla="*/ 114306 w 11243827"/>
              <a:gd name="connsiteY268" fmla="*/ 5354983 h 5641173"/>
              <a:gd name="connsiteX269" fmla="*/ 89264 w 11243827"/>
              <a:gd name="connsiteY269" fmla="*/ 5348886 h 5641173"/>
              <a:gd name="connsiteX270" fmla="*/ 49794 w 11243827"/>
              <a:gd name="connsiteY270" fmla="*/ 5329950 h 5641173"/>
              <a:gd name="connsiteX271" fmla="*/ 19924 w 11243827"/>
              <a:gd name="connsiteY271" fmla="*/ 5334282 h 5641173"/>
              <a:gd name="connsiteX272" fmla="*/ 13819 w 11243827"/>
              <a:gd name="connsiteY272" fmla="*/ 5334653 h 5641173"/>
              <a:gd name="connsiteX273" fmla="*/ 13657 w 11243827"/>
              <a:gd name="connsiteY273" fmla="*/ 5334455 h 5641173"/>
              <a:gd name="connsiteX274" fmla="*/ 7139 w 11243827"/>
              <a:gd name="connsiteY274" fmla="*/ 5334438 h 5641173"/>
              <a:gd name="connsiteX275" fmla="*/ 2684 w 11243827"/>
              <a:gd name="connsiteY275" fmla="*/ 5335333 h 5641173"/>
              <a:gd name="connsiteX276" fmla="*/ 0 w 11243827"/>
              <a:gd name="connsiteY276" fmla="*/ 5335496 h 5641173"/>
              <a:gd name="connsiteX277" fmla="*/ 0 w 11243827"/>
              <a:gd name="connsiteY277" fmla="*/ 10592 h 5641173"/>
              <a:gd name="connsiteX278" fmla="*/ 11243827 w 11243827"/>
              <a:gd name="connsiteY278" fmla="*/ 0 h 5641173"/>
              <a:gd name="connsiteX0" fmla="*/ 11243827 w 11243827"/>
              <a:gd name="connsiteY0" fmla="*/ 0 h 5641173"/>
              <a:gd name="connsiteX1" fmla="*/ 11243827 w 11243827"/>
              <a:gd name="connsiteY1" fmla="*/ 5209610 h 5641173"/>
              <a:gd name="connsiteX2" fmla="*/ 11240675 w 11243827"/>
              <a:gd name="connsiteY2" fmla="*/ 5210442 h 5641173"/>
              <a:gd name="connsiteX3" fmla="*/ 11179959 w 11243827"/>
              <a:gd name="connsiteY3" fmla="*/ 5221199 h 5641173"/>
              <a:gd name="connsiteX4" fmla="*/ 11105493 w 11243827"/>
              <a:gd name="connsiteY4" fmla="*/ 5259905 h 5641173"/>
              <a:gd name="connsiteX5" fmla="*/ 11078640 w 11243827"/>
              <a:gd name="connsiteY5" fmla="*/ 5263531 h 5641173"/>
              <a:gd name="connsiteX6" fmla="*/ 11079616 w 11243827"/>
              <a:gd name="connsiteY6" fmla="*/ 5270380 h 5641173"/>
              <a:gd name="connsiteX7" fmla="*/ 11069641 w 11243827"/>
              <a:gd name="connsiteY7" fmla="*/ 5270884 h 5641173"/>
              <a:gd name="connsiteX8" fmla="*/ 11047377 w 11243827"/>
              <a:gd name="connsiteY8" fmla="*/ 5271051 h 5641173"/>
              <a:gd name="connsiteX9" fmla="*/ 10980705 w 11243827"/>
              <a:gd name="connsiteY9" fmla="*/ 5272951 h 5641173"/>
              <a:gd name="connsiteX10" fmla="*/ 10962514 w 11243827"/>
              <a:gd name="connsiteY10" fmla="*/ 5286084 h 5641173"/>
              <a:gd name="connsiteX11" fmla="*/ 10945307 w 11243827"/>
              <a:gd name="connsiteY11" fmla="*/ 5286290 h 5641173"/>
              <a:gd name="connsiteX12" fmla="*/ 10845516 w 11243827"/>
              <a:gd name="connsiteY12" fmla="*/ 5303894 h 5641173"/>
              <a:gd name="connsiteX13" fmla="*/ 10831795 w 11243827"/>
              <a:gd name="connsiteY13" fmla="*/ 5305210 h 5641173"/>
              <a:gd name="connsiteX14" fmla="*/ 10824365 w 11243827"/>
              <a:gd name="connsiteY14" fmla="*/ 5311111 h 5641173"/>
              <a:gd name="connsiteX15" fmla="*/ 10797756 w 11243827"/>
              <a:gd name="connsiteY15" fmla="*/ 5312285 h 5641173"/>
              <a:gd name="connsiteX16" fmla="*/ 10796525 w 11243827"/>
              <a:gd name="connsiteY16" fmla="*/ 5315645 h 5641173"/>
              <a:gd name="connsiteX17" fmla="*/ 10709063 w 11243827"/>
              <a:gd name="connsiteY17" fmla="*/ 5344492 h 5641173"/>
              <a:gd name="connsiteX18" fmla="*/ 10694078 w 11243827"/>
              <a:gd name="connsiteY18" fmla="*/ 5349258 h 5641173"/>
              <a:gd name="connsiteX19" fmla="*/ 10681131 w 11243827"/>
              <a:gd name="connsiteY19" fmla="*/ 5347812 h 5641173"/>
              <a:gd name="connsiteX20" fmla="*/ 10609448 w 11243827"/>
              <a:gd name="connsiteY20" fmla="*/ 5351931 h 5641173"/>
              <a:gd name="connsiteX21" fmla="*/ 10592397 w 11243827"/>
              <a:gd name="connsiteY21" fmla="*/ 5349402 h 5641173"/>
              <a:gd name="connsiteX22" fmla="*/ 10585227 w 11243827"/>
              <a:gd name="connsiteY22" fmla="*/ 5344063 h 5641173"/>
              <a:gd name="connsiteX23" fmla="*/ 10557472 w 11243827"/>
              <a:gd name="connsiteY23" fmla="*/ 5354151 h 5641173"/>
              <a:gd name="connsiteX24" fmla="*/ 10514646 w 11243827"/>
              <a:gd name="connsiteY24" fmla="*/ 5361064 h 5641173"/>
              <a:gd name="connsiteX25" fmla="*/ 10494292 w 11243827"/>
              <a:gd name="connsiteY25" fmla="*/ 5366054 h 5641173"/>
              <a:gd name="connsiteX26" fmla="*/ 10477869 w 11243827"/>
              <a:gd name="connsiteY26" fmla="*/ 5363025 h 5641173"/>
              <a:gd name="connsiteX27" fmla="*/ 10384411 w 11243827"/>
              <a:gd name="connsiteY27" fmla="*/ 5362257 h 5641173"/>
              <a:gd name="connsiteX28" fmla="*/ 10362921 w 11243827"/>
              <a:gd name="connsiteY28" fmla="*/ 5357444 h 5641173"/>
              <a:gd name="connsiteX29" fmla="*/ 10352736 w 11243827"/>
              <a:gd name="connsiteY29" fmla="*/ 5347851 h 5641173"/>
              <a:gd name="connsiteX30" fmla="*/ 10344754 w 11243827"/>
              <a:gd name="connsiteY30" fmla="*/ 5351272 h 5641173"/>
              <a:gd name="connsiteX31" fmla="*/ 10288226 w 11243827"/>
              <a:gd name="connsiteY31" fmla="*/ 5351613 h 5641173"/>
              <a:gd name="connsiteX32" fmla="*/ 10251350 w 11243827"/>
              <a:gd name="connsiteY32" fmla="*/ 5352711 h 5641173"/>
              <a:gd name="connsiteX33" fmla="*/ 10249108 w 11243827"/>
              <a:gd name="connsiteY33" fmla="*/ 5365881 h 5641173"/>
              <a:gd name="connsiteX34" fmla="*/ 10216272 w 11243827"/>
              <a:gd name="connsiteY34" fmla="*/ 5370573 h 5641173"/>
              <a:gd name="connsiteX35" fmla="*/ 10181278 w 11243827"/>
              <a:gd name="connsiteY35" fmla="*/ 5362119 h 5641173"/>
              <a:gd name="connsiteX36" fmla="*/ 10140033 w 11243827"/>
              <a:gd name="connsiteY36" fmla="*/ 5363304 h 5641173"/>
              <a:gd name="connsiteX37" fmla="*/ 10115353 w 11243827"/>
              <a:gd name="connsiteY37" fmla="*/ 5363869 h 5641173"/>
              <a:gd name="connsiteX38" fmla="*/ 10050578 w 11243827"/>
              <a:gd name="connsiteY38" fmla="*/ 5376153 h 5641173"/>
              <a:gd name="connsiteX39" fmla="*/ 9945478 w 11243827"/>
              <a:gd name="connsiteY39" fmla="*/ 5422859 h 5641173"/>
              <a:gd name="connsiteX40" fmla="*/ 9912481 w 11243827"/>
              <a:gd name="connsiteY40" fmla="*/ 5429477 h 5641173"/>
              <a:gd name="connsiteX41" fmla="*/ 9906713 w 11243827"/>
              <a:gd name="connsiteY41" fmla="*/ 5426784 h 5641173"/>
              <a:gd name="connsiteX42" fmla="*/ 9742436 w 11243827"/>
              <a:gd name="connsiteY42" fmla="*/ 5454834 h 5641173"/>
              <a:gd name="connsiteX43" fmla="*/ 9713044 w 11243827"/>
              <a:gd name="connsiteY43" fmla="*/ 5456476 h 5641173"/>
              <a:gd name="connsiteX44" fmla="*/ 9691033 w 11243827"/>
              <a:gd name="connsiteY44" fmla="*/ 5455451 h 5641173"/>
              <a:gd name="connsiteX45" fmla="*/ 9638355 w 11243827"/>
              <a:gd name="connsiteY45" fmla="*/ 5464794 h 5641173"/>
              <a:gd name="connsiteX46" fmla="*/ 9552434 w 11243827"/>
              <a:gd name="connsiteY46" fmla="*/ 5485280 h 5641173"/>
              <a:gd name="connsiteX47" fmla="*/ 9533883 w 11243827"/>
              <a:gd name="connsiteY47" fmla="*/ 5488516 h 5641173"/>
              <a:gd name="connsiteX48" fmla="*/ 9516916 w 11243827"/>
              <a:gd name="connsiteY48" fmla="*/ 5486828 h 5641173"/>
              <a:gd name="connsiteX49" fmla="*/ 9512093 w 11243827"/>
              <a:gd name="connsiteY49" fmla="*/ 5482541 h 5641173"/>
              <a:gd name="connsiteX50" fmla="*/ 9501725 w 11243827"/>
              <a:gd name="connsiteY50" fmla="*/ 5483603 h 5641173"/>
              <a:gd name="connsiteX51" fmla="*/ 9498754 w 11243827"/>
              <a:gd name="connsiteY51" fmla="*/ 5482951 h 5641173"/>
              <a:gd name="connsiteX52" fmla="*/ 9481932 w 11243827"/>
              <a:gd name="connsiteY52" fmla="*/ 5480151 h 5641173"/>
              <a:gd name="connsiteX53" fmla="*/ 9451321 w 11243827"/>
              <a:gd name="connsiteY53" fmla="*/ 5497375 h 5641173"/>
              <a:gd name="connsiteX54" fmla="*/ 9409298 w 11243827"/>
              <a:gd name="connsiteY54" fmla="*/ 5499478 h 5641173"/>
              <a:gd name="connsiteX55" fmla="*/ 9303056 w 11243827"/>
              <a:gd name="connsiteY55" fmla="*/ 5519093 h 5641173"/>
              <a:gd name="connsiteX56" fmla="*/ 9229078 w 11243827"/>
              <a:gd name="connsiteY56" fmla="*/ 5524154 h 5641173"/>
              <a:gd name="connsiteX57" fmla="*/ 9165105 w 11243827"/>
              <a:gd name="connsiteY57" fmla="*/ 5532892 h 5641173"/>
              <a:gd name="connsiteX58" fmla="*/ 9077301 w 11243827"/>
              <a:gd name="connsiteY58" fmla="*/ 5580356 h 5641173"/>
              <a:gd name="connsiteX59" fmla="*/ 8960065 w 11243827"/>
              <a:gd name="connsiteY59" fmla="*/ 5597982 h 5641173"/>
              <a:gd name="connsiteX60" fmla="*/ 8953536 w 11243827"/>
              <a:gd name="connsiteY60" fmla="*/ 5606638 h 5641173"/>
              <a:gd name="connsiteX61" fmla="*/ 8943907 w 11243827"/>
              <a:gd name="connsiteY61" fmla="*/ 5612541 h 5641173"/>
              <a:gd name="connsiteX62" fmla="*/ 8942046 w 11243827"/>
              <a:gd name="connsiteY62" fmla="*/ 5612112 h 5641173"/>
              <a:gd name="connsiteX63" fmla="*/ 8928824 w 11243827"/>
              <a:gd name="connsiteY63" fmla="*/ 5615549 h 5641173"/>
              <a:gd name="connsiteX64" fmla="*/ 8927294 w 11243827"/>
              <a:gd name="connsiteY64" fmla="*/ 5618607 h 5641173"/>
              <a:gd name="connsiteX65" fmla="*/ 8918651 w 11243827"/>
              <a:gd name="connsiteY65" fmla="*/ 5621688 h 5641173"/>
              <a:gd name="connsiteX66" fmla="*/ 8902772 w 11243827"/>
              <a:gd name="connsiteY66" fmla="*/ 5629703 h 5641173"/>
              <a:gd name="connsiteX67" fmla="*/ 8898724 w 11243827"/>
              <a:gd name="connsiteY67" fmla="*/ 5629379 h 5641173"/>
              <a:gd name="connsiteX68" fmla="*/ 8873099 w 11243827"/>
              <a:gd name="connsiteY68" fmla="*/ 5638628 h 5641173"/>
              <a:gd name="connsiteX69" fmla="*/ 8872234 w 11243827"/>
              <a:gd name="connsiteY69" fmla="*/ 5637889 h 5641173"/>
              <a:gd name="connsiteX70" fmla="*/ 8862777 w 11243827"/>
              <a:gd name="connsiteY70" fmla="*/ 5636711 h 5641173"/>
              <a:gd name="connsiteX71" fmla="*/ 8845869 w 11243827"/>
              <a:gd name="connsiteY71" fmla="*/ 5636436 h 5641173"/>
              <a:gd name="connsiteX72" fmla="*/ 8800548 w 11243827"/>
              <a:gd name="connsiteY72" fmla="*/ 5625084 h 5641173"/>
              <a:gd name="connsiteX73" fmla="*/ 8773774 w 11243827"/>
              <a:gd name="connsiteY73" fmla="*/ 5634630 h 5641173"/>
              <a:gd name="connsiteX74" fmla="*/ 8698255 w 11243827"/>
              <a:gd name="connsiteY74" fmla="*/ 5636083 h 5641173"/>
              <a:gd name="connsiteX75" fmla="*/ 8619167 w 11243827"/>
              <a:gd name="connsiteY75" fmla="*/ 5619130 h 5641173"/>
              <a:gd name="connsiteX76" fmla="*/ 8539822 w 11243827"/>
              <a:gd name="connsiteY76" fmla="*/ 5616905 h 5641173"/>
              <a:gd name="connsiteX77" fmla="*/ 8511094 w 11243827"/>
              <a:gd name="connsiteY77" fmla="*/ 5617360 h 5641173"/>
              <a:gd name="connsiteX78" fmla="*/ 8459886 w 11243827"/>
              <a:gd name="connsiteY78" fmla="*/ 5612612 h 5641173"/>
              <a:gd name="connsiteX79" fmla="*/ 8436432 w 11243827"/>
              <a:gd name="connsiteY79" fmla="*/ 5606990 h 5641173"/>
              <a:gd name="connsiteX80" fmla="*/ 8435403 w 11243827"/>
              <a:gd name="connsiteY80" fmla="*/ 5607336 h 5641173"/>
              <a:gd name="connsiteX81" fmla="*/ 8433307 w 11243827"/>
              <a:gd name="connsiteY81" fmla="*/ 5604917 h 5641173"/>
              <a:gd name="connsiteX82" fmla="*/ 8428968 w 11243827"/>
              <a:gd name="connsiteY82" fmla="*/ 5603796 h 5641173"/>
              <a:gd name="connsiteX83" fmla="*/ 8417124 w 11243827"/>
              <a:gd name="connsiteY83" fmla="*/ 5604518 h 5641173"/>
              <a:gd name="connsiteX84" fmla="*/ 8412669 w 11243827"/>
              <a:gd name="connsiteY84" fmla="*/ 5605413 h 5641173"/>
              <a:gd name="connsiteX85" fmla="*/ 8406152 w 11243827"/>
              <a:gd name="connsiteY85" fmla="*/ 5605396 h 5641173"/>
              <a:gd name="connsiteX86" fmla="*/ 8405989 w 11243827"/>
              <a:gd name="connsiteY86" fmla="*/ 5605197 h 5641173"/>
              <a:gd name="connsiteX87" fmla="*/ 8399884 w 11243827"/>
              <a:gd name="connsiteY87" fmla="*/ 5605568 h 5641173"/>
              <a:gd name="connsiteX88" fmla="*/ 8370014 w 11243827"/>
              <a:gd name="connsiteY88" fmla="*/ 5609900 h 5641173"/>
              <a:gd name="connsiteX89" fmla="*/ 8330544 w 11243827"/>
              <a:gd name="connsiteY89" fmla="*/ 5590964 h 5641173"/>
              <a:gd name="connsiteX90" fmla="*/ 8314221 w 11243827"/>
              <a:gd name="connsiteY90" fmla="*/ 5587682 h 5641173"/>
              <a:gd name="connsiteX91" fmla="*/ 8305502 w 11243827"/>
              <a:gd name="connsiteY91" fmla="*/ 5584868 h 5641173"/>
              <a:gd name="connsiteX92" fmla="*/ 8304962 w 11243827"/>
              <a:gd name="connsiteY92" fmla="*/ 5584007 h 5641173"/>
              <a:gd name="connsiteX93" fmla="*/ 8276324 w 11243827"/>
              <a:gd name="connsiteY93" fmla="*/ 5588260 h 5641173"/>
              <a:gd name="connsiteX94" fmla="*/ 8272522 w 11243827"/>
              <a:gd name="connsiteY94" fmla="*/ 5587226 h 5641173"/>
              <a:gd name="connsiteX95" fmla="*/ 8253857 w 11243827"/>
              <a:gd name="connsiteY95" fmla="*/ 5592043 h 5641173"/>
              <a:gd name="connsiteX96" fmla="*/ 8244212 w 11243827"/>
              <a:gd name="connsiteY96" fmla="*/ 5593439 h 5641173"/>
              <a:gd name="connsiteX97" fmla="*/ 8241488 w 11243827"/>
              <a:gd name="connsiteY97" fmla="*/ 5596085 h 5641173"/>
              <a:gd name="connsiteX98" fmla="*/ 8227256 w 11243827"/>
              <a:gd name="connsiteY98" fmla="*/ 5597005 h 5641173"/>
              <a:gd name="connsiteX99" fmla="*/ 8225619 w 11243827"/>
              <a:gd name="connsiteY99" fmla="*/ 5596262 h 5641173"/>
              <a:gd name="connsiteX100" fmla="*/ 8213882 w 11243827"/>
              <a:gd name="connsiteY100" fmla="*/ 5600179 h 5641173"/>
              <a:gd name="connsiteX101" fmla="*/ 8204045 w 11243827"/>
              <a:gd name="connsiteY101" fmla="*/ 5607275 h 5641173"/>
              <a:gd name="connsiteX102" fmla="*/ 8082989 w 11243827"/>
              <a:gd name="connsiteY102" fmla="*/ 5603160 h 5641173"/>
              <a:gd name="connsiteX103" fmla="*/ 7976942 w 11243827"/>
              <a:gd name="connsiteY103" fmla="*/ 5598455 h 5641173"/>
              <a:gd name="connsiteX104" fmla="*/ 7950121 w 11243827"/>
              <a:gd name="connsiteY104" fmla="*/ 5590893 h 5641173"/>
              <a:gd name="connsiteX105" fmla="*/ 7727691 w 11243827"/>
              <a:gd name="connsiteY105" fmla="*/ 5621064 h 5641173"/>
              <a:gd name="connsiteX106" fmla="*/ 7685998 w 11243827"/>
              <a:gd name="connsiteY106" fmla="*/ 5615564 h 5641173"/>
              <a:gd name="connsiteX107" fmla="*/ 7649302 w 11243827"/>
              <a:gd name="connsiteY107" fmla="*/ 5626541 h 5641173"/>
              <a:gd name="connsiteX108" fmla="*/ 7634083 w 11243827"/>
              <a:gd name="connsiteY108" fmla="*/ 5620862 h 5641173"/>
              <a:gd name="connsiteX109" fmla="*/ 7631455 w 11243827"/>
              <a:gd name="connsiteY109" fmla="*/ 5619708 h 5641173"/>
              <a:gd name="connsiteX110" fmla="*/ 7620952 w 11243827"/>
              <a:gd name="connsiteY110" fmla="*/ 5618872 h 5641173"/>
              <a:gd name="connsiteX111" fmla="*/ 7617992 w 11243827"/>
              <a:gd name="connsiteY111" fmla="*/ 5613914 h 5641173"/>
              <a:gd name="connsiteX112" fmla="*/ 7602182 w 11243827"/>
              <a:gd name="connsiteY112" fmla="*/ 5609271 h 5641173"/>
              <a:gd name="connsiteX113" fmla="*/ 7582847 w 11243827"/>
              <a:gd name="connsiteY113" fmla="*/ 5609047 h 5641173"/>
              <a:gd name="connsiteX114" fmla="*/ 7514158 w 11243827"/>
              <a:gd name="connsiteY114" fmla="*/ 5607737 h 5641173"/>
              <a:gd name="connsiteX115" fmla="*/ 7502955 w 11243827"/>
              <a:gd name="connsiteY115" fmla="*/ 5610415 h 5641173"/>
              <a:gd name="connsiteX116" fmla="*/ 7466391 w 11243827"/>
              <a:gd name="connsiteY116" fmla="*/ 5605949 h 5641173"/>
              <a:gd name="connsiteX117" fmla="*/ 7433806 w 11243827"/>
              <a:gd name="connsiteY117" fmla="*/ 5604945 h 5641173"/>
              <a:gd name="connsiteX118" fmla="*/ 7412693 w 11243827"/>
              <a:gd name="connsiteY118" fmla="*/ 5607075 h 5641173"/>
              <a:gd name="connsiteX119" fmla="*/ 7407159 w 11243827"/>
              <a:gd name="connsiteY119" fmla="*/ 5605310 h 5641173"/>
              <a:gd name="connsiteX120" fmla="*/ 7385900 w 11243827"/>
              <a:gd name="connsiteY120" fmla="*/ 5604171 h 5641173"/>
              <a:gd name="connsiteX121" fmla="*/ 7375071 w 11243827"/>
              <a:gd name="connsiteY121" fmla="*/ 5606788 h 5641173"/>
              <a:gd name="connsiteX122" fmla="*/ 7364382 w 11243827"/>
              <a:gd name="connsiteY122" fmla="*/ 5600762 h 5641173"/>
              <a:gd name="connsiteX123" fmla="*/ 7361770 w 11243827"/>
              <a:gd name="connsiteY123" fmla="*/ 5596347 h 5641173"/>
              <a:gd name="connsiteX124" fmla="*/ 7346641 w 11243827"/>
              <a:gd name="connsiteY124" fmla="*/ 5598329 h 5641173"/>
              <a:gd name="connsiteX125" fmla="*/ 7334238 w 11243827"/>
              <a:gd name="connsiteY125" fmla="*/ 5594014 h 5641173"/>
              <a:gd name="connsiteX126" fmla="*/ 7323426 w 11243827"/>
              <a:gd name="connsiteY126" fmla="*/ 5596835 h 5641173"/>
              <a:gd name="connsiteX127" fmla="*/ 7318938 w 11243827"/>
              <a:gd name="connsiteY127" fmla="*/ 5596200 h 5641173"/>
              <a:gd name="connsiteX128" fmla="*/ 7307784 w 11243827"/>
              <a:gd name="connsiteY128" fmla="*/ 5594065 h 5641173"/>
              <a:gd name="connsiteX129" fmla="*/ 7288540 w 11243827"/>
              <a:gd name="connsiteY129" fmla="*/ 5589320 h 5641173"/>
              <a:gd name="connsiteX130" fmla="*/ 7282537 w 11243827"/>
              <a:gd name="connsiteY130" fmla="*/ 5588660 h 5641173"/>
              <a:gd name="connsiteX131" fmla="*/ 7269466 w 11243827"/>
              <a:gd name="connsiteY131" fmla="*/ 5581404 h 5641173"/>
              <a:gd name="connsiteX132" fmla="*/ 7244165 w 11243827"/>
              <a:gd name="connsiteY132" fmla="*/ 5575200 h 5641173"/>
              <a:gd name="connsiteX133" fmla="*/ 7199619 w 11243827"/>
              <a:gd name="connsiteY133" fmla="*/ 5553550 h 5641173"/>
              <a:gd name="connsiteX134" fmla="*/ 7173434 w 11243827"/>
              <a:gd name="connsiteY134" fmla="*/ 5543219 h 5641173"/>
              <a:gd name="connsiteX135" fmla="*/ 7155718 w 11243827"/>
              <a:gd name="connsiteY135" fmla="*/ 5533697 h 5641173"/>
              <a:gd name="connsiteX136" fmla="*/ 7103430 w 11243827"/>
              <a:gd name="connsiteY136" fmla="*/ 5520249 h 5641173"/>
              <a:gd name="connsiteX137" fmla="*/ 7013746 w 11243827"/>
              <a:gd name="connsiteY137" fmla="*/ 5502470 h 5641173"/>
              <a:gd name="connsiteX138" fmla="*/ 6995379 w 11243827"/>
              <a:gd name="connsiteY138" fmla="*/ 5497693 h 5641173"/>
              <a:gd name="connsiteX139" fmla="*/ 6982475 w 11243827"/>
              <a:gd name="connsiteY139" fmla="*/ 5489641 h 5641173"/>
              <a:gd name="connsiteX140" fmla="*/ 6981994 w 11243827"/>
              <a:gd name="connsiteY140" fmla="*/ 5484335 h 5641173"/>
              <a:gd name="connsiteX141" fmla="*/ 6972355 w 11243827"/>
              <a:gd name="connsiteY141" fmla="*/ 5481074 h 5641173"/>
              <a:gd name="connsiteX142" fmla="*/ 6970394 w 11243827"/>
              <a:gd name="connsiteY142" fmla="*/ 5479383 h 5641173"/>
              <a:gd name="connsiteX143" fmla="*/ 6958543 w 11243827"/>
              <a:gd name="connsiteY143" fmla="*/ 5470507 h 5641173"/>
              <a:gd name="connsiteX144" fmla="*/ 6918276 w 11243827"/>
              <a:gd name="connsiteY144" fmla="*/ 5472034 h 5641173"/>
              <a:gd name="connsiteX145" fmla="*/ 6881046 w 11243827"/>
              <a:gd name="connsiteY145" fmla="*/ 5457070 h 5641173"/>
              <a:gd name="connsiteX146" fmla="*/ 6752164 w 11243827"/>
              <a:gd name="connsiteY146" fmla="*/ 5425021 h 5641173"/>
              <a:gd name="connsiteX147" fmla="*/ 6724964 w 11243827"/>
              <a:gd name="connsiteY147" fmla="*/ 5414071 h 5641173"/>
              <a:gd name="connsiteX148" fmla="*/ 6683286 w 11243827"/>
              <a:gd name="connsiteY148" fmla="*/ 5432830 h 5641173"/>
              <a:gd name="connsiteX149" fmla="*/ 6644277 w 11243827"/>
              <a:gd name="connsiteY149" fmla="*/ 5429684 h 5641173"/>
              <a:gd name="connsiteX150" fmla="*/ 6532914 w 11243827"/>
              <a:gd name="connsiteY150" fmla="*/ 5431205 h 5641173"/>
              <a:gd name="connsiteX151" fmla="*/ 6307459 w 11243827"/>
              <a:gd name="connsiteY151" fmla="*/ 5467087 h 5641173"/>
              <a:gd name="connsiteX152" fmla="*/ 6196243 w 11243827"/>
              <a:gd name="connsiteY152" fmla="*/ 5515042 h 5641173"/>
              <a:gd name="connsiteX153" fmla="*/ 6099124 w 11243827"/>
              <a:gd name="connsiteY153" fmla="*/ 5516848 h 5641173"/>
              <a:gd name="connsiteX154" fmla="*/ 6016077 w 11243827"/>
              <a:gd name="connsiteY154" fmla="*/ 5528642 h 5641173"/>
              <a:gd name="connsiteX155" fmla="*/ 6004389 w 11243827"/>
              <a:gd name="connsiteY155" fmla="*/ 5531206 h 5641173"/>
              <a:gd name="connsiteX156" fmla="*/ 5933945 w 11243827"/>
              <a:gd name="connsiteY156" fmla="*/ 5538840 h 5641173"/>
              <a:gd name="connsiteX157" fmla="*/ 5883936 w 11243827"/>
              <a:gd name="connsiteY157" fmla="*/ 5553807 h 5641173"/>
              <a:gd name="connsiteX158" fmla="*/ 5798331 w 11243827"/>
              <a:gd name="connsiteY158" fmla="*/ 5564248 h 5641173"/>
              <a:gd name="connsiteX159" fmla="*/ 5712738 w 11243827"/>
              <a:gd name="connsiteY159" fmla="*/ 5573120 h 5641173"/>
              <a:gd name="connsiteX160" fmla="*/ 5681342 w 11243827"/>
              <a:gd name="connsiteY160" fmla="*/ 5575621 h 5641173"/>
              <a:gd name="connsiteX161" fmla="*/ 5627167 w 11243827"/>
              <a:gd name="connsiteY161" fmla="*/ 5583215 h 5641173"/>
              <a:gd name="connsiteX162" fmla="*/ 5591414 w 11243827"/>
              <a:gd name="connsiteY162" fmla="*/ 5587695 h 5641173"/>
              <a:gd name="connsiteX163" fmla="*/ 5583028 w 11243827"/>
              <a:gd name="connsiteY163" fmla="*/ 5580877 h 5641173"/>
              <a:gd name="connsiteX164" fmla="*/ 5549426 w 11243827"/>
              <a:gd name="connsiteY164" fmla="*/ 5582858 h 5641173"/>
              <a:gd name="connsiteX165" fmla="*/ 5519999 w 11243827"/>
              <a:gd name="connsiteY165" fmla="*/ 5592246 h 5641173"/>
              <a:gd name="connsiteX166" fmla="*/ 5480028 w 11243827"/>
              <a:gd name="connsiteY166" fmla="*/ 5597282 h 5641173"/>
              <a:gd name="connsiteX167" fmla="*/ 5456175 w 11243827"/>
              <a:gd name="connsiteY167" fmla="*/ 5600371 h 5641173"/>
              <a:gd name="connsiteX168" fmla="*/ 5388463 w 11243827"/>
              <a:gd name="connsiteY168" fmla="*/ 5602638 h 5641173"/>
              <a:gd name="connsiteX169" fmla="*/ 5265898 w 11243827"/>
              <a:gd name="connsiteY169" fmla="*/ 5591830 h 5641173"/>
              <a:gd name="connsiteX170" fmla="*/ 5231231 w 11243827"/>
              <a:gd name="connsiteY170" fmla="*/ 5592790 h 5641173"/>
              <a:gd name="connsiteX171" fmla="*/ 5226996 w 11243827"/>
              <a:gd name="connsiteY171" fmla="*/ 5595040 h 5641173"/>
              <a:gd name="connsiteX172" fmla="*/ 5175988 w 11243827"/>
              <a:gd name="connsiteY172" fmla="*/ 5588131 h 5641173"/>
              <a:gd name="connsiteX173" fmla="*/ 5107470 w 11243827"/>
              <a:gd name="connsiteY173" fmla="*/ 5594771 h 5641173"/>
              <a:gd name="connsiteX174" fmla="*/ 5027868 w 11243827"/>
              <a:gd name="connsiteY174" fmla="*/ 5605624 h 5641173"/>
              <a:gd name="connsiteX175" fmla="*/ 5007324 w 11243827"/>
              <a:gd name="connsiteY175" fmla="*/ 5609209 h 5641173"/>
              <a:gd name="connsiteX176" fmla="*/ 4952559 w 11243827"/>
              <a:gd name="connsiteY176" fmla="*/ 5611402 h 5641173"/>
              <a:gd name="connsiteX177" fmla="*/ 4826081 w 11243827"/>
              <a:gd name="connsiteY177" fmla="*/ 5616191 h 5641173"/>
              <a:gd name="connsiteX178" fmla="*/ 4823501 w 11243827"/>
              <a:gd name="connsiteY178" fmla="*/ 5619174 h 5641173"/>
              <a:gd name="connsiteX179" fmla="*/ 4813093 w 11243827"/>
              <a:gd name="connsiteY179" fmla="*/ 5620026 h 5641173"/>
              <a:gd name="connsiteX180" fmla="*/ 4810563 w 11243827"/>
              <a:gd name="connsiteY180" fmla="*/ 5620787 h 5641173"/>
              <a:gd name="connsiteX181" fmla="*/ 4795818 w 11243827"/>
              <a:gd name="connsiteY181" fmla="*/ 5624618 h 5641173"/>
              <a:gd name="connsiteX182" fmla="*/ 4758404 w 11243827"/>
              <a:gd name="connsiteY182" fmla="*/ 5619510 h 5641173"/>
              <a:gd name="connsiteX183" fmla="*/ 4717254 w 11243827"/>
              <a:gd name="connsiteY183" fmla="*/ 5624155 h 5641173"/>
              <a:gd name="connsiteX184" fmla="*/ 4591958 w 11243827"/>
              <a:gd name="connsiteY184" fmla="*/ 5624710 h 5641173"/>
              <a:gd name="connsiteX185" fmla="*/ 4476215 w 11243827"/>
              <a:gd name="connsiteY185" fmla="*/ 5628210 h 5641173"/>
              <a:gd name="connsiteX186" fmla="*/ 4425193 w 11243827"/>
              <a:gd name="connsiteY186" fmla="*/ 5627414 h 5641173"/>
              <a:gd name="connsiteX187" fmla="*/ 4383866 w 11243827"/>
              <a:gd name="connsiteY187" fmla="*/ 5626546 h 5641173"/>
              <a:gd name="connsiteX188" fmla="*/ 4385596 w 11243827"/>
              <a:gd name="connsiteY188" fmla="*/ 5634646 h 5641173"/>
              <a:gd name="connsiteX189" fmla="*/ 4360864 w 11243827"/>
              <a:gd name="connsiteY189" fmla="*/ 5641173 h 5641173"/>
              <a:gd name="connsiteX190" fmla="*/ 4328321 w 11243827"/>
              <a:gd name="connsiteY190" fmla="*/ 5626332 h 5641173"/>
              <a:gd name="connsiteX191" fmla="*/ 4309842 w 11243827"/>
              <a:gd name="connsiteY191" fmla="*/ 5626471 h 5641173"/>
              <a:gd name="connsiteX192" fmla="*/ 4277424 w 11243827"/>
              <a:gd name="connsiteY192" fmla="*/ 5631598 h 5641173"/>
              <a:gd name="connsiteX193" fmla="*/ 4266627 w 11243827"/>
              <a:gd name="connsiteY193" fmla="*/ 5633969 h 5641173"/>
              <a:gd name="connsiteX194" fmla="*/ 4185525 w 11243827"/>
              <a:gd name="connsiteY194" fmla="*/ 5617508 h 5641173"/>
              <a:gd name="connsiteX195" fmla="*/ 4177617 w 11243827"/>
              <a:gd name="connsiteY195" fmla="*/ 5610903 h 5641173"/>
              <a:gd name="connsiteX196" fmla="*/ 4136948 w 11243827"/>
              <a:gd name="connsiteY196" fmla="*/ 5608031 h 5641173"/>
              <a:gd name="connsiteX197" fmla="*/ 4132323 w 11243827"/>
              <a:gd name="connsiteY197" fmla="*/ 5609784 h 5641173"/>
              <a:gd name="connsiteX198" fmla="*/ 4098620 w 11243827"/>
              <a:gd name="connsiteY198" fmla="*/ 5599672 h 5641173"/>
              <a:gd name="connsiteX199" fmla="*/ 3963475 w 11243827"/>
              <a:gd name="connsiteY199" fmla="*/ 5581841 h 5641173"/>
              <a:gd name="connsiteX200" fmla="*/ 3703613 w 11243827"/>
              <a:gd name="connsiteY200" fmla="*/ 5572482 h 5641173"/>
              <a:gd name="connsiteX201" fmla="*/ 3432987 w 11243827"/>
              <a:gd name="connsiteY201" fmla="*/ 5545768 h 5641173"/>
              <a:gd name="connsiteX202" fmla="*/ 3176381 w 11243827"/>
              <a:gd name="connsiteY202" fmla="*/ 5556110 h 5641173"/>
              <a:gd name="connsiteX203" fmla="*/ 2710156 w 11243827"/>
              <a:gd name="connsiteY203" fmla="*/ 5527517 h 5641173"/>
              <a:gd name="connsiteX204" fmla="*/ 2550206 w 11243827"/>
              <a:gd name="connsiteY204" fmla="*/ 5524958 h 5641173"/>
              <a:gd name="connsiteX205" fmla="*/ 2443041 w 11243827"/>
              <a:gd name="connsiteY205" fmla="*/ 5523990 h 5641173"/>
              <a:gd name="connsiteX206" fmla="*/ 2435613 w 11243827"/>
              <a:gd name="connsiteY206" fmla="*/ 5526704 h 5641173"/>
              <a:gd name="connsiteX207" fmla="*/ 2405682 w 11243827"/>
              <a:gd name="connsiteY207" fmla="*/ 5528307 h 5641173"/>
              <a:gd name="connsiteX208" fmla="*/ 2397487 w 11243827"/>
              <a:gd name="connsiteY208" fmla="*/ 5540337 h 5641173"/>
              <a:gd name="connsiteX209" fmla="*/ 2297454 w 11243827"/>
              <a:gd name="connsiteY209" fmla="*/ 5550765 h 5641173"/>
              <a:gd name="connsiteX210" fmla="*/ 2056700 w 11243827"/>
              <a:gd name="connsiteY210" fmla="*/ 5555489 h 5641173"/>
              <a:gd name="connsiteX211" fmla="*/ 1878530 w 11243827"/>
              <a:gd name="connsiteY211" fmla="*/ 5535330 h 5641173"/>
              <a:gd name="connsiteX212" fmla="*/ 1859292 w 11243827"/>
              <a:gd name="connsiteY212" fmla="*/ 5535461 h 5641173"/>
              <a:gd name="connsiteX213" fmla="*/ 1835626 w 11243827"/>
              <a:gd name="connsiteY213" fmla="*/ 5533793 h 5641173"/>
              <a:gd name="connsiteX214" fmla="*/ 1798939 w 11243827"/>
              <a:gd name="connsiteY214" fmla="*/ 5540285 h 5641173"/>
              <a:gd name="connsiteX215" fmla="*/ 1779046 w 11243827"/>
              <a:gd name="connsiteY215" fmla="*/ 5549949 h 5641173"/>
              <a:gd name="connsiteX216" fmla="*/ 1772421 w 11243827"/>
              <a:gd name="connsiteY216" fmla="*/ 5549018 h 5641173"/>
              <a:gd name="connsiteX217" fmla="*/ 1772052 w 11243827"/>
              <a:gd name="connsiteY217" fmla="*/ 5545689 h 5641173"/>
              <a:gd name="connsiteX218" fmla="*/ 1711543 w 11243827"/>
              <a:gd name="connsiteY218" fmla="*/ 5534558 h 5641173"/>
              <a:gd name="connsiteX219" fmla="*/ 1631462 w 11243827"/>
              <a:gd name="connsiteY219" fmla="*/ 5491807 h 5641173"/>
              <a:gd name="connsiteX220" fmla="*/ 1538763 w 11243827"/>
              <a:gd name="connsiteY220" fmla="*/ 5482781 h 5641173"/>
              <a:gd name="connsiteX221" fmla="*/ 1501533 w 11243827"/>
              <a:gd name="connsiteY221" fmla="*/ 5467817 h 5641173"/>
              <a:gd name="connsiteX222" fmla="*/ 1461266 w 11243827"/>
              <a:gd name="connsiteY222" fmla="*/ 5469343 h 5641173"/>
              <a:gd name="connsiteX223" fmla="*/ 1449415 w 11243827"/>
              <a:gd name="connsiteY223" fmla="*/ 5460467 h 5641173"/>
              <a:gd name="connsiteX224" fmla="*/ 1447454 w 11243827"/>
              <a:gd name="connsiteY224" fmla="*/ 5458776 h 5641173"/>
              <a:gd name="connsiteX225" fmla="*/ 1437814 w 11243827"/>
              <a:gd name="connsiteY225" fmla="*/ 5455515 h 5641173"/>
              <a:gd name="connsiteX226" fmla="*/ 1437334 w 11243827"/>
              <a:gd name="connsiteY226" fmla="*/ 5450209 h 5641173"/>
              <a:gd name="connsiteX227" fmla="*/ 1424429 w 11243827"/>
              <a:gd name="connsiteY227" fmla="*/ 5442157 h 5641173"/>
              <a:gd name="connsiteX228" fmla="*/ 1406063 w 11243827"/>
              <a:gd name="connsiteY228" fmla="*/ 5437380 h 5641173"/>
              <a:gd name="connsiteX229" fmla="*/ 1316379 w 11243827"/>
              <a:gd name="connsiteY229" fmla="*/ 5419601 h 5641173"/>
              <a:gd name="connsiteX230" fmla="*/ 1264090 w 11243827"/>
              <a:gd name="connsiteY230" fmla="*/ 5406153 h 5641173"/>
              <a:gd name="connsiteX231" fmla="*/ 1246374 w 11243827"/>
              <a:gd name="connsiteY231" fmla="*/ 5396631 h 5641173"/>
              <a:gd name="connsiteX232" fmla="*/ 1220190 w 11243827"/>
              <a:gd name="connsiteY232" fmla="*/ 5386301 h 5641173"/>
              <a:gd name="connsiteX233" fmla="*/ 1175643 w 11243827"/>
              <a:gd name="connsiteY233" fmla="*/ 5364651 h 5641173"/>
              <a:gd name="connsiteX234" fmla="*/ 1150342 w 11243827"/>
              <a:gd name="connsiteY234" fmla="*/ 5358447 h 5641173"/>
              <a:gd name="connsiteX235" fmla="*/ 1112024 w 11243827"/>
              <a:gd name="connsiteY235" fmla="*/ 5345786 h 5641173"/>
              <a:gd name="connsiteX236" fmla="*/ 1100870 w 11243827"/>
              <a:gd name="connsiteY236" fmla="*/ 5343651 h 5641173"/>
              <a:gd name="connsiteX237" fmla="*/ 1096383 w 11243827"/>
              <a:gd name="connsiteY237" fmla="*/ 5343015 h 5641173"/>
              <a:gd name="connsiteX238" fmla="*/ 1058039 w 11243827"/>
              <a:gd name="connsiteY238" fmla="*/ 5343504 h 5641173"/>
              <a:gd name="connsiteX239" fmla="*/ 1055426 w 11243827"/>
              <a:gd name="connsiteY239" fmla="*/ 5339088 h 5641173"/>
              <a:gd name="connsiteX240" fmla="*/ 1044738 w 11243827"/>
              <a:gd name="connsiteY240" fmla="*/ 5333063 h 5641173"/>
              <a:gd name="connsiteX241" fmla="*/ 1033909 w 11243827"/>
              <a:gd name="connsiteY241" fmla="*/ 5335680 h 5641173"/>
              <a:gd name="connsiteX242" fmla="*/ 1012649 w 11243827"/>
              <a:gd name="connsiteY242" fmla="*/ 5334541 h 5641173"/>
              <a:gd name="connsiteX243" fmla="*/ 1007115 w 11243827"/>
              <a:gd name="connsiteY243" fmla="*/ 5332775 h 5641173"/>
              <a:gd name="connsiteX244" fmla="*/ 987447 w 11243827"/>
              <a:gd name="connsiteY244" fmla="*/ 5346462 h 5641173"/>
              <a:gd name="connsiteX245" fmla="*/ 953418 w 11243827"/>
              <a:gd name="connsiteY245" fmla="*/ 5333901 h 5641173"/>
              <a:gd name="connsiteX246" fmla="*/ 916854 w 11243827"/>
              <a:gd name="connsiteY246" fmla="*/ 5329435 h 5641173"/>
              <a:gd name="connsiteX247" fmla="*/ 905651 w 11243827"/>
              <a:gd name="connsiteY247" fmla="*/ 5332114 h 5641173"/>
              <a:gd name="connsiteX248" fmla="*/ 838405 w 11243827"/>
              <a:gd name="connsiteY248" fmla="*/ 5339470 h 5641173"/>
              <a:gd name="connsiteX249" fmla="*/ 817627 w 11243827"/>
              <a:gd name="connsiteY249" fmla="*/ 5330580 h 5641173"/>
              <a:gd name="connsiteX250" fmla="*/ 801817 w 11243827"/>
              <a:gd name="connsiteY250" fmla="*/ 5325937 h 5641173"/>
              <a:gd name="connsiteX251" fmla="*/ 798857 w 11243827"/>
              <a:gd name="connsiteY251" fmla="*/ 5320979 h 5641173"/>
              <a:gd name="connsiteX252" fmla="*/ 788354 w 11243827"/>
              <a:gd name="connsiteY252" fmla="*/ 5320143 h 5641173"/>
              <a:gd name="connsiteX253" fmla="*/ 785726 w 11243827"/>
              <a:gd name="connsiteY253" fmla="*/ 5318989 h 5641173"/>
              <a:gd name="connsiteX254" fmla="*/ 770507 w 11243827"/>
              <a:gd name="connsiteY254" fmla="*/ 5313309 h 5641173"/>
              <a:gd name="connsiteX255" fmla="*/ 733810 w 11243827"/>
              <a:gd name="connsiteY255" fmla="*/ 5324286 h 5641173"/>
              <a:gd name="connsiteX256" fmla="*/ 692117 w 11243827"/>
              <a:gd name="connsiteY256" fmla="*/ 5318786 h 5641173"/>
              <a:gd name="connsiteX257" fmla="*/ 574943 w 11243827"/>
              <a:gd name="connsiteY257" fmla="*/ 5327578 h 5641173"/>
              <a:gd name="connsiteX258" fmla="*/ 441302 w 11243827"/>
              <a:gd name="connsiteY258" fmla="*/ 5307062 h 5641173"/>
              <a:gd name="connsiteX259" fmla="*/ 336819 w 11243827"/>
              <a:gd name="connsiteY259" fmla="*/ 5336690 h 5641173"/>
              <a:gd name="connsiteX260" fmla="*/ 270932 w 11243827"/>
              <a:gd name="connsiteY260" fmla="*/ 5345451 h 5641173"/>
              <a:gd name="connsiteX261" fmla="*/ 194189 w 11243827"/>
              <a:gd name="connsiteY261" fmla="*/ 5343588 h 5641173"/>
              <a:gd name="connsiteX262" fmla="*/ 192552 w 11243827"/>
              <a:gd name="connsiteY262" fmla="*/ 5342845 h 5641173"/>
              <a:gd name="connsiteX263" fmla="*/ 178320 w 11243827"/>
              <a:gd name="connsiteY263" fmla="*/ 5343766 h 5641173"/>
              <a:gd name="connsiteX264" fmla="*/ 175596 w 11243827"/>
              <a:gd name="connsiteY264" fmla="*/ 5346411 h 5641173"/>
              <a:gd name="connsiteX265" fmla="*/ 147287 w 11243827"/>
              <a:gd name="connsiteY265" fmla="*/ 5352625 h 5641173"/>
              <a:gd name="connsiteX266" fmla="*/ 114847 w 11243827"/>
              <a:gd name="connsiteY266" fmla="*/ 5355844 h 5641173"/>
              <a:gd name="connsiteX267" fmla="*/ 114306 w 11243827"/>
              <a:gd name="connsiteY267" fmla="*/ 5354983 h 5641173"/>
              <a:gd name="connsiteX268" fmla="*/ 89264 w 11243827"/>
              <a:gd name="connsiteY268" fmla="*/ 5348886 h 5641173"/>
              <a:gd name="connsiteX269" fmla="*/ 49794 w 11243827"/>
              <a:gd name="connsiteY269" fmla="*/ 5329950 h 5641173"/>
              <a:gd name="connsiteX270" fmla="*/ 19924 w 11243827"/>
              <a:gd name="connsiteY270" fmla="*/ 5334282 h 5641173"/>
              <a:gd name="connsiteX271" fmla="*/ 13819 w 11243827"/>
              <a:gd name="connsiteY271" fmla="*/ 5334653 h 5641173"/>
              <a:gd name="connsiteX272" fmla="*/ 13657 w 11243827"/>
              <a:gd name="connsiteY272" fmla="*/ 5334455 h 5641173"/>
              <a:gd name="connsiteX273" fmla="*/ 7139 w 11243827"/>
              <a:gd name="connsiteY273" fmla="*/ 5334438 h 5641173"/>
              <a:gd name="connsiteX274" fmla="*/ 2684 w 11243827"/>
              <a:gd name="connsiteY274" fmla="*/ 5335333 h 5641173"/>
              <a:gd name="connsiteX275" fmla="*/ 0 w 11243827"/>
              <a:gd name="connsiteY275" fmla="*/ 5335496 h 5641173"/>
              <a:gd name="connsiteX276" fmla="*/ 0 w 11243827"/>
              <a:gd name="connsiteY276" fmla="*/ 10592 h 5641173"/>
              <a:gd name="connsiteX277" fmla="*/ 11243827 w 11243827"/>
              <a:gd name="connsiteY277" fmla="*/ 0 h 5641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Lst>
            <a:rect l="l" t="t" r="r" b="b"/>
            <a:pathLst>
              <a:path w="11243827" h="5641173">
                <a:moveTo>
                  <a:pt x="11243827" y="0"/>
                </a:moveTo>
                <a:lnTo>
                  <a:pt x="11243827" y="5209610"/>
                </a:lnTo>
                <a:lnTo>
                  <a:pt x="11240675" y="5210442"/>
                </a:lnTo>
                <a:cubicBezTo>
                  <a:pt x="11212687" y="5216721"/>
                  <a:pt x="11197241" y="5217028"/>
                  <a:pt x="11179959" y="5221199"/>
                </a:cubicBezTo>
                <a:cubicBezTo>
                  <a:pt x="11151979" y="5230882"/>
                  <a:pt x="11122378" y="5252850"/>
                  <a:pt x="11105493" y="5259905"/>
                </a:cubicBezTo>
                <a:lnTo>
                  <a:pt x="11078640" y="5263531"/>
                </a:lnTo>
                <a:lnTo>
                  <a:pt x="11079616" y="5270380"/>
                </a:lnTo>
                <a:lnTo>
                  <a:pt x="11069641" y="5270884"/>
                </a:lnTo>
                <a:lnTo>
                  <a:pt x="11047377" y="5271051"/>
                </a:lnTo>
                <a:cubicBezTo>
                  <a:pt x="11033483" y="5272087"/>
                  <a:pt x="10994850" y="5270445"/>
                  <a:pt x="10980705" y="5272951"/>
                </a:cubicBezTo>
                <a:cubicBezTo>
                  <a:pt x="10976625" y="5280257"/>
                  <a:pt x="10970327" y="5284239"/>
                  <a:pt x="10962514" y="5286084"/>
                </a:cubicBezTo>
                <a:lnTo>
                  <a:pt x="10945307" y="5286290"/>
                </a:lnTo>
                <a:lnTo>
                  <a:pt x="10845516" y="5303894"/>
                </a:lnTo>
                <a:lnTo>
                  <a:pt x="10831795" y="5305210"/>
                </a:lnTo>
                <a:lnTo>
                  <a:pt x="10824365" y="5311111"/>
                </a:lnTo>
                <a:cubicBezTo>
                  <a:pt x="10818692" y="5312290"/>
                  <a:pt x="10802397" y="5311529"/>
                  <a:pt x="10797756" y="5312285"/>
                </a:cubicBezTo>
                <a:lnTo>
                  <a:pt x="10796525" y="5315645"/>
                </a:lnTo>
                <a:cubicBezTo>
                  <a:pt x="10781742" y="5321013"/>
                  <a:pt x="10726138" y="5338890"/>
                  <a:pt x="10709063" y="5344492"/>
                </a:cubicBezTo>
                <a:cubicBezTo>
                  <a:pt x="10705652" y="5339328"/>
                  <a:pt x="10698014" y="5347484"/>
                  <a:pt x="10694078" y="5349258"/>
                </a:cubicBezTo>
                <a:cubicBezTo>
                  <a:pt x="10693469" y="5345779"/>
                  <a:pt x="10683941" y="5344718"/>
                  <a:pt x="10681131" y="5347812"/>
                </a:cubicBezTo>
                <a:cubicBezTo>
                  <a:pt x="10614153" y="5364782"/>
                  <a:pt x="10647679" y="5329716"/>
                  <a:pt x="10609448" y="5351931"/>
                </a:cubicBezTo>
                <a:cubicBezTo>
                  <a:pt x="10602685" y="5353403"/>
                  <a:pt x="10597204" y="5352000"/>
                  <a:pt x="10592397" y="5349402"/>
                </a:cubicBezTo>
                <a:lnTo>
                  <a:pt x="10585227" y="5344063"/>
                </a:lnTo>
                <a:lnTo>
                  <a:pt x="10557472" y="5354151"/>
                </a:lnTo>
                <a:cubicBezTo>
                  <a:pt x="10543800" y="5357667"/>
                  <a:pt x="10529411" y="5359999"/>
                  <a:pt x="10514646" y="5361064"/>
                </a:cubicBezTo>
                <a:cubicBezTo>
                  <a:pt x="10511333" y="5353956"/>
                  <a:pt x="10499744" y="5364054"/>
                  <a:pt x="10494292" y="5366054"/>
                </a:cubicBezTo>
                <a:cubicBezTo>
                  <a:pt x="10494236" y="5361412"/>
                  <a:pt x="10482156" y="5359187"/>
                  <a:pt x="10477869" y="5363025"/>
                </a:cubicBezTo>
                <a:cubicBezTo>
                  <a:pt x="10387782" y="5379617"/>
                  <a:pt x="10438473" y="5336257"/>
                  <a:pt x="10384411" y="5362257"/>
                </a:cubicBezTo>
                <a:cubicBezTo>
                  <a:pt x="10375368" y="5363613"/>
                  <a:pt x="10368582" y="5361287"/>
                  <a:pt x="10362921" y="5357444"/>
                </a:cubicBezTo>
                <a:lnTo>
                  <a:pt x="10352736" y="5347851"/>
                </a:lnTo>
                <a:lnTo>
                  <a:pt x="10344754" y="5351272"/>
                </a:lnTo>
                <a:cubicBezTo>
                  <a:pt x="10314632" y="5351540"/>
                  <a:pt x="10305751" y="5341709"/>
                  <a:pt x="10288226" y="5351613"/>
                </a:cubicBezTo>
                <a:cubicBezTo>
                  <a:pt x="10262327" y="5331026"/>
                  <a:pt x="10271048" y="5349560"/>
                  <a:pt x="10251350" y="5352711"/>
                </a:cubicBezTo>
                <a:cubicBezTo>
                  <a:pt x="10235810" y="5356816"/>
                  <a:pt x="10264339" y="5364714"/>
                  <a:pt x="10249108" y="5365881"/>
                </a:cubicBezTo>
                <a:cubicBezTo>
                  <a:pt x="10232632" y="5360566"/>
                  <a:pt x="10233406" y="5377073"/>
                  <a:pt x="10216272" y="5370573"/>
                </a:cubicBezTo>
                <a:cubicBezTo>
                  <a:pt x="10220434" y="5358137"/>
                  <a:pt x="10182459" y="5372984"/>
                  <a:pt x="10181278" y="5362119"/>
                </a:cubicBezTo>
                <a:cubicBezTo>
                  <a:pt x="10166724" y="5377655"/>
                  <a:pt x="10159412" y="5358516"/>
                  <a:pt x="10140033" y="5363304"/>
                </a:cubicBezTo>
                <a:cubicBezTo>
                  <a:pt x="10130907" y="5369181"/>
                  <a:pt x="10124323" y="5370190"/>
                  <a:pt x="10115353" y="5363869"/>
                </a:cubicBezTo>
                <a:cubicBezTo>
                  <a:pt x="10073314" y="5392482"/>
                  <a:pt x="10089920" y="5365150"/>
                  <a:pt x="10050578" y="5376153"/>
                </a:cubicBezTo>
                <a:cubicBezTo>
                  <a:pt x="10016683" y="5387725"/>
                  <a:pt x="9978260" y="5395233"/>
                  <a:pt x="9945478" y="5422859"/>
                </a:cubicBezTo>
                <a:cubicBezTo>
                  <a:pt x="9939461" y="5430686"/>
                  <a:pt x="9924686" y="5433649"/>
                  <a:pt x="9912481" y="5429477"/>
                </a:cubicBezTo>
                <a:cubicBezTo>
                  <a:pt x="9910384" y="5428759"/>
                  <a:pt x="9908438" y="5427851"/>
                  <a:pt x="9906713" y="5426784"/>
                </a:cubicBezTo>
                <a:cubicBezTo>
                  <a:pt x="9878372" y="5431011"/>
                  <a:pt x="9774714" y="5449885"/>
                  <a:pt x="9742436" y="5454834"/>
                </a:cubicBezTo>
                <a:cubicBezTo>
                  <a:pt x="9739822" y="5444779"/>
                  <a:pt x="9723500" y="5462923"/>
                  <a:pt x="9713044" y="5456476"/>
                </a:cubicBezTo>
                <a:cubicBezTo>
                  <a:pt x="9705555" y="5450821"/>
                  <a:pt x="9698855" y="5455006"/>
                  <a:pt x="9691033" y="5455451"/>
                </a:cubicBezTo>
                <a:cubicBezTo>
                  <a:pt x="9680728" y="5451004"/>
                  <a:pt x="9647117" y="5459035"/>
                  <a:pt x="9638355" y="5464794"/>
                </a:cubicBezTo>
                <a:cubicBezTo>
                  <a:pt x="9617415" y="5484808"/>
                  <a:pt x="9569832" y="5469945"/>
                  <a:pt x="9552434" y="5485280"/>
                </a:cubicBezTo>
                <a:cubicBezTo>
                  <a:pt x="9546122" y="5487529"/>
                  <a:pt x="9539945" y="5488440"/>
                  <a:pt x="9533883" y="5488516"/>
                </a:cubicBezTo>
                <a:lnTo>
                  <a:pt x="9516916" y="5486828"/>
                </a:lnTo>
                <a:lnTo>
                  <a:pt x="9512093" y="5482541"/>
                </a:lnTo>
                <a:lnTo>
                  <a:pt x="9501725" y="5483603"/>
                </a:lnTo>
                <a:lnTo>
                  <a:pt x="9498754" y="5482951"/>
                </a:lnTo>
                <a:cubicBezTo>
                  <a:pt x="9493078" y="5481686"/>
                  <a:pt x="9487476" y="5480586"/>
                  <a:pt x="9481932" y="5480151"/>
                </a:cubicBezTo>
                <a:cubicBezTo>
                  <a:pt x="9489223" y="5501646"/>
                  <a:pt x="9435971" y="5479991"/>
                  <a:pt x="9451321" y="5497375"/>
                </a:cubicBezTo>
                <a:cubicBezTo>
                  <a:pt x="9422124" y="5498722"/>
                  <a:pt x="9444395" y="5514914"/>
                  <a:pt x="9409298" y="5499478"/>
                </a:cubicBezTo>
                <a:cubicBezTo>
                  <a:pt x="9363968" y="5517055"/>
                  <a:pt x="9350073" y="5507226"/>
                  <a:pt x="9303056" y="5519093"/>
                </a:cubicBezTo>
                <a:cubicBezTo>
                  <a:pt x="9272929" y="5515489"/>
                  <a:pt x="9242312" y="5519100"/>
                  <a:pt x="9229078" y="5524154"/>
                </a:cubicBezTo>
                <a:cubicBezTo>
                  <a:pt x="9244549" y="5484199"/>
                  <a:pt x="9198133" y="5512463"/>
                  <a:pt x="9165105" y="5532892"/>
                </a:cubicBezTo>
                <a:cubicBezTo>
                  <a:pt x="9128348" y="5546691"/>
                  <a:pt x="9105217" y="5601124"/>
                  <a:pt x="9077301" y="5580356"/>
                </a:cubicBezTo>
                <a:cubicBezTo>
                  <a:pt x="9034770" y="5585424"/>
                  <a:pt x="9004654" y="5606346"/>
                  <a:pt x="8960065" y="5597982"/>
                </a:cubicBezTo>
                <a:cubicBezTo>
                  <a:pt x="8958681" y="5601368"/>
                  <a:pt x="8956414" y="5604204"/>
                  <a:pt x="8953536" y="5606638"/>
                </a:cubicBezTo>
                <a:lnTo>
                  <a:pt x="8943907" y="5612541"/>
                </a:lnTo>
                <a:lnTo>
                  <a:pt x="8942046" y="5612112"/>
                </a:lnTo>
                <a:cubicBezTo>
                  <a:pt x="8934733" y="5612036"/>
                  <a:pt x="8930989" y="5613463"/>
                  <a:pt x="8928824" y="5615549"/>
                </a:cubicBezTo>
                <a:lnTo>
                  <a:pt x="8927294" y="5618607"/>
                </a:lnTo>
                <a:lnTo>
                  <a:pt x="8918651" y="5621688"/>
                </a:lnTo>
                <a:lnTo>
                  <a:pt x="8902772" y="5629703"/>
                </a:lnTo>
                <a:lnTo>
                  <a:pt x="8898724" y="5629379"/>
                </a:lnTo>
                <a:lnTo>
                  <a:pt x="8873099" y="5638628"/>
                </a:lnTo>
                <a:lnTo>
                  <a:pt x="8872234" y="5637889"/>
                </a:lnTo>
                <a:cubicBezTo>
                  <a:pt x="8869712" y="5636443"/>
                  <a:pt x="8866744" y="5635774"/>
                  <a:pt x="8862777" y="5636711"/>
                </a:cubicBezTo>
                <a:cubicBezTo>
                  <a:pt x="8861373" y="5622581"/>
                  <a:pt x="8857449" y="5632426"/>
                  <a:pt x="8845869" y="5636436"/>
                </a:cubicBezTo>
                <a:cubicBezTo>
                  <a:pt x="8841103" y="5615386"/>
                  <a:pt x="8812729" y="5634444"/>
                  <a:pt x="8800548" y="5625084"/>
                </a:cubicBezTo>
                <a:cubicBezTo>
                  <a:pt x="8792146" y="5628504"/>
                  <a:pt x="8783174" y="5631737"/>
                  <a:pt x="8773774" y="5634630"/>
                </a:cubicBezTo>
                <a:lnTo>
                  <a:pt x="8698255" y="5636083"/>
                </a:lnTo>
                <a:lnTo>
                  <a:pt x="8619167" y="5619130"/>
                </a:lnTo>
                <a:cubicBezTo>
                  <a:pt x="8589913" y="5618762"/>
                  <a:pt x="8564581" y="5612466"/>
                  <a:pt x="8539822" y="5616905"/>
                </a:cubicBezTo>
                <a:cubicBezTo>
                  <a:pt x="8529764" y="5612008"/>
                  <a:pt x="8520285" y="5610031"/>
                  <a:pt x="8511094" y="5617360"/>
                </a:cubicBezTo>
                <a:cubicBezTo>
                  <a:pt x="8483794" y="5614914"/>
                  <a:pt x="8477184" y="5604447"/>
                  <a:pt x="8459886" y="5612612"/>
                </a:cubicBezTo>
                <a:cubicBezTo>
                  <a:pt x="8444548" y="5595681"/>
                  <a:pt x="8443640" y="5602142"/>
                  <a:pt x="8436432" y="5606990"/>
                </a:cubicBezTo>
                <a:lnTo>
                  <a:pt x="8435403" y="5607336"/>
                </a:lnTo>
                <a:lnTo>
                  <a:pt x="8433307" y="5604917"/>
                </a:lnTo>
                <a:lnTo>
                  <a:pt x="8428968" y="5603796"/>
                </a:lnTo>
                <a:lnTo>
                  <a:pt x="8417124" y="5604518"/>
                </a:lnTo>
                <a:lnTo>
                  <a:pt x="8412669" y="5605413"/>
                </a:lnTo>
                <a:cubicBezTo>
                  <a:pt x="8409601" y="5605797"/>
                  <a:pt x="8407563" y="5605754"/>
                  <a:pt x="8406152" y="5605396"/>
                </a:cubicBezTo>
                <a:lnTo>
                  <a:pt x="8405989" y="5605197"/>
                </a:lnTo>
                <a:lnTo>
                  <a:pt x="8399884" y="5605568"/>
                </a:lnTo>
                <a:cubicBezTo>
                  <a:pt x="8389582" y="5606652"/>
                  <a:pt x="8379557" y="5608135"/>
                  <a:pt x="8370014" y="5609900"/>
                </a:cubicBezTo>
                <a:cubicBezTo>
                  <a:pt x="8361945" y="5598787"/>
                  <a:pt x="8326685" y="5611914"/>
                  <a:pt x="8330544" y="5590964"/>
                </a:cubicBezTo>
                <a:cubicBezTo>
                  <a:pt x="8317672" y="5592723"/>
                  <a:pt x="8309886" y="5601422"/>
                  <a:pt x="8314221" y="5587682"/>
                </a:cubicBezTo>
                <a:cubicBezTo>
                  <a:pt x="8309983" y="5587866"/>
                  <a:pt x="8307372" y="5586698"/>
                  <a:pt x="8305502" y="5584868"/>
                </a:cubicBezTo>
                <a:lnTo>
                  <a:pt x="8304962" y="5584007"/>
                </a:lnTo>
                <a:lnTo>
                  <a:pt x="8276324" y="5588260"/>
                </a:lnTo>
                <a:lnTo>
                  <a:pt x="8272522" y="5587226"/>
                </a:lnTo>
                <a:lnTo>
                  <a:pt x="8253857" y="5592043"/>
                </a:lnTo>
                <a:lnTo>
                  <a:pt x="8244212" y="5593439"/>
                </a:lnTo>
                <a:lnTo>
                  <a:pt x="8241488" y="5596085"/>
                </a:lnTo>
                <a:cubicBezTo>
                  <a:pt x="8238546" y="5597691"/>
                  <a:pt x="8234330" y="5598384"/>
                  <a:pt x="8227256" y="5597005"/>
                </a:cubicBezTo>
                <a:lnTo>
                  <a:pt x="8225619" y="5596262"/>
                </a:lnTo>
                <a:lnTo>
                  <a:pt x="8213882" y="5600179"/>
                </a:lnTo>
                <a:cubicBezTo>
                  <a:pt x="8210102" y="5601988"/>
                  <a:pt x="8206755" y="5604291"/>
                  <a:pt x="8204045" y="5607275"/>
                </a:cubicBezTo>
                <a:cubicBezTo>
                  <a:pt x="8164079" y="5591326"/>
                  <a:pt x="8126369" y="5605919"/>
                  <a:pt x="8082989" y="5603160"/>
                </a:cubicBezTo>
                <a:cubicBezTo>
                  <a:pt x="8034449" y="5606898"/>
                  <a:pt x="8008954" y="5596936"/>
                  <a:pt x="7976942" y="5598455"/>
                </a:cubicBezTo>
                <a:cubicBezTo>
                  <a:pt x="7962042" y="5600916"/>
                  <a:pt x="7941729" y="5599827"/>
                  <a:pt x="7950121" y="5590893"/>
                </a:cubicBezTo>
                <a:cubicBezTo>
                  <a:pt x="7904855" y="5610014"/>
                  <a:pt x="7778840" y="5612380"/>
                  <a:pt x="7727691" y="5621064"/>
                </a:cubicBezTo>
                <a:cubicBezTo>
                  <a:pt x="7699805" y="5600056"/>
                  <a:pt x="7714922" y="5619495"/>
                  <a:pt x="7685998" y="5615564"/>
                </a:cubicBezTo>
                <a:cubicBezTo>
                  <a:pt x="7693909" y="5634905"/>
                  <a:pt x="7650884" y="5604714"/>
                  <a:pt x="7649302" y="5626541"/>
                </a:cubicBezTo>
                <a:cubicBezTo>
                  <a:pt x="7644089" y="5625134"/>
                  <a:pt x="7639087" y="5623084"/>
                  <a:pt x="7634083" y="5620862"/>
                </a:cubicBezTo>
                <a:lnTo>
                  <a:pt x="7631455" y="5619708"/>
                </a:lnTo>
                <a:lnTo>
                  <a:pt x="7620952" y="5618872"/>
                </a:lnTo>
                <a:lnTo>
                  <a:pt x="7617992" y="5613914"/>
                </a:lnTo>
                <a:lnTo>
                  <a:pt x="7602182" y="5609271"/>
                </a:lnTo>
                <a:cubicBezTo>
                  <a:pt x="7596260" y="5608262"/>
                  <a:pt x="7589888" y="5608028"/>
                  <a:pt x="7582847" y="5609047"/>
                </a:cubicBezTo>
                <a:cubicBezTo>
                  <a:pt x="7565525" y="5617697"/>
                  <a:pt x="7538553" y="5607096"/>
                  <a:pt x="7514158" y="5607737"/>
                </a:cubicBezTo>
                <a:lnTo>
                  <a:pt x="7502955" y="5610415"/>
                </a:lnTo>
                <a:lnTo>
                  <a:pt x="7466391" y="5605949"/>
                </a:lnTo>
                <a:cubicBezTo>
                  <a:pt x="7455982" y="5605083"/>
                  <a:pt x="7445179" y="5604628"/>
                  <a:pt x="7433806" y="5604945"/>
                </a:cubicBezTo>
                <a:lnTo>
                  <a:pt x="7412693" y="5607075"/>
                </a:lnTo>
                <a:lnTo>
                  <a:pt x="7407159" y="5605310"/>
                </a:lnTo>
                <a:cubicBezTo>
                  <a:pt x="7397520" y="5605506"/>
                  <a:pt x="7384763" y="5611721"/>
                  <a:pt x="7385900" y="5604171"/>
                </a:cubicBezTo>
                <a:lnTo>
                  <a:pt x="7375071" y="5606788"/>
                </a:lnTo>
                <a:lnTo>
                  <a:pt x="7364382" y="5600762"/>
                </a:lnTo>
                <a:cubicBezTo>
                  <a:pt x="7363212" y="5599363"/>
                  <a:pt x="7362331" y="5597874"/>
                  <a:pt x="7361770" y="5596347"/>
                </a:cubicBezTo>
                <a:lnTo>
                  <a:pt x="7346641" y="5598329"/>
                </a:lnTo>
                <a:lnTo>
                  <a:pt x="7334238" y="5594014"/>
                </a:lnTo>
                <a:lnTo>
                  <a:pt x="7323426" y="5596835"/>
                </a:lnTo>
                <a:lnTo>
                  <a:pt x="7318938" y="5596200"/>
                </a:lnTo>
                <a:lnTo>
                  <a:pt x="7307784" y="5594065"/>
                </a:lnTo>
                <a:cubicBezTo>
                  <a:pt x="7302066" y="5592568"/>
                  <a:pt x="7295667" y="5590765"/>
                  <a:pt x="7288540" y="5589320"/>
                </a:cubicBezTo>
                <a:lnTo>
                  <a:pt x="7282537" y="5588660"/>
                </a:lnTo>
                <a:lnTo>
                  <a:pt x="7269466" y="5581404"/>
                </a:lnTo>
                <a:cubicBezTo>
                  <a:pt x="7259956" y="5575919"/>
                  <a:pt x="7252471" y="5572223"/>
                  <a:pt x="7244165" y="5575200"/>
                </a:cubicBezTo>
                <a:cubicBezTo>
                  <a:pt x="7230005" y="5568113"/>
                  <a:pt x="7220114" y="5548251"/>
                  <a:pt x="7199619" y="5553550"/>
                </a:cubicBezTo>
                <a:cubicBezTo>
                  <a:pt x="7205839" y="5544552"/>
                  <a:pt x="7176858" y="5552461"/>
                  <a:pt x="7173434" y="5543219"/>
                </a:cubicBezTo>
                <a:cubicBezTo>
                  <a:pt x="7171853" y="5535776"/>
                  <a:pt x="7162694" y="5536440"/>
                  <a:pt x="7155718" y="5533697"/>
                </a:cubicBezTo>
                <a:cubicBezTo>
                  <a:pt x="7150747" y="5526096"/>
                  <a:pt x="7115649" y="5519155"/>
                  <a:pt x="7103430" y="5520249"/>
                </a:cubicBezTo>
                <a:cubicBezTo>
                  <a:pt x="7068988" y="5527813"/>
                  <a:pt x="7041283" y="5497211"/>
                  <a:pt x="7013746" y="5502470"/>
                </a:cubicBezTo>
                <a:cubicBezTo>
                  <a:pt x="7006535" y="5501753"/>
                  <a:pt x="7000557" y="5500031"/>
                  <a:pt x="6995379" y="5497693"/>
                </a:cubicBezTo>
                <a:lnTo>
                  <a:pt x="6982475" y="5489641"/>
                </a:lnTo>
                <a:cubicBezTo>
                  <a:pt x="6982314" y="5487873"/>
                  <a:pt x="6982155" y="5486104"/>
                  <a:pt x="6981994" y="5484335"/>
                </a:cubicBezTo>
                <a:lnTo>
                  <a:pt x="6972355" y="5481074"/>
                </a:lnTo>
                <a:lnTo>
                  <a:pt x="6970394" y="5479383"/>
                </a:lnTo>
                <a:cubicBezTo>
                  <a:pt x="6966663" y="5476135"/>
                  <a:pt x="6962857" y="5473046"/>
                  <a:pt x="6958543" y="5470507"/>
                </a:cubicBezTo>
                <a:cubicBezTo>
                  <a:pt x="6946682" y="5490417"/>
                  <a:pt x="6919886" y="5452192"/>
                  <a:pt x="6918276" y="5472034"/>
                </a:cubicBezTo>
                <a:cubicBezTo>
                  <a:pt x="6892502" y="5461546"/>
                  <a:pt x="6897731" y="5483185"/>
                  <a:pt x="6881046" y="5457070"/>
                </a:cubicBezTo>
                <a:cubicBezTo>
                  <a:pt x="6828055" y="5453051"/>
                  <a:pt x="6839016" y="5431108"/>
                  <a:pt x="6752164" y="5425021"/>
                </a:cubicBezTo>
                <a:cubicBezTo>
                  <a:pt x="6758292" y="5421861"/>
                  <a:pt x="6727733" y="5418470"/>
                  <a:pt x="6724964" y="5414071"/>
                </a:cubicBezTo>
                <a:lnTo>
                  <a:pt x="6683286" y="5432830"/>
                </a:lnTo>
                <a:lnTo>
                  <a:pt x="6644277" y="5429684"/>
                </a:lnTo>
                <a:cubicBezTo>
                  <a:pt x="6602299" y="5429624"/>
                  <a:pt x="6572889" y="5412513"/>
                  <a:pt x="6532914" y="5431205"/>
                </a:cubicBezTo>
                <a:lnTo>
                  <a:pt x="6307459" y="5467087"/>
                </a:lnTo>
                <a:cubicBezTo>
                  <a:pt x="6243940" y="5484756"/>
                  <a:pt x="6232610" y="5506751"/>
                  <a:pt x="6196243" y="5515042"/>
                </a:cubicBezTo>
                <a:cubicBezTo>
                  <a:pt x="6164533" y="5518021"/>
                  <a:pt x="6142666" y="5509345"/>
                  <a:pt x="6099124" y="5516848"/>
                </a:cubicBezTo>
                <a:cubicBezTo>
                  <a:pt x="6076503" y="5515419"/>
                  <a:pt x="6031865" y="5528713"/>
                  <a:pt x="6016077" y="5528642"/>
                </a:cubicBezTo>
                <a:cubicBezTo>
                  <a:pt x="6017142" y="5530608"/>
                  <a:pt x="6008544" y="5532493"/>
                  <a:pt x="6004389" y="5531206"/>
                </a:cubicBezTo>
                <a:cubicBezTo>
                  <a:pt x="5932347" y="5531241"/>
                  <a:pt x="5981006" y="5545600"/>
                  <a:pt x="5933945" y="5538840"/>
                </a:cubicBezTo>
                <a:cubicBezTo>
                  <a:pt x="5905303" y="5539379"/>
                  <a:pt x="5918093" y="5561978"/>
                  <a:pt x="5883936" y="5553807"/>
                </a:cubicBezTo>
                <a:cubicBezTo>
                  <a:pt x="5850054" y="5556990"/>
                  <a:pt x="5832962" y="5567338"/>
                  <a:pt x="5798331" y="5564248"/>
                </a:cubicBezTo>
                <a:cubicBezTo>
                  <a:pt x="5766627" y="5567265"/>
                  <a:pt x="5741097" y="5573248"/>
                  <a:pt x="5712738" y="5573120"/>
                </a:cubicBezTo>
                <a:cubicBezTo>
                  <a:pt x="5703372" y="5576849"/>
                  <a:pt x="5693695" y="5578874"/>
                  <a:pt x="5681342" y="5575621"/>
                </a:cubicBezTo>
                <a:lnTo>
                  <a:pt x="5627167" y="5583215"/>
                </a:lnTo>
                <a:cubicBezTo>
                  <a:pt x="5612183" y="5597917"/>
                  <a:pt x="5611727" y="5586689"/>
                  <a:pt x="5591414" y="5587695"/>
                </a:cubicBezTo>
                <a:cubicBezTo>
                  <a:pt x="5574616" y="5587612"/>
                  <a:pt x="5598133" y="5579413"/>
                  <a:pt x="5583028" y="5580877"/>
                </a:cubicBezTo>
                <a:cubicBezTo>
                  <a:pt x="5569804" y="5586020"/>
                  <a:pt x="5562718" y="5576982"/>
                  <a:pt x="5549426" y="5582858"/>
                </a:cubicBezTo>
                <a:cubicBezTo>
                  <a:pt x="5559299" y="5589013"/>
                  <a:pt x="5515978" y="5586206"/>
                  <a:pt x="5519999" y="5592246"/>
                </a:cubicBezTo>
                <a:cubicBezTo>
                  <a:pt x="5498728" y="5585844"/>
                  <a:pt x="5500813" y="5597206"/>
                  <a:pt x="5480028" y="5597282"/>
                </a:cubicBezTo>
                <a:cubicBezTo>
                  <a:pt x="5468519" y="5595356"/>
                  <a:pt x="5461753" y="5595717"/>
                  <a:pt x="5456175" y="5600371"/>
                </a:cubicBezTo>
                <a:cubicBezTo>
                  <a:pt x="5402444" y="5590675"/>
                  <a:pt x="5431269" y="5603179"/>
                  <a:pt x="5388463" y="5602638"/>
                </a:cubicBezTo>
                <a:cubicBezTo>
                  <a:pt x="5350589" y="5601042"/>
                  <a:pt x="5310318" y="5602266"/>
                  <a:pt x="5265898" y="5591830"/>
                </a:cubicBezTo>
                <a:cubicBezTo>
                  <a:pt x="5256434" y="5588423"/>
                  <a:pt x="5240914" y="5588853"/>
                  <a:pt x="5231231" y="5592790"/>
                </a:cubicBezTo>
                <a:cubicBezTo>
                  <a:pt x="5229565" y="5593467"/>
                  <a:pt x="5228139" y="5594226"/>
                  <a:pt x="5226996" y="5595040"/>
                </a:cubicBezTo>
                <a:cubicBezTo>
                  <a:pt x="5199121" y="5587151"/>
                  <a:pt x="5190547" y="5594087"/>
                  <a:pt x="5175988" y="5588131"/>
                </a:cubicBezTo>
                <a:cubicBezTo>
                  <a:pt x="5141664" y="5589465"/>
                  <a:pt x="5120774" y="5599921"/>
                  <a:pt x="5107470" y="5594771"/>
                </a:cubicBezTo>
                <a:cubicBezTo>
                  <a:pt x="5082783" y="5597686"/>
                  <a:pt x="5044558" y="5603218"/>
                  <a:pt x="5027868" y="5605624"/>
                </a:cubicBezTo>
                <a:cubicBezTo>
                  <a:pt x="5023394" y="5609716"/>
                  <a:pt x="5015008" y="5608373"/>
                  <a:pt x="5007324" y="5609209"/>
                </a:cubicBezTo>
                <a:cubicBezTo>
                  <a:pt x="4999584" y="5613033"/>
                  <a:pt x="4963661" y="5613313"/>
                  <a:pt x="4952559" y="5611402"/>
                </a:cubicBezTo>
                <a:lnTo>
                  <a:pt x="4826081" y="5616191"/>
                </a:lnTo>
                <a:lnTo>
                  <a:pt x="4823501" y="5619174"/>
                </a:lnTo>
                <a:lnTo>
                  <a:pt x="4813093" y="5620026"/>
                </a:lnTo>
                <a:lnTo>
                  <a:pt x="4810563" y="5620787"/>
                </a:lnTo>
                <a:cubicBezTo>
                  <a:pt x="4805739" y="5622253"/>
                  <a:pt x="4800910" y="5623620"/>
                  <a:pt x="4795818" y="5624618"/>
                </a:cubicBezTo>
                <a:cubicBezTo>
                  <a:pt x="4792594" y="5611984"/>
                  <a:pt x="4751975" y="5631029"/>
                  <a:pt x="4758404" y="5619510"/>
                </a:cubicBezTo>
                <a:cubicBezTo>
                  <a:pt x="4729867" y="5622800"/>
                  <a:pt x="4743470" y="5610974"/>
                  <a:pt x="4717254" y="5624155"/>
                </a:cubicBezTo>
                <a:cubicBezTo>
                  <a:pt x="4665606" y="5620882"/>
                  <a:pt x="4638526" y="5634254"/>
                  <a:pt x="4591958" y="5624710"/>
                </a:cubicBezTo>
                <a:cubicBezTo>
                  <a:pt x="4600998" y="5629613"/>
                  <a:pt x="4491255" y="5629123"/>
                  <a:pt x="4476215" y="5628210"/>
                </a:cubicBezTo>
                <a:lnTo>
                  <a:pt x="4425193" y="5627414"/>
                </a:lnTo>
                <a:lnTo>
                  <a:pt x="4383866" y="5626546"/>
                </a:lnTo>
                <a:lnTo>
                  <a:pt x="4385596" y="5634646"/>
                </a:lnTo>
                <a:cubicBezTo>
                  <a:pt x="4373497" y="5634009"/>
                  <a:pt x="4366105" y="5636763"/>
                  <a:pt x="4360864" y="5641173"/>
                </a:cubicBezTo>
                <a:lnTo>
                  <a:pt x="4328321" y="5626332"/>
                </a:lnTo>
                <a:lnTo>
                  <a:pt x="4309842" y="5626471"/>
                </a:lnTo>
                <a:lnTo>
                  <a:pt x="4277424" y="5631598"/>
                </a:lnTo>
                <a:lnTo>
                  <a:pt x="4266627" y="5633969"/>
                </a:lnTo>
                <a:lnTo>
                  <a:pt x="4185525" y="5617508"/>
                </a:lnTo>
                <a:lnTo>
                  <a:pt x="4177617" y="5610903"/>
                </a:lnTo>
                <a:cubicBezTo>
                  <a:pt x="4169135" y="5606836"/>
                  <a:pt x="4157063" y="5604954"/>
                  <a:pt x="4136948" y="5608031"/>
                </a:cubicBezTo>
                <a:lnTo>
                  <a:pt x="4132323" y="5609784"/>
                </a:lnTo>
                <a:lnTo>
                  <a:pt x="4098620" y="5599672"/>
                </a:lnTo>
                <a:cubicBezTo>
                  <a:pt x="4087744" y="5595070"/>
                  <a:pt x="3971360" y="5589278"/>
                  <a:pt x="3963475" y="5581841"/>
                </a:cubicBezTo>
                <a:cubicBezTo>
                  <a:pt x="3836034" y="5600252"/>
                  <a:pt x="3827261" y="5567580"/>
                  <a:pt x="3703613" y="5572482"/>
                </a:cubicBezTo>
                <a:cubicBezTo>
                  <a:pt x="3596526" y="5522697"/>
                  <a:pt x="3528981" y="5553020"/>
                  <a:pt x="3432987" y="5545768"/>
                </a:cubicBezTo>
                <a:cubicBezTo>
                  <a:pt x="3341557" y="5540666"/>
                  <a:pt x="3299222" y="5556776"/>
                  <a:pt x="3176381" y="5556110"/>
                </a:cubicBezTo>
                <a:cubicBezTo>
                  <a:pt x="3046225" y="5545252"/>
                  <a:pt x="2856562" y="5551022"/>
                  <a:pt x="2710156" y="5527517"/>
                </a:cubicBezTo>
                <a:cubicBezTo>
                  <a:pt x="2595124" y="5519951"/>
                  <a:pt x="2594726" y="5525545"/>
                  <a:pt x="2550206" y="5524958"/>
                </a:cubicBezTo>
                <a:cubicBezTo>
                  <a:pt x="2535402" y="5528183"/>
                  <a:pt x="2457214" y="5518753"/>
                  <a:pt x="2443041" y="5523990"/>
                </a:cubicBezTo>
                <a:lnTo>
                  <a:pt x="2435613" y="5526704"/>
                </a:lnTo>
                <a:lnTo>
                  <a:pt x="2405682" y="5528307"/>
                </a:lnTo>
                <a:lnTo>
                  <a:pt x="2397487" y="5540337"/>
                </a:lnTo>
                <a:lnTo>
                  <a:pt x="2297454" y="5550765"/>
                </a:lnTo>
                <a:cubicBezTo>
                  <a:pt x="2230952" y="5521480"/>
                  <a:pt x="2174171" y="5556417"/>
                  <a:pt x="2056700" y="5555489"/>
                </a:cubicBezTo>
                <a:cubicBezTo>
                  <a:pt x="2025568" y="5545373"/>
                  <a:pt x="1901680" y="5520750"/>
                  <a:pt x="1878530" y="5535330"/>
                </a:cubicBezTo>
                <a:lnTo>
                  <a:pt x="1859292" y="5535461"/>
                </a:lnTo>
                <a:lnTo>
                  <a:pt x="1835626" y="5533793"/>
                </a:lnTo>
                <a:cubicBezTo>
                  <a:pt x="1823131" y="5534628"/>
                  <a:pt x="1810151" y="5536942"/>
                  <a:pt x="1798939" y="5540285"/>
                </a:cubicBezTo>
                <a:lnTo>
                  <a:pt x="1779046" y="5549949"/>
                </a:lnTo>
                <a:lnTo>
                  <a:pt x="1772421" y="5549018"/>
                </a:lnTo>
                <a:lnTo>
                  <a:pt x="1772052" y="5545689"/>
                </a:lnTo>
                <a:cubicBezTo>
                  <a:pt x="1758274" y="5534165"/>
                  <a:pt x="1670822" y="5556887"/>
                  <a:pt x="1711543" y="5534558"/>
                </a:cubicBezTo>
                <a:cubicBezTo>
                  <a:pt x="1696140" y="5533324"/>
                  <a:pt x="1670188" y="5488258"/>
                  <a:pt x="1631462" y="5491807"/>
                </a:cubicBezTo>
                <a:cubicBezTo>
                  <a:pt x="1579148" y="5498877"/>
                  <a:pt x="1591754" y="5486800"/>
                  <a:pt x="1538763" y="5482781"/>
                </a:cubicBezTo>
                <a:cubicBezTo>
                  <a:pt x="1522078" y="5456666"/>
                  <a:pt x="1527306" y="5478305"/>
                  <a:pt x="1501533" y="5467817"/>
                </a:cubicBezTo>
                <a:cubicBezTo>
                  <a:pt x="1499922" y="5487659"/>
                  <a:pt x="1473126" y="5449434"/>
                  <a:pt x="1461266" y="5469343"/>
                </a:cubicBezTo>
                <a:cubicBezTo>
                  <a:pt x="1456951" y="5466804"/>
                  <a:pt x="1453146" y="5463716"/>
                  <a:pt x="1449415" y="5460467"/>
                </a:cubicBezTo>
                <a:lnTo>
                  <a:pt x="1447454" y="5458776"/>
                </a:lnTo>
                <a:lnTo>
                  <a:pt x="1437814" y="5455515"/>
                </a:lnTo>
                <a:lnTo>
                  <a:pt x="1437334" y="5450209"/>
                </a:lnTo>
                <a:lnTo>
                  <a:pt x="1424429" y="5442157"/>
                </a:lnTo>
                <a:cubicBezTo>
                  <a:pt x="1419251" y="5439819"/>
                  <a:pt x="1413273" y="5438098"/>
                  <a:pt x="1406063" y="5437380"/>
                </a:cubicBezTo>
                <a:cubicBezTo>
                  <a:pt x="1378526" y="5442640"/>
                  <a:pt x="1350821" y="5412037"/>
                  <a:pt x="1316379" y="5419601"/>
                </a:cubicBezTo>
                <a:cubicBezTo>
                  <a:pt x="1304160" y="5420695"/>
                  <a:pt x="1269061" y="5413755"/>
                  <a:pt x="1264090" y="5406153"/>
                </a:cubicBezTo>
                <a:cubicBezTo>
                  <a:pt x="1257115" y="5403410"/>
                  <a:pt x="1247955" y="5404075"/>
                  <a:pt x="1246374" y="5396631"/>
                </a:cubicBezTo>
                <a:cubicBezTo>
                  <a:pt x="1242951" y="5387390"/>
                  <a:pt x="1213970" y="5395299"/>
                  <a:pt x="1220190" y="5386301"/>
                </a:cubicBezTo>
                <a:cubicBezTo>
                  <a:pt x="1199695" y="5391599"/>
                  <a:pt x="1189803" y="5371737"/>
                  <a:pt x="1175643" y="5364651"/>
                </a:cubicBezTo>
                <a:cubicBezTo>
                  <a:pt x="1167337" y="5367627"/>
                  <a:pt x="1159852" y="5363931"/>
                  <a:pt x="1150342" y="5358447"/>
                </a:cubicBezTo>
                <a:lnTo>
                  <a:pt x="1112024" y="5345786"/>
                </a:lnTo>
                <a:lnTo>
                  <a:pt x="1100870" y="5343651"/>
                </a:lnTo>
                <a:lnTo>
                  <a:pt x="1096383" y="5343015"/>
                </a:lnTo>
                <a:lnTo>
                  <a:pt x="1058039" y="5343504"/>
                </a:lnTo>
                <a:cubicBezTo>
                  <a:pt x="1057478" y="5341976"/>
                  <a:pt x="1056597" y="5340487"/>
                  <a:pt x="1055426" y="5339088"/>
                </a:cubicBezTo>
                <a:lnTo>
                  <a:pt x="1044738" y="5333063"/>
                </a:lnTo>
                <a:lnTo>
                  <a:pt x="1033909" y="5335680"/>
                </a:lnTo>
                <a:cubicBezTo>
                  <a:pt x="1035046" y="5328129"/>
                  <a:pt x="1022289" y="5334344"/>
                  <a:pt x="1012649" y="5334541"/>
                </a:cubicBezTo>
                <a:lnTo>
                  <a:pt x="1007115" y="5332775"/>
                </a:lnTo>
                <a:lnTo>
                  <a:pt x="987447" y="5346462"/>
                </a:lnTo>
                <a:cubicBezTo>
                  <a:pt x="976074" y="5346779"/>
                  <a:pt x="963827" y="5334768"/>
                  <a:pt x="953418" y="5333901"/>
                </a:cubicBezTo>
                <a:lnTo>
                  <a:pt x="916854" y="5329435"/>
                </a:lnTo>
                <a:lnTo>
                  <a:pt x="905651" y="5332114"/>
                </a:lnTo>
                <a:cubicBezTo>
                  <a:pt x="881256" y="5332755"/>
                  <a:pt x="855727" y="5330820"/>
                  <a:pt x="838405" y="5339470"/>
                </a:cubicBezTo>
                <a:cubicBezTo>
                  <a:pt x="831364" y="5340489"/>
                  <a:pt x="823548" y="5331589"/>
                  <a:pt x="817627" y="5330580"/>
                </a:cubicBezTo>
                <a:lnTo>
                  <a:pt x="801817" y="5325937"/>
                </a:lnTo>
                <a:lnTo>
                  <a:pt x="798857" y="5320979"/>
                </a:lnTo>
                <a:lnTo>
                  <a:pt x="788354" y="5320143"/>
                </a:lnTo>
                <a:lnTo>
                  <a:pt x="785726" y="5318989"/>
                </a:lnTo>
                <a:cubicBezTo>
                  <a:pt x="780721" y="5316767"/>
                  <a:pt x="775719" y="5314716"/>
                  <a:pt x="770507" y="5313309"/>
                </a:cubicBezTo>
                <a:cubicBezTo>
                  <a:pt x="768924" y="5335137"/>
                  <a:pt x="725899" y="5304945"/>
                  <a:pt x="733810" y="5324286"/>
                </a:cubicBezTo>
                <a:cubicBezTo>
                  <a:pt x="704886" y="5320356"/>
                  <a:pt x="720003" y="5339795"/>
                  <a:pt x="692117" y="5318786"/>
                </a:cubicBezTo>
                <a:cubicBezTo>
                  <a:pt x="640968" y="5327470"/>
                  <a:pt x="620209" y="5334772"/>
                  <a:pt x="574943" y="5327578"/>
                </a:cubicBezTo>
                <a:cubicBezTo>
                  <a:pt x="533141" y="5325624"/>
                  <a:pt x="480989" y="5305543"/>
                  <a:pt x="441302" y="5307062"/>
                </a:cubicBezTo>
                <a:cubicBezTo>
                  <a:pt x="381194" y="5308098"/>
                  <a:pt x="355572" y="5361507"/>
                  <a:pt x="336819" y="5336690"/>
                </a:cubicBezTo>
                <a:cubicBezTo>
                  <a:pt x="308424" y="5343088"/>
                  <a:pt x="294704" y="5344301"/>
                  <a:pt x="270932" y="5345451"/>
                </a:cubicBezTo>
                <a:lnTo>
                  <a:pt x="194189" y="5343588"/>
                </a:lnTo>
                <a:lnTo>
                  <a:pt x="192552" y="5342845"/>
                </a:lnTo>
                <a:cubicBezTo>
                  <a:pt x="185478" y="5341467"/>
                  <a:pt x="181262" y="5342160"/>
                  <a:pt x="178320" y="5343766"/>
                </a:cubicBezTo>
                <a:lnTo>
                  <a:pt x="175596" y="5346411"/>
                </a:lnTo>
                <a:lnTo>
                  <a:pt x="147287" y="5352625"/>
                </a:lnTo>
                <a:lnTo>
                  <a:pt x="114847" y="5355844"/>
                </a:lnTo>
                <a:lnTo>
                  <a:pt x="114306" y="5354983"/>
                </a:lnTo>
                <a:cubicBezTo>
                  <a:pt x="110042" y="5353823"/>
                  <a:pt x="100016" y="5353058"/>
                  <a:pt x="89264" y="5348886"/>
                </a:cubicBezTo>
                <a:cubicBezTo>
                  <a:pt x="93123" y="5327937"/>
                  <a:pt x="57863" y="5341064"/>
                  <a:pt x="49794" y="5329950"/>
                </a:cubicBezTo>
                <a:cubicBezTo>
                  <a:pt x="40251" y="5331715"/>
                  <a:pt x="30226" y="5333199"/>
                  <a:pt x="19924" y="5334282"/>
                </a:cubicBezTo>
                <a:lnTo>
                  <a:pt x="13819" y="5334653"/>
                </a:lnTo>
                <a:lnTo>
                  <a:pt x="13657" y="5334455"/>
                </a:lnTo>
                <a:cubicBezTo>
                  <a:pt x="12246" y="5334096"/>
                  <a:pt x="10207" y="5334053"/>
                  <a:pt x="7139" y="5334438"/>
                </a:cubicBezTo>
                <a:lnTo>
                  <a:pt x="2684" y="5335333"/>
                </a:lnTo>
                <a:lnTo>
                  <a:pt x="0" y="5335496"/>
                </a:lnTo>
                <a:lnTo>
                  <a:pt x="0" y="10592"/>
                </a:lnTo>
                <a:lnTo>
                  <a:pt x="11243827" y="0"/>
                </a:lnTo>
                <a:close/>
              </a:path>
            </a:pathLst>
          </a:custGeom>
          <a:solidFill>
            <a:schemeClr val="bg1">
              <a:alpha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FBFC9AD-8C29-AF64-A11B-201F781C92BC}"/>
              </a:ext>
            </a:extLst>
          </p:cNvPr>
          <p:cNvSpPr>
            <a:spLocks noGrp="1"/>
          </p:cNvSpPr>
          <p:nvPr>
            <p:ph type="title"/>
          </p:nvPr>
        </p:nvSpPr>
        <p:spPr>
          <a:xfrm>
            <a:off x="1629751" y="1059116"/>
            <a:ext cx="8924392" cy="933486"/>
          </a:xfrm>
        </p:spPr>
        <p:txBody>
          <a:bodyPr>
            <a:normAutofit/>
          </a:bodyPr>
          <a:lstStyle/>
          <a:p>
            <a:pPr algn="ctr"/>
            <a:r>
              <a:rPr lang="en-GB" dirty="0">
                <a:cs typeface="Calibri Light"/>
              </a:rPr>
              <a:t>Observations (Scenario Based)</a:t>
            </a:r>
            <a:endParaRPr lang="en-US"/>
          </a:p>
        </p:txBody>
      </p:sp>
      <p:sp>
        <p:nvSpPr>
          <p:cNvPr id="14" name="Rectangle 6">
            <a:extLst>
              <a:ext uri="{FF2B5EF4-FFF2-40B4-BE49-F238E27FC236}">
                <a16:creationId xmlns:a16="http://schemas.microsoft.com/office/drawing/2014/main" id="{16A12243-4887-4E89-8347-1146AE5D14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1727" y="351737"/>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33FF0AD-8677-8AB6-5512-1F0822675775}"/>
              </a:ext>
            </a:extLst>
          </p:cNvPr>
          <p:cNvSpPr>
            <a:spLocks noGrp="1"/>
          </p:cNvSpPr>
          <p:nvPr>
            <p:ph idx="1"/>
          </p:nvPr>
        </p:nvSpPr>
        <p:spPr>
          <a:xfrm>
            <a:off x="1957986" y="2292176"/>
            <a:ext cx="8273380" cy="3329395"/>
          </a:xfrm>
        </p:spPr>
        <p:txBody>
          <a:bodyPr vert="horz" lIns="91440" tIns="45720" rIns="91440" bIns="45720" rtlCol="0">
            <a:normAutofit fontScale="92500" lnSpcReduction="10000"/>
          </a:bodyPr>
          <a:lstStyle/>
          <a:p>
            <a:r>
              <a:rPr lang="en-GB" sz="2400">
                <a:cs typeface="Calibri"/>
              </a:rPr>
              <a:t>Think back to our paper protype reviews</a:t>
            </a:r>
          </a:p>
          <a:p>
            <a:r>
              <a:rPr lang="en-GB" sz="2400">
                <a:cs typeface="Calibri"/>
              </a:rPr>
              <a:t>Create scenarios for the user to follow</a:t>
            </a:r>
          </a:p>
          <a:p>
            <a:pPr lvl="1"/>
            <a:r>
              <a:rPr lang="en-GB">
                <a:cs typeface="Calibri"/>
              </a:rPr>
              <a:t>Login</a:t>
            </a:r>
          </a:p>
          <a:p>
            <a:pPr lvl="1"/>
            <a:r>
              <a:rPr lang="en-GB">
                <a:cs typeface="Calibri"/>
              </a:rPr>
              <a:t>Register a new account</a:t>
            </a:r>
          </a:p>
          <a:p>
            <a:pPr lvl="1"/>
            <a:r>
              <a:rPr lang="en-GB">
                <a:cs typeface="Calibri"/>
              </a:rPr>
              <a:t>Find Health Advice for Birmingham</a:t>
            </a:r>
          </a:p>
          <a:p>
            <a:pPr lvl="1"/>
            <a:r>
              <a:rPr lang="en-GB">
                <a:cs typeface="Calibri"/>
              </a:rPr>
              <a:t>Base these on your functional requirements and try to be detailed </a:t>
            </a:r>
          </a:p>
          <a:p>
            <a:r>
              <a:rPr lang="en-GB" sz="2400">
                <a:ea typeface="+mn-lt"/>
                <a:cs typeface="+mn-lt"/>
              </a:rPr>
              <a:t>You will then have a form that you fill out saying if they were able to complete the task, how long it took and any issues or comments they had</a:t>
            </a:r>
          </a:p>
          <a:p>
            <a:pPr marL="0" indent="0">
              <a:buNone/>
            </a:pPr>
            <a:endParaRPr lang="en-GB" sz="2400">
              <a:cs typeface="Calibri" panose="020F0502020204030204"/>
            </a:endParaRPr>
          </a:p>
          <a:p>
            <a:pPr marL="0" indent="0">
              <a:buNone/>
            </a:pPr>
            <a:endParaRPr lang="en-GB" sz="2400">
              <a:cs typeface="Calibri" panose="020F0502020204030204"/>
            </a:endParaRPr>
          </a:p>
        </p:txBody>
      </p:sp>
    </p:spTree>
    <p:extLst>
      <p:ext uri="{BB962C8B-B14F-4D97-AF65-F5344CB8AC3E}">
        <p14:creationId xmlns:p14="http://schemas.microsoft.com/office/powerpoint/2010/main" val="8400059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11026190-6B62-46DB-B5FF-9E0FF9BDCD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66DA0389-D66E-4727-8EFB-E60E6C412F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4693" y="870265"/>
            <a:ext cx="9662615" cy="1603018"/>
          </a:xfrm>
          <a:custGeom>
            <a:avLst/>
            <a:gdLst>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4055448 w 9662615"/>
              <a:gd name="connsiteY72" fmla="*/ 1528913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86537 w 9662615"/>
              <a:gd name="connsiteY72" fmla="*/ 1523612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96258 w 9662615"/>
              <a:gd name="connsiteY74" fmla="*/ 1537563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96258 w 9662615"/>
              <a:gd name="connsiteY74" fmla="*/ 1537563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30805 w 9662615"/>
              <a:gd name="connsiteY81" fmla="*/ 1542521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96258 w 9662615"/>
              <a:gd name="connsiteY74" fmla="*/ 1537563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30805 w 9662615"/>
              <a:gd name="connsiteY81" fmla="*/ 1542521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91676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96258 w 9662615"/>
              <a:gd name="connsiteY74" fmla="*/ 1537563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30805 w 9662615"/>
              <a:gd name="connsiteY81" fmla="*/ 1542521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91676 w 9662615"/>
              <a:gd name="connsiteY91" fmla="*/ 1500859 h 1583140"/>
              <a:gd name="connsiteX92" fmla="*/ 2378036 w 9662615"/>
              <a:gd name="connsiteY92" fmla="*/ 1520645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894799 w 9662615"/>
              <a:gd name="connsiteY56" fmla="*/ 1559476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94469 w 9662615"/>
              <a:gd name="connsiteY66" fmla="*/ 1551958 h 1587534"/>
              <a:gd name="connsiteX67" fmla="*/ 4671940 w 9662615"/>
              <a:gd name="connsiteY67" fmla="*/ 1547617 h 1587534"/>
              <a:gd name="connsiteX68" fmla="*/ 4589320 w 9662615"/>
              <a:gd name="connsiteY68" fmla="*/ 1534660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894799 w 9662615"/>
              <a:gd name="connsiteY56" fmla="*/ 1559476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94469 w 9662615"/>
              <a:gd name="connsiteY66" fmla="*/ 1551958 h 1587534"/>
              <a:gd name="connsiteX67" fmla="*/ 4671940 w 9662615"/>
              <a:gd name="connsiteY67" fmla="*/ 1547617 h 1587534"/>
              <a:gd name="connsiteX68" fmla="*/ 4541612 w 9662615"/>
              <a:gd name="connsiteY68" fmla="*/ 1545262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894799 w 9662615"/>
              <a:gd name="connsiteY56" fmla="*/ 1559476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94469 w 9662615"/>
              <a:gd name="connsiteY66" fmla="*/ 1551958 h 1587534"/>
              <a:gd name="connsiteX67" fmla="*/ 4603028 w 9662615"/>
              <a:gd name="connsiteY67" fmla="*/ 1568821 h 1587534"/>
              <a:gd name="connsiteX68" fmla="*/ 4541612 w 9662615"/>
              <a:gd name="connsiteY68" fmla="*/ 1545262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894799 w 9662615"/>
              <a:gd name="connsiteY56" fmla="*/ 1559476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62664 w 9662615"/>
              <a:gd name="connsiteY66" fmla="*/ 1573162 h 1587534"/>
              <a:gd name="connsiteX67" fmla="*/ 4603028 w 9662615"/>
              <a:gd name="connsiteY67" fmla="*/ 1568821 h 1587534"/>
              <a:gd name="connsiteX68" fmla="*/ 4541612 w 9662615"/>
              <a:gd name="connsiteY68" fmla="*/ 1545262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921303 w 9662615"/>
              <a:gd name="connsiteY56" fmla="*/ 1575379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62664 w 9662615"/>
              <a:gd name="connsiteY66" fmla="*/ 1573162 h 1587534"/>
              <a:gd name="connsiteX67" fmla="*/ 4603028 w 9662615"/>
              <a:gd name="connsiteY67" fmla="*/ 1568821 h 1587534"/>
              <a:gd name="connsiteX68" fmla="*/ 4541612 w 9662615"/>
              <a:gd name="connsiteY68" fmla="*/ 1545262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082104 w 9662615"/>
              <a:gd name="connsiteY49" fmla="*/ 1547781 h 1598136"/>
              <a:gd name="connsiteX50" fmla="*/ 5059484 w 9662615"/>
              <a:gd name="connsiteY50" fmla="*/ 1546802 h 1598136"/>
              <a:gd name="connsiteX51" fmla="*/ 5050958 w 9662615"/>
              <a:gd name="connsiteY51" fmla="*/ 1545776 h 1598136"/>
              <a:gd name="connsiteX52" fmla="*/ 5038524 w 9662615"/>
              <a:gd name="connsiteY52" fmla="*/ 1545675 h 1598136"/>
              <a:gd name="connsiteX53" fmla="*/ 5038223 w 9662615"/>
              <a:gd name="connsiteY53" fmla="*/ 1545881 h 1598136"/>
              <a:gd name="connsiteX54" fmla="*/ 5026564 w 9662615"/>
              <a:gd name="connsiteY54" fmla="*/ 1545376 h 1598136"/>
              <a:gd name="connsiteX55" fmla="*/ 4969433 w 9662615"/>
              <a:gd name="connsiteY55" fmla="*/ 1540263 h 1598136"/>
              <a:gd name="connsiteX56" fmla="*/ 4921303 w 9662615"/>
              <a:gd name="connsiteY56" fmla="*/ 1575379 h 1598136"/>
              <a:gd name="connsiteX57" fmla="*/ 4863775 w 9662615"/>
              <a:gd name="connsiteY57" fmla="*/ 1562633 h 1598136"/>
              <a:gd name="connsiteX58" fmla="*/ 4847242 w 9662615"/>
              <a:gd name="connsiteY58" fmla="*/ 1565435 h 1598136"/>
              <a:gd name="connsiteX59" fmla="*/ 4856839 w 9662615"/>
              <a:gd name="connsiteY59" fmla="*/ 1598136 h 1598136"/>
              <a:gd name="connsiteX60" fmla="*/ 4791466 w 9662615"/>
              <a:gd name="connsiteY60" fmla="*/ 1561324 h 1598136"/>
              <a:gd name="connsiteX61" fmla="*/ 4784247 w 9662615"/>
              <a:gd name="connsiteY61" fmla="*/ 1562342 h 1598136"/>
              <a:gd name="connsiteX62" fmla="*/ 4748477 w 9662615"/>
              <a:gd name="connsiteY62" fmla="*/ 1556925 h 1598136"/>
              <a:gd name="connsiteX63" fmla="*/ 4730033 w 9662615"/>
              <a:gd name="connsiteY63" fmla="*/ 1555274 h 1598136"/>
              <a:gd name="connsiteX64" fmla="*/ 4724747 w 9662615"/>
              <a:gd name="connsiteY64" fmla="*/ 1552439 h 1598136"/>
              <a:gd name="connsiteX65" fmla="*/ 4697562 w 9662615"/>
              <a:gd name="connsiteY65" fmla="*/ 1551206 h 1598136"/>
              <a:gd name="connsiteX66" fmla="*/ 4662664 w 9662615"/>
              <a:gd name="connsiteY66" fmla="*/ 1573162 h 1598136"/>
              <a:gd name="connsiteX67" fmla="*/ 4603028 w 9662615"/>
              <a:gd name="connsiteY67" fmla="*/ 1568821 h 1598136"/>
              <a:gd name="connsiteX68" fmla="*/ 4541612 w 9662615"/>
              <a:gd name="connsiteY68" fmla="*/ 1545262 h 1598136"/>
              <a:gd name="connsiteX69" fmla="*/ 4422155 w 9662615"/>
              <a:gd name="connsiteY69" fmla="*/ 1542059 h 1598136"/>
              <a:gd name="connsiteX70" fmla="*/ 4221826 w 9662615"/>
              <a:gd name="connsiteY70" fmla="*/ 1508923 h 1598136"/>
              <a:gd name="connsiteX71" fmla="*/ 4096601 w 9662615"/>
              <a:gd name="connsiteY71" fmla="*/ 1521563 h 1598136"/>
              <a:gd name="connsiteX72" fmla="*/ 3970635 w 9662615"/>
              <a:gd name="connsiteY72" fmla="*/ 1544815 h 1598136"/>
              <a:gd name="connsiteX73" fmla="*/ 3833906 w 9662615"/>
              <a:gd name="connsiteY73" fmla="*/ 1516637 h 1598136"/>
              <a:gd name="connsiteX74" fmla="*/ 3696258 w 9662615"/>
              <a:gd name="connsiteY74" fmla="*/ 1537563 h 1598136"/>
              <a:gd name="connsiteX75" fmla="*/ 3594070 w 9662615"/>
              <a:gd name="connsiteY75" fmla="*/ 1509422 h 1598136"/>
              <a:gd name="connsiteX76" fmla="*/ 3565233 w 9662615"/>
              <a:gd name="connsiteY76" fmla="*/ 1515122 h 1598136"/>
              <a:gd name="connsiteX77" fmla="*/ 3560267 w 9662615"/>
              <a:gd name="connsiteY77" fmla="*/ 1516288 h 1598136"/>
              <a:gd name="connsiteX78" fmla="*/ 3540258 w 9662615"/>
              <a:gd name="connsiteY78" fmla="*/ 1516976 h 1598136"/>
              <a:gd name="connsiteX79" fmla="*/ 3534780 w 9662615"/>
              <a:gd name="connsiteY79" fmla="*/ 1522141 h 1598136"/>
              <a:gd name="connsiteX80" fmla="*/ 3504783 w 9662615"/>
              <a:gd name="connsiteY80" fmla="*/ 1526739 h 1598136"/>
              <a:gd name="connsiteX81" fmla="*/ 3430805 w 9662615"/>
              <a:gd name="connsiteY81" fmla="*/ 1542521 h 1598136"/>
              <a:gd name="connsiteX82" fmla="*/ 3292707 w 9662615"/>
              <a:gd name="connsiteY82" fmla="*/ 1520490 h 1598136"/>
              <a:gd name="connsiteX83" fmla="*/ 3187872 w 9662615"/>
              <a:gd name="connsiteY83" fmla="*/ 1519991 h 1598136"/>
              <a:gd name="connsiteX84" fmla="*/ 3148026 w 9662615"/>
              <a:gd name="connsiteY84" fmla="*/ 1524777 h 1598136"/>
              <a:gd name="connsiteX85" fmla="*/ 3092394 w 9662615"/>
              <a:gd name="connsiteY85" fmla="*/ 1528115 h 1598136"/>
              <a:gd name="connsiteX86" fmla="*/ 2994200 w 9662615"/>
              <a:gd name="connsiteY86" fmla="*/ 1537857 h 1598136"/>
              <a:gd name="connsiteX87" fmla="*/ 2862301 w 9662615"/>
              <a:gd name="connsiteY87" fmla="*/ 1544250 h 1598136"/>
              <a:gd name="connsiteX88" fmla="*/ 2766335 w 9662615"/>
              <a:gd name="connsiteY88" fmla="*/ 1527662 h 1598136"/>
              <a:gd name="connsiteX89" fmla="*/ 2757836 w 9662615"/>
              <a:gd name="connsiteY89" fmla="*/ 1531371 h 1598136"/>
              <a:gd name="connsiteX90" fmla="*/ 2691555 w 9662615"/>
              <a:gd name="connsiteY90" fmla="*/ 1530283 h 1598136"/>
              <a:gd name="connsiteX91" fmla="*/ 2491676 w 9662615"/>
              <a:gd name="connsiteY91" fmla="*/ 1500859 h 1598136"/>
              <a:gd name="connsiteX92" fmla="*/ 2378036 w 9662615"/>
              <a:gd name="connsiteY92" fmla="*/ 1520645 h 1598136"/>
              <a:gd name="connsiteX93" fmla="*/ 2284269 w 9662615"/>
              <a:gd name="connsiteY93" fmla="*/ 1503068 h 1598136"/>
              <a:gd name="connsiteX94" fmla="*/ 2207104 w 9662615"/>
              <a:gd name="connsiteY94" fmla="*/ 1508888 h 1598136"/>
              <a:gd name="connsiteX95" fmla="*/ 2149226 w 9662615"/>
              <a:gd name="connsiteY95" fmla="*/ 1523409 h 1598136"/>
              <a:gd name="connsiteX96" fmla="*/ 2084783 w 9662615"/>
              <a:gd name="connsiteY96" fmla="*/ 1524245 h 1598136"/>
              <a:gd name="connsiteX97" fmla="*/ 2070075 w 9662615"/>
              <a:gd name="connsiteY97" fmla="*/ 1511285 h 1598136"/>
              <a:gd name="connsiteX98" fmla="*/ 2001057 w 9662615"/>
              <a:gd name="connsiteY98" fmla="*/ 1516449 h 1598136"/>
              <a:gd name="connsiteX99" fmla="*/ 1896330 w 9662615"/>
              <a:gd name="connsiteY99" fmla="*/ 1525725 h 1598136"/>
              <a:gd name="connsiteX100" fmla="*/ 1835994 w 9662615"/>
              <a:gd name="connsiteY100" fmla="*/ 1527678 h 1598136"/>
              <a:gd name="connsiteX101" fmla="*/ 1671119 w 9662615"/>
              <a:gd name="connsiteY101" fmla="*/ 1536701 h 1598136"/>
              <a:gd name="connsiteX102" fmla="*/ 1601337 w 9662615"/>
              <a:gd name="connsiteY102" fmla="*/ 1548552 h 1598136"/>
              <a:gd name="connsiteX103" fmla="*/ 1407755 w 9662615"/>
              <a:gd name="connsiteY103" fmla="*/ 1571444 h 1598136"/>
              <a:gd name="connsiteX104" fmla="*/ 1271994 w 9662615"/>
              <a:gd name="connsiteY104" fmla="*/ 1579471 h 1598136"/>
              <a:gd name="connsiteX105" fmla="*/ 1249226 w 9662615"/>
              <a:gd name="connsiteY105" fmla="*/ 1583140 h 1598136"/>
              <a:gd name="connsiteX106" fmla="*/ 1217719 w 9662615"/>
              <a:gd name="connsiteY106" fmla="*/ 1580863 h 1598136"/>
              <a:gd name="connsiteX107" fmla="*/ 1091432 w 9662615"/>
              <a:gd name="connsiteY107" fmla="*/ 1571003 h 1598136"/>
              <a:gd name="connsiteX108" fmla="*/ 992039 w 9662615"/>
              <a:gd name="connsiteY108" fmla="*/ 1556662 h 1598136"/>
              <a:gd name="connsiteX109" fmla="*/ 868264 w 9662615"/>
              <a:gd name="connsiteY109" fmla="*/ 1566392 h 1598136"/>
              <a:gd name="connsiteX110" fmla="*/ 792765 w 9662615"/>
              <a:gd name="connsiteY110" fmla="*/ 1563102 h 1598136"/>
              <a:gd name="connsiteX111" fmla="*/ 669055 w 9662615"/>
              <a:gd name="connsiteY111" fmla="*/ 1543638 h 1598136"/>
              <a:gd name="connsiteX112" fmla="*/ 506152 w 9662615"/>
              <a:gd name="connsiteY112" fmla="*/ 1549124 h 1598136"/>
              <a:gd name="connsiteX113" fmla="*/ 472797 w 9662615"/>
              <a:gd name="connsiteY113" fmla="*/ 1568904 h 1598136"/>
              <a:gd name="connsiteX114" fmla="*/ 427864 w 9662615"/>
              <a:gd name="connsiteY114" fmla="*/ 1580848 h 1598136"/>
              <a:gd name="connsiteX115" fmla="*/ 408381 w 9662615"/>
              <a:gd name="connsiteY115" fmla="*/ 1552940 h 1598136"/>
              <a:gd name="connsiteX116" fmla="*/ 267163 w 9662615"/>
              <a:gd name="connsiteY116" fmla="*/ 1531913 h 1598136"/>
              <a:gd name="connsiteX117" fmla="*/ 196644 w 9662615"/>
              <a:gd name="connsiteY117" fmla="*/ 1524565 h 1598136"/>
              <a:gd name="connsiteX118" fmla="*/ 86819 w 9662615"/>
              <a:gd name="connsiteY118" fmla="*/ 1519517 h 1598136"/>
              <a:gd name="connsiteX119" fmla="*/ 53369 w 9662615"/>
              <a:gd name="connsiteY119" fmla="*/ 1516853 h 1598136"/>
              <a:gd name="connsiteX120" fmla="*/ 2359 w 9662615"/>
              <a:gd name="connsiteY120" fmla="*/ 1515247 h 1598136"/>
              <a:gd name="connsiteX121" fmla="*/ 0 w 9662615"/>
              <a:gd name="connsiteY121" fmla="*/ 1514932 h 1598136"/>
              <a:gd name="connsiteX122" fmla="*/ 0 w 9662615"/>
              <a:gd name="connsiteY122" fmla="*/ 0 h 1598136"/>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129812 w 9662615"/>
              <a:gd name="connsiteY49" fmla="*/ 1521277 h 1598136"/>
              <a:gd name="connsiteX50" fmla="*/ 5059484 w 9662615"/>
              <a:gd name="connsiteY50" fmla="*/ 1546802 h 1598136"/>
              <a:gd name="connsiteX51" fmla="*/ 5050958 w 9662615"/>
              <a:gd name="connsiteY51" fmla="*/ 1545776 h 1598136"/>
              <a:gd name="connsiteX52" fmla="*/ 5038524 w 9662615"/>
              <a:gd name="connsiteY52" fmla="*/ 1545675 h 1598136"/>
              <a:gd name="connsiteX53" fmla="*/ 5038223 w 9662615"/>
              <a:gd name="connsiteY53" fmla="*/ 1545881 h 1598136"/>
              <a:gd name="connsiteX54" fmla="*/ 5026564 w 9662615"/>
              <a:gd name="connsiteY54" fmla="*/ 1545376 h 1598136"/>
              <a:gd name="connsiteX55" fmla="*/ 4969433 w 9662615"/>
              <a:gd name="connsiteY55" fmla="*/ 1540263 h 1598136"/>
              <a:gd name="connsiteX56" fmla="*/ 4921303 w 9662615"/>
              <a:gd name="connsiteY56" fmla="*/ 1575379 h 1598136"/>
              <a:gd name="connsiteX57" fmla="*/ 4863775 w 9662615"/>
              <a:gd name="connsiteY57" fmla="*/ 1562633 h 1598136"/>
              <a:gd name="connsiteX58" fmla="*/ 4847242 w 9662615"/>
              <a:gd name="connsiteY58" fmla="*/ 1565435 h 1598136"/>
              <a:gd name="connsiteX59" fmla="*/ 4856839 w 9662615"/>
              <a:gd name="connsiteY59" fmla="*/ 1598136 h 1598136"/>
              <a:gd name="connsiteX60" fmla="*/ 4791466 w 9662615"/>
              <a:gd name="connsiteY60" fmla="*/ 1561324 h 1598136"/>
              <a:gd name="connsiteX61" fmla="*/ 4784247 w 9662615"/>
              <a:gd name="connsiteY61" fmla="*/ 1562342 h 1598136"/>
              <a:gd name="connsiteX62" fmla="*/ 4748477 w 9662615"/>
              <a:gd name="connsiteY62" fmla="*/ 1556925 h 1598136"/>
              <a:gd name="connsiteX63" fmla="*/ 4730033 w 9662615"/>
              <a:gd name="connsiteY63" fmla="*/ 1555274 h 1598136"/>
              <a:gd name="connsiteX64" fmla="*/ 4724747 w 9662615"/>
              <a:gd name="connsiteY64" fmla="*/ 1552439 h 1598136"/>
              <a:gd name="connsiteX65" fmla="*/ 4697562 w 9662615"/>
              <a:gd name="connsiteY65" fmla="*/ 1551206 h 1598136"/>
              <a:gd name="connsiteX66" fmla="*/ 4662664 w 9662615"/>
              <a:gd name="connsiteY66" fmla="*/ 1573162 h 1598136"/>
              <a:gd name="connsiteX67" fmla="*/ 4603028 w 9662615"/>
              <a:gd name="connsiteY67" fmla="*/ 1568821 h 1598136"/>
              <a:gd name="connsiteX68" fmla="*/ 4541612 w 9662615"/>
              <a:gd name="connsiteY68" fmla="*/ 1545262 h 1598136"/>
              <a:gd name="connsiteX69" fmla="*/ 4422155 w 9662615"/>
              <a:gd name="connsiteY69" fmla="*/ 1542059 h 1598136"/>
              <a:gd name="connsiteX70" fmla="*/ 4221826 w 9662615"/>
              <a:gd name="connsiteY70" fmla="*/ 1508923 h 1598136"/>
              <a:gd name="connsiteX71" fmla="*/ 4096601 w 9662615"/>
              <a:gd name="connsiteY71" fmla="*/ 1521563 h 1598136"/>
              <a:gd name="connsiteX72" fmla="*/ 3970635 w 9662615"/>
              <a:gd name="connsiteY72" fmla="*/ 1544815 h 1598136"/>
              <a:gd name="connsiteX73" fmla="*/ 3833906 w 9662615"/>
              <a:gd name="connsiteY73" fmla="*/ 1516637 h 1598136"/>
              <a:gd name="connsiteX74" fmla="*/ 3696258 w 9662615"/>
              <a:gd name="connsiteY74" fmla="*/ 1537563 h 1598136"/>
              <a:gd name="connsiteX75" fmla="*/ 3594070 w 9662615"/>
              <a:gd name="connsiteY75" fmla="*/ 1509422 h 1598136"/>
              <a:gd name="connsiteX76" fmla="*/ 3565233 w 9662615"/>
              <a:gd name="connsiteY76" fmla="*/ 1515122 h 1598136"/>
              <a:gd name="connsiteX77" fmla="*/ 3560267 w 9662615"/>
              <a:gd name="connsiteY77" fmla="*/ 1516288 h 1598136"/>
              <a:gd name="connsiteX78" fmla="*/ 3540258 w 9662615"/>
              <a:gd name="connsiteY78" fmla="*/ 1516976 h 1598136"/>
              <a:gd name="connsiteX79" fmla="*/ 3534780 w 9662615"/>
              <a:gd name="connsiteY79" fmla="*/ 1522141 h 1598136"/>
              <a:gd name="connsiteX80" fmla="*/ 3504783 w 9662615"/>
              <a:gd name="connsiteY80" fmla="*/ 1526739 h 1598136"/>
              <a:gd name="connsiteX81" fmla="*/ 3430805 w 9662615"/>
              <a:gd name="connsiteY81" fmla="*/ 1542521 h 1598136"/>
              <a:gd name="connsiteX82" fmla="*/ 3292707 w 9662615"/>
              <a:gd name="connsiteY82" fmla="*/ 1520490 h 1598136"/>
              <a:gd name="connsiteX83" fmla="*/ 3187872 w 9662615"/>
              <a:gd name="connsiteY83" fmla="*/ 1519991 h 1598136"/>
              <a:gd name="connsiteX84" fmla="*/ 3148026 w 9662615"/>
              <a:gd name="connsiteY84" fmla="*/ 1524777 h 1598136"/>
              <a:gd name="connsiteX85" fmla="*/ 3092394 w 9662615"/>
              <a:gd name="connsiteY85" fmla="*/ 1528115 h 1598136"/>
              <a:gd name="connsiteX86" fmla="*/ 2994200 w 9662615"/>
              <a:gd name="connsiteY86" fmla="*/ 1537857 h 1598136"/>
              <a:gd name="connsiteX87" fmla="*/ 2862301 w 9662615"/>
              <a:gd name="connsiteY87" fmla="*/ 1544250 h 1598136"/>
              <a:gd name="connsiteX88" fmla="*/ 2766335 w 9662615"/>
              <a:gd name="connsiteY88" fmla="*/ 1527662 h 1598136"/>
              <a:gd name="connsiteX89" fmla="*/ 2757836 w 9662615"/>
              <a:gd name="connsiteY89" fmla="*/ 1531371 h 1598136"/>
              <a:gd name="connsiteX90" fmla="*/ 2691555 w 9662615"/>
              <a:gd name="connsiteY90" fmla="*/ 1530283 h 1598136"/>
              <a:gd name="connsiteX91" fmla="*/ 2491676 w 9662615"/>
              <a:gd name="connsiteY91" fmla="*/ 1500859 h 1598136"/>
              <a:gd name="connsiteX92" fmla="*/ 2378036 w 9662615"/>
              <a:gd name="connsiteY92" fmla="*/ 1520645 h 1598136"/>
              <a:gd name="connsiteX93" fmla="*/ 2284269 w 9662615"/>
              <a:gd name="connsiteY93" fmla="*/ 1503068 h 1598136"/>
              <a:gd name="connsiteX94" fmla="*/ 2207104 w 9662615"/>
              <a:gd name="connsiteY94" fmla="*/ 1508888 h 1598136"/>
              <a:gd name="connsiteX95" fmla="*/ 2149226 w 9662615"/>
              <a:gd name="connsiteY95" fmla="*/ 1523409 h 1598136"/>
              <a:gd name="connsiteX96" fmla="*/ 2084783 w 9662615"/>
              <a:gd name="connsiteY96" fmla="*/ 1524245 h 1598136"/>
              <a:gd name="connsiteX97" fmla="*/ 2070075 w 9662615"/>
              <a:gd name="connsiteY97" fmla="*/ 1511285 h 1598136"/>
              <a:gd name="connsiteX98" fmla="*/ 2001057 w 9662615"/>
              <a:gd name="connsiteY98" fmla="*/ 1516449 h 1598136"/>
              <a:gd name="connsiteX99" fmla="*/ 1896330 w 9662615"/>
              <a:gd name="connsiteY99" fmla="*/ 1525725 h 1598136"/>
              <a:gd name="connsiteX100" fmla="*/ 1835994 w 9662615"/>
              <a:gd name="connsiteY100" fmla="*/ 1527678 h 1598136"/>
              <a:gd name="connsiteX101" fmla="*/ 1671119 w 9662615"/>
              <a:gd name="connsiteY101" fmla="*/ 1536701 h 1598136"/>
              <a:gd name="connsiteX102" fmla="*/ 1601337 w 9662615"/>
              <a:gd name="connsiteY102" fmla="*/ 1548552 h 1598136"/>
              <a:gd name="connsiteX103" fmla="*/ 1407755 w 9662615"/>
              <a:gd name="connsiteY103" fmla="*/ 1571444 h 1598136"/>
              <a:gd name="connsiteX104" fmla="*/ 1271994 w 9662615"/>
              <a:gd name="connsiteY104" fmla="*/ 1579471 h 1598136"/>
              <a:gd name="connsiteX105" fmla="*/ 1249226 w 9662615"/>
              <a:gd name="connsiteY105" fmla="*/ 1583140 h 1598136"/>
              <a:gd name="connsiteX106" fmla="*/ 1217719 w 9662615"/>
              <a:gd name="connsiteY106" fmla="*/ 1580863 h 1598136"/>
              <a:gd name="connsiteX107" fmla="*/ 1091432 w 9662615"/>
              <a:gd name="connsiteY107" fmla="*/ 1571003 h 1598136"/>
              <a:gd name="connsiteX108" fmla="*/ 992039 w 9662615"/>
              <a:gd name="connsiteY108" fmla="*/ 1556662 h 1598136"/>
              <a:gd name="connsiteX109" fmla="*/ 868264 w 9662615"/>
              <a:gd name="connsiteY109" fmla="*/ 1566392 h 1598136"/>
              <a:gd name="connsiteX110" fmla="*/ 792765 w 9662615"/>
              <a:gd name="connsiteY110" fmla="*/ 1563102 h 1598136"/>
              <a:gd name="connsiteX111" fmla="*/ 669055 w 9662615"/>
              <a:gd name="connsiteY111" fmla="*/ 1543638 h 1598136"/>
              <a:gd name="connsiteX112" fmla="*/ 506152 w 9662615"/>
              <a:gd name="connsiteY112" fmla="*/ 1549124 h 1598136"/>
              <a:gd name="connsiteX113" fmla="*/ 472797 w 9662615"/>
              <a:gd name="connsiteY113" fmla="*/ 1568904 h 1598136"/>
              <a:gd name="connsiteX114" fmla="*/ 427864 w 9662615"/>
              <a:gd name="connsiteY114" fmla="*/ 1580848 h 1598136"/>
              <a:gd name="connsiteX115" fmla="*/ 408381 w 9662615"/>
              <a:gd name="connsiteY115" fmla="*/ 1552940 h 1598136"/>
              <a:gd name="connsiteX116" fmla="*/ 267163 w 9662615"/>
              <a:gd name="connsiteY116" fmla="*/ 1531913 h 1598136"/>
              <a:gd name="connsiteX117" fmla="*/ 196644 w 9662615"/>
              <a:gd name="connsiteY117" fmla="*/ 1524565 h 1598136"/>
              <a:gd name="connsiteX118" fmla="*/ 86819 w 9662615"/>
              <a:gd name="connsiteY118" fmla="*/ 1519517 h 1598136"/>
              <a:gd name="connsiteX119" fmla="*/ 53369 w 9662615"/>
              <a:gd name="connsiteY119" fmla="*/ 1516853 h 1598136"/>
              <a:gd name="connsiteX120" fmla="*/ 2359 w 9662615"/>
              <a:gd name="connsiteY120" fmla="*/ 1515247 h 1598136"/>
              <a:gd name="connsiteX121" fmla="*/ 0 w 9662615"/>
              <a:gd name="connsiteY121" fmla="*/ 1514932 h 1598136"/>
              <a:gd name="connsiteX122" fmla="*/ 0 w 9662615"/>
              <a:gd name="connsiteY122" fmla="*/ 0 h 1598136"/>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129812 w 9662615"/>
              <a:gd name="connsiteY49" fmla="*/ 1521277 h 1598136"/>
              <a:gd name="connsiteX50" fmla="*/ 5059484 w 9662615"/>
              <a:gd name="connsiteY50" fmla="*/ 1546802 h 1598136"/>
              <a:gd name="connsiteX51" fmla="*/ 5050958 w 9662615"/>
              <a:gd name="connsiteY51" fmla="*/ 1545776 h 1598136"/>
              <a:gd name="connsiteX52" fmla="*/ 5038524 w 9662615"/>
              <a:gd name="connsiteY52" fmla="*/ 1545675 h 1598136"/>
              <a:gd name="connsiteX53" fmla="*/ 5026564 w 9662615"/>
              <a:gd name="connsiteY53" fmla="*/ 1545376 h 1598136"/>
              <a:gd name="connsiteX54" fmla="*/ 4969433 w 9662615"/>
              <a:gd name="connsiteY54" fmla="*/ 1540263 h 1598136"/>
              <a:gd name="connsiteX55" fmla="*/ 4921303 w 9662615"/>
              <a:gd name="connsiteY55" fmla="*/ 1575379 h 1598136"/>
              <a:gd name="connsiteX56" fmla="*/ 4863775 w 9662615"/>
              <a:gd name="connsiteY56" fmla="*/ 1562633 h 1598136"/>
              <a:gd name="connsiteX57" fmla="*/ 4847242 w 9662615"/>
              <a:gd name="connsiteY57" fmla="*/ 1565435 h 1598136"/>
              <a:gd name="connsiteX58" fmla="*/ 4856839 w 9662615"/>
              <a:gd name="connsiteY58" fmla="*/ 1598136 h 1598136"/>
              <a:gd name="connsiteX59" fmla="*/ 4791466 w 9662615"/>
              <a:gd name="connsiteY59" fmla="*/ 1561324 h 1598136"/>
              <a:gd name="connsiteX60" fmla="*/ 4784247 w 9662615"/>
              <a:gd name="connsiteY60" fmla="*/ 1562342 h 1598136"/>
              <a:gd name="connsiteX61" fmla="*/ 4748477 w 9662615"/>
              <a:gd name="connsiteY61" fmla="*/ 1556925 h 1598136"/>
              <a:gd name="connsiteX62" fmla="*/ 4730033 w 9662615"/>
              <a:gd name="connsiteY62" fmla="*/ 1555274 h 1598136"/>
              <a:gd name="connsiteX63" fmla="*/ 4724747 w 9662615"/>
              <a:gd name="connsiteY63" fmla="*/ 1552439 h 1598136"/>
              <a:gd name="connsiteX64" fmla="*/ 4697562 w 9662615"/>
              <a:gd name="connsiteY64" fmla="*/ 1551206 h 1598136"/>
              <a:gd name="connsiteX65" fmla="*/ 4662664 w 9662615"/>
              <a:gd name="connsiteY65" fmla="*/ 1573162 h 1598136"/>
              <a:gd name="connsiteX66" fmla="*/ 4603028 w 9662615"/>
              <a:gd name="connsiteY66" fmla="*/ 1568821 h 1598136"/>
              <a:gd name="connsiteX67" fmla="*/ 4541612 w 9662615"/>
              <a:gd name="connsiteY67" fmla="*/ 1545262 h 1598136"/>
              <a:gd name="connsiteX68" fmla="*/ 4422155 w 9662615"/>
              <a:gd name="connsiteY68" fmla="*/ 1542059 h 1598136"/>
              <a:gd name="connsiteX69" fmla="*/ 4221826 w 9662615"/>
              <a:gd name="connsiteY69" fmla="*/ 1508923 h 1598136"/>
              <a:gd name="connsiteX70" fmla="*/ 4096601 w 9662615"/>
              <a:gd name="connsiteY70" fmla="*/ 1521563 h 1598136"/>
              <a:gd name="connsiteX71" fmla="*/ 3970635 w 9662615"/>
              <a:gd name="connsiteY71" fmla="*/ 1544815 h 1598136"/>
              <a:gd name="connsiteX72" fmla="*/ 3833906 w 9662615"/>
              <a:gd name="connsiteY72" fmla="*/ 1516637 h 1598136"/>
              <a:gd name="connsiteX73" fmla="*/ 3696258 w 9662615"/>
              <a:gd name="connsiteY73" fmla="*/ 1537563 h 1598136"/>
              <a:gd name="connsiteX74" fmla="*/ 3594070 w 9662615"/>
              <a:gd name="connsiteY74" fmla="*/ 1509422 h 1598136"/>
              <a:gd name="connsiteX75" fmla="*/ 3565233 w 9662615"/>
              <a:gd name="connsiteY75" fmla="*/ 1515122 h 1598136"/>
              <a:gd name="connsiteX76" fmla="*/ 3560267 w 9662615"/>
              <a:gd name="connsiteY76" fmla="*/ 1516288 h 1598136"/>
              <a:gd name="connsiteX77" fmla="*/ 3540258 w 9662615"/>
              <a:gd name="connsiteY77" fmla="*/ 1516976 h 1598136"/>
              <a:gd name="connsiteX78" fmla="*/ 3534780 w 9662615"/>
              <a:gd name="connsiteY78" fmla="*/ 1522141 h 1598136"/>
              <a:gd name="connsiteX79" fmla="*/ 3504783 w 9662615"/>
              <a:gd name="connsiteY79" fmla="*/ 1526739 h 1598136"/>
              <a:gd name="connsiteX80" fmla="*/ 3430805 w 9662615"/>
              <a:gd name="connsiteY80" fmla="*/ 1542521 h 1598136"/>
              <a:gd name="connsiteX81" fmla="*/ 3292707 w 9662615"/>
              <a:gd name="connsiteY81" fmla="*/ 1520490 h 1598136"/>
              <a:gd name="connsiteX82" fmla="*/ 3187872 w 9662615"/>
              <a:gd name="connsiteY82" fmla="*/ 1519991 h 1598136"/>
              <a:gd name="connsiteX83" fmla="*/ 3148026 w 9662615"/>
              <a:gd name="connsiteY83" fmla="*/ 1524777 h 1598136"/>
              <a:gd name="connsiteX84" fmla="*/ 3092394 w 9662615"/>
              <a:gd name="connsiteY84" fmla="*/ 1528115 h 1598136"/>
              <a:gd name="connsiteX85" fmla="*/ 2994200 w 9662615"/>
              <a:gd name="connsiteY85" fmla="*/ 1537857 h 1598136"/>
              <a:gd name="connsiteX86" fmla="*/ 2862301 w 9662615"/>
              <a:gd name="connsiteY86" fmla="*/ 1544250 h 1598136"/>
              <a:gd name="connsiteX87" fmla="*/ 2766335 w 9662615"/>
              <a:gd name="connsiteY87" fmla="*/ 1527662 h 1598136"/>
              <a:gd name="connsiteX88" fmla="*/ 2757836 w 9662615"/>
              <a:gd name="connsiteY88" fmla="*/ 1531371 h 1598136"/>
              <a:gd name="connsiteX89" fmla="*/ 2691555 w 9662615"/>
              <a:gd name="connsiteY89" fmla="*/ 1530283 h 1598136"/>
              <a:gd name="connsiteX90" fmla="*/ 2491676 w 9662615"/>
              <a:gd name="connsiteY90" fmla="*/ 1500859 h 1598136"/>
              <a:gd name="connsiteX91" fmla="*/ 2378036 w 9662615"/>
              <a:gd name="connsiteY91" fmla="*/ 1520645 h 1598136"/>
              <a:gd name="connsiteX92" fmla="*/ 2284269 w 9662615"/>
              <a:gd name="connsiteY92" fmla="*/ 1503068 h 1598136"/>
              <a:gd name="connsiteX93" fmla="*/ 2207104 w 9662615"/>
              <a:gd name="connsiteY93" fmla="*/ 1508888 h 1598136"/>
              <a:gd name="connsiteX94" fmla="*/ 2149226 w 9662615"/>
              <a:gd name="connsiteY94" fmla="*/ 1523409 h 1598136"/>
              <a:gd name="connsiteX95" fmla="*/ 2084783 w 9662615"/>
              <a:gd name="connsiteY95" fmla="*/ 1524245 h 1598136"/>
              <a:gd name="connsiteX96" fmla="*/ 2070075 w 9662615"/>
              <a:gd name="connsiteY96" fmla="*/ 1511285 h 1598136"/>
              <a:gd name="connsiteX97" fmla="*/ 2001057 w 9662615"/>
              <a:gd name="connsiteY97" fmla="*/ 1516449 h 1598136"/>
              <a:gd name="connsiteX98" fmla="*/ 1896330 w 9662615"/>
              <a:gd name="connsiteY98" fmla="*/ 1525725 h 1598136"/>
              <a:gd name="connsiteX99" fmla="*/ 1835994 w 9662615"/>
              <a:gd name="connsiteY99" fmla="*/ 1527678 h 1598136"/>
              <a:gd name="connsiteX100" fmla="*/ 1671119 w 9662615"/>
              <a:gd name="connsiteY100" fmla="*/ 1536701 h 1598136"/>
              <a:gd name="connsiteX101" fmla="*/ 1601337 w 9662615"/>
              <a:gd name="connsiteY101" fmla="*/ 1548552 h 1598136"/>
              <a:gd name="connsiteX102" fmla="*/ 1407755 w 9662615"/>
              <a:gd name="connsiteY102" fmla="*/ 1571444 h 1598136"/>
              <a:gd name="connsiteX103" fmla="*/ 1271994 w 9662615"/>
              <a:gd name="connsiteY103" fmla="*/ 1579471 h 1598136"/>
              <a:gd name="connsiteX104" fmla="*/ 1249226 w 9662615"/>
              <a:gd name="connsiteY104" fmla="*/ 1583140 h 1598136"/>
              <a:gd name="connsiteX105" fmla="*/ 1217719 w 9662615"/>
              <a:gd name="connsiteY105" fmla="*/ 1580863 h 1598136"/>
              <a:gd name="connsiteX106" fmla="*/ 1091432 w 9662615"/>
              <a:gd name="connsiteY106" fmla="*/ 1571003 h 1598136"/>
              <a:gd name="connsiteX107" fmla="*/ 992039 w 9662615"/>
              <a:gd name="connsiteY107" fmla="*/ 1556662 h 1598136"/>
              <a:gd name="connsiteX108" fmla="*/ 868264 w 9662615"/>
              <a:gd name="connsiteY108" fmla="*/ 1566392 h 1598136"/>
              <a:gd name="connsiteX109" fmla="*/ 792765 w 9662615"/>
              <a:gd name="connsiteY109" fmla="*/ 1563102 h 1598136"/>
              <a:gd name="connsiteX110" fmla="*/ 669055 w 9662615"/>
              <a:gd name="connsiteY110" fmla="*/ 1543638 h 1598136"/>
              <a:gd name="connsiteX111" fmla="*/ 506152 w 9662615"/>
              <a:gd name="connsiteY111" fmla="*/ 1549124 h 1598136"/>
              <a:gd name="connsiteX112" fmla="*/ 472797 w 9662615"/>
              <a:gd name="connsiteY112" fmla="*/ 1568904 h 1598136"/>
              <a:gd name="connsiteX113" fmla="*/ 427864 w 9662615"/>
              <a:gd name="connsiteY113" fmla="*/ 1580848 h 1598136"/>
              <a:gd name="connsiteX114" fmla="*/ 408381 w 9662615"/>
              <a:gd name="connsiteY114" fmla="*/ 1552940 h 1598136"/>
              <a:gd name="connsiteX115" fmla="*/ 267163 w 9662615"/>
              <a:gd name="connsiteY115" fmla="*/ 1531913 h 1598136"/>
              <a:gd name="connsiteX116" fmla="*/ 196644 w 9662615"/>
              <a:gd name="connsiteY116" fmla="*/ 1524565 h 1598136"/>
              <a:gd name="connsiteX117" fmla="*/ 86819 w 9662615"/>
              <a:gd name="connsiteY117" fmla="*/ 1519517 h 1598136"/>
              <a:gd name="connsiteX118" fmla="*/ 53369 w 9662615"/>
              <a:gd name="connsiteY118" fmla="*/ 1516853 h 1598136"/>
              <a:gd name="connsiteX119" fmla="*/ 2359 w 9662615"/>
              <a:gd name="connsiteY119" fmla="*/ 1515247 h 1598136"/>
              <a:gd name="connsiteX120" fmla="*/ 0 w 9662615"/>
              <a:gd name="connsiteY120" fmla="*/ 1514932 h 1598136"/>
              <a:gd name="connsiteX121" fmla="*/ 0 w 9662615"/>
              <a:gd name="connsiteY121" fmla="*/ 0 h 1598136"/>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129812 w 9662615"/>
              <a:gd name="connsiteY49" fmla="*/ 1521277 h 1598136"/>
              <a:gd name="connsiteX50" fmla="*/ 5059484 w 9662615"/>
              <a:gd name="connsiteY50" fmla="*/ 1546802 h 1598136"/>
              <a:gd name="connsiteX51" fmla="*/ 5038524 w 9662615"/>
              <a:gd name="connsiteY51" fmla="*/ 1545675 h 1598136"/>
              <a:gd name="connsiteX52" fmla="*/ 5026564 w 9662615"/>
              <a:gd name="connsiteY52" fmla="*/ 1545376 h 1598136"/>
              <a:gd name="connsiteX53" fmla="*/ 4969433 w 9662615"/>
              <a:gd name="connsiteY53" fmla="*/ 1540263 h 1598136"/>
              <a:gd name="connsiteX54" fmla="*/ 4921303 w 9662615"/>
              <a:gd name="connsiteY54" fmla="*/ 1575379 h 1598136"/>
              <a:gd name="connsiteX55" fmla="*/ 4863775 w 9662615"/>
              <a:gd name="connsiteY55" fmla="*/ 1562633 h 1598136"/>
              <a:gd name="connsiteX56" fmla="*/ 4847242 w 9662615"/>
              <a:gd name="connsiteY56" fmla="*/ 1565435 h 1598136"/>
              <a:gd name="connsiteX57" fmla="*/ 4856839 w 9662615"/>
              <a:gd name="connsiteY57" fmla="*/ 1598136 h 1598136"/>
              <a:gd name="connsiteX58" fmla="*/ 4791466 w 9662615"/>
              <a:gd name="connsiteY58" fmla="*/ 1561324 h 1598136"/>
              <a:gd name="connsiteX59" fmla="*/ 4784247 w 9662615"/>
              <a:gd name="connsiteY59" fmla="*/ 1562342 h 1598136"/>
              <a:gd name="connsiteX60" fmla="*/ 4748477 w 9662615"/>
              <a:gd name="connsiteY60" fmla="*/ 1556925 h 1598136"/>
              <a:gd name="connsiteX61" fmla="*/ 4730033 w 9662615"/>
              <a:gd name="connsiteY61" fmla="*/ 1555274 h 1598136"/>
              <a:gd name="connsiteX62" fmla="*/ 4724747 w 9662615"/>
              <a:gd name="connsiteY62" fmla="*/ 1552439 h 1598136"/>
              <a:gd name="connsiteX63" fmla="*/ 4697562 w 9662615"/>
              <a:gd name="connsiteY63" fmla="*/ 1551206 h 1598136"/>
              <a:gd name="connsiteX64" fmla="*/ 4662664 w 9662615"/>
              <a:gd name="connsiteY64" fmla="*/ 1573162 h 1598136"/>
              <a:gd name="connsiteX65" fmla="*/ 4603028 w 9662615"/>
              <a:gd name="connsiteY65" fmla="*/ 1568821 h 1598136"/>
              <a:gd name="connsiteX66" fmla="*/ 4541612 w 9662615"/>
              <a:gd name="connsiteY66" fmla="*/ 1545262 h 1598136"/>
              <a:gd name="connsiteX67" fmla="*/ 4422155 w 9662615"/>
              <a:gd name="connsiteY67" fmla="*/ 1542059 h 1598136"/>
              <a:gd name="connsiteX68" fmla="*/ 4221826 w 9662615"/>
              <a:gd name="connsiteY68" fmla="*/ 1508923 h 1598136"/>
              <a:gd name="connsiteX69" fmla="*/ 4096601 w 9662615"/>
              <a:gd name="connsiteY69" fmla="*/ 1521563 h 1598136"/>
              <a:gd name="connsiteX70" fmla="*/ 3970635 w 9662615"/>
              <a:gd name="connsiteY70" fmla="*/ 1544815 h 1598136"/>
              <a:gd name="connsiteX71" fmla="*/ 3833906 w 9662615"/>
              <a:gd name="connsiteY71" fmla="*/ 1516637 h 1598136"/>
              <a:gd name="connsiteX72" fmla="*/ 3696258 w 9662615"/>
              <a:gd name="connsiteY72" fmla="*/ 1537563 h 1598136"/>
              <a:gd name="connsiteX73" fmla="*/ 3594070 w 9662615"/>
              <a:gd name="connsiteY73" fmla="*/ 1509422 h 1598136"/>
              <a:gd name="connsiteX74" fmla="*/ 3565233 w 9662615"/>
              <a:gd name="connsiteY74" fmla="*/ 1515122 h 1598136"/>
              <a:gd name="connsiteX75" fmla="*/ 3560267 w 9662615"/>
              <a:gd name="connsiteY75" fmla="*/ 1516288 h 1598136"/>
              <a:gd name="connsiteX76" fmla="*/ 3540258 w 9662615"/>
              <a:gd name="connsiteY76" fmla="*/ 1516976 h 1598136"/>
              <a:gd name="connsiteX77" fmla="*/ 3534780 w 9662615"/>
              <a:gd name="connsiteY77" fmla="*/ 1522141 h 1598136"/>
              <a:gd name="connsiteX78" fmla="*/ 3504783 w 9662615"/>
              <a:gd name="connsiteY78" fmla="*/ 1526739 h 1598136"/>
              <a:gd name="connsiteX79" fmla="*/ 3430805 w 9662615"/>
              <a:gd name="connsiteY79" fmla="*/ 1542521 h 1598136"/>
              <a:gd name="connsiteX80" fmla="*/ 3292707 w 9662615"/>
              <a:gd name="connsiteY80" fmla="*/ 1520490 h 1598136"/>
              <a:gd name="connsiteX81" fmla="*/ 3187872 w 9662615"/>
              <a:gd name="connsiteY81" fmla="*/ 1519991 h 1598136"/>
              <a:gd name="connsiteX82" fmla="*/ 3148026 w 9662615"/>
              <a:gd name="connsiteY82" fmla="*/ 1524777 h 1598136"/>
              <a:gd name="connsiteX83" fmla="*/ 3092394 w 9662615"/>
              <a:gd name="connsiteY83" fmla="*/ 1528115 h 1598136"/>
              <a:gd name="connsiteX84" fmla="*/ 2994200 w 9662615"/>
              <a:gd name="connsiteY84" fmla="*/ 1537857 h 1598136"/>
              <a:gd name="connsiteX85" fmla="*/ 2862301 w 9662615"/>
              <a:gd name="connsiteY85" fmla="*/ 1544250 h 1598136"/>
              <a:gd name="connsiteX86" fmla="*/ 2766335 w 9662615"/>
              <a:gd name="connsiteY86" fmla="*/ 1527662 h 1598136"/>
              <a:gd name="connsiteX87" fmla="*/ 2757836 w 9662615"/>
              <a:gd name="connsiteY87" fmla="*/ 1531371 h 1598136"/>
              <a:gd name="connsiteX88" fmla="*/ 2691555 w 9662615"/>
              <a:gd name="connsiteY88" fmla="*/ 1530283 h 1598136"/>
              <a:gd name="connsiteX89" fmla="*/ 2491676 w 9662615"/>
              <a:gd name="connsiteY89" fmla="*/ 1500859 h 1598136"/>
              <a:gd name="connsiteX90" fmla="*/ 2378036 w 9662615"/>
              <a:gd name="connsiteY90" fmla="*/ 1520645 h 1598136"/>
              <a:gd name="connsiteX91" fmla="*/ 2284269 w 9662615"/>
              <a:gd name="connsiteY91" fmla="*/ 1503068 h 1598136"/>
              <a:gd name="connsiteX92" fmla="*/ 2207104 w 9662615"/>
              <a:gd name="connsiteY92" fmla="*/ 1508888 h 1598136"/>
              <a:gd name="connsiteX93" fmla="*/ 2149226 w 9662615"/>
              <a:gd name="connsiteY93" fmla="*/ 1523409 h 1598136"/>
              <a:gd name="connsiteX94" fmla="*/ 2084783 w 9662615"/>
              <a:gd name="connsiteY94" fmla="*/ 1524245 h 1598136"/>
              <a:gd name="connsiteX95" fmla="*/ 2070075 w 9662615"/>
              <a:gd name="connsiteY95" fmla="*/ 1511285 h 1598136"/>
              <a:gd name="connsiteX96" fmla="*/ 2001057 w 9662615"/>
              <a:gd name="connsiteY96" fmla="*/ 1516449 h 1598136"/>
              <a:gd name="connsiteX97" fmla="*/ 1896330 w 9662615"/>
              <a:gd name="connsiteY97" fmla="*/ 1525725 h 1598136"/>
              <a:gd name="connsiteX98" fmla="*/ 1835994 w 9662615"/>
              <a:gd name="connsiteY98" fmla="*/ 1527678 h 1598136"/>
              <a:gd name="connsiteX99" fmla="*/ 1671119 w 9662615"/>
              <a:gd name="connsiteY99" fmla="*/ 1536701 h 1598136"/>
              <a:gd name="connsiteX100" fmla="*/ 1601337 w 9662615"/>
              <a:gd name="connsiteY100" fmla="*/ 1548552 h 1598136"/>
              <a:gd name="connsiteX101" fmla="*/ 1407755 w 9662615"/>
              <a:gd name="connsiteY101" fmla="*/ 1571444 h 1598136"/>
              <a:gd name="connsiteX102" fmla="*/ 1271994 w 9662615"/>
              <a:gd name="connsiteY102" fmla="*/ 1579471 h 1598136"/>
              <a:gd name="connsiteX103" fmla="*/ 1249226 w 9662615"/>
              <a:gd name="connsiteY103" fmla="*/ 1583140 h 1598136"/>
              <a:gd name="connsiteX104" fmla="*/ 1217719 w 9662615"/>
              <a:gd name="connsiteY104" fmla="*/ 1580863 h 1598136"/>
              <a:gd name="connsiteX105" fmla="*/ 1091432 w 9662615"/>
              <a:gd name="connsiteY105" fmla="*/ 1571003 h 1598136"/>
              <a:gd name="connsiteX106" fmla="*/ 992039 w 9662615"/>
              <a:gd name="connsiteY106" fmla="*/ 1556662 h 1598136"/>
              <a:gd name="connsiteX107" fmla="*/ 868264 w 9662615"/>
              <a:gd name="connsiteY107" fmla="*/ 1566392 h 1598136"/>
              <a:gd name="connsiteX108" fmla="*/ 792765 w 9662615"/>
              <a:gd name="connsiteY108" fmla="*/ 1563102 h 1598136"/>
              <a:gd name="connsiteX109" fmla="*/ 669055 w 9662615"/>
              <a:gd name="connsiteY109" fmla="*/ 1543638 h 1598136"/>
              <a:gd name="connsiteX110" fmla="*/ 506152 w 9662615"/>
              <a:gd name="connsiteY110" fmla="*/ 1549124 h 1598136"/>
              <a:gd name="connsiteX111" fmla="*/ 472797 w 9662615"/>
              <a:gd name="connsiteY111" fmla="*/ 1568904 h 1598136"/>
              <a:gd name="connsiteX112" fmla="*/ 427864 w 9662615"/>
              <a:gd name="connsiteY112" fmla="*/ 1580848 h 1598136"/>
              <a:gd name="connsiteX113" fmla="*/ 408381 w 9662615"/>
              <a:gd name="connsiteY113" fmla="*/ 1552940 h 1598136"/>
              <a:gd name="connsiteX114" fmla="*/ 267163 w 9662615"/>
              <a:gd name="connsiteY114" fmla="*/ 1531913 h 1598136"/>
              <a:gd name="connsiteX115" fmla="*/ 196644 w 9662615"/>
              <a:gd name="connsiteY115" fmla="*/ 1524565 h 1598136"/>
              <a:gd name="connsiteX116" fmla="*/ 86819 w 9662615"/>
              <a:gd name="connsiteY116" fmla="*/ 1519517 h 1598136"/>
              <a:gd name="connsiteX117" fmla="*/ 53369 w 9662615"/>
              <a:gd name="connsiteY117" fmla="*/ 1516853 h 1598136"/>
              <a:gd name="connsiteX118" fmla="*/ 2359 w 9662615"/>
              <a:gd name="connsiteY118" fmla="*/ 1515247 h 1598136"/>
              <a:gd name="connsiteX119" fmla="*/ 0 w 9662615"/>
              <a:gd name="connsiteY119" fmla="*/ 1514932 h 1598136"/>
              <a:gd name="connsiteX120" fmla="*/ 0 w 9662615"/>
              <a:gd name="connsiteY120" fmla="*/ 0 h 1598136"/>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129812 w 9662615"/>
              <a:gd name="connsiteY49" fmla="*/ 1521277 h 1598136"/>
              <a:gd name="connsiteX50" fmla="*/ 5059484 w 9662615"/>
              <a:gd name="connsiteY50" fmla="*/ 1546802 h 1598136"/>
              <a:gd name="connsiteX51" fmla="*/ 5038524 w 9662615"/>
              <a:gd name="connsiteY51" fmla="*/ 1545675 h 1598136"/>
              <a:gd name="connsiteX52" fmla="*/ 5026564 w 9662615"/>
              <a:gd name="connsiteY52" fmla="*/ 1545376 h 1598136"/>
              <a:gd name="connsiteX53" fmla="*/ 4969433 w 9662615"/>
              <a:gd name="connsiteY53" fmla="*/ 1550865 h 1598136"/>
              <a:gd name="connsiteX54" fmla="*/ 4921303 w 9662615"/>
              <a:gd name="connsiteY54" fmla="*/ 1575379 h 1598136"/>
              <a:gd name="connsiteX55" fmla="*/ 4863775 w 9662615"/>
              <a:gd name="connsiteY55" fmla="*/ 1562633 h 1598136"/>
              <a:gd name="connsiteX56" fmla="*/ 4847242 w 9662615"/>
              <a:gd name="connsiteY56" fmla="*/ 1565435 h 1598136"/>
              <a:gd name="connsiteX57" fmla="*/ 4856839 w 9662615"/>
              <a:gd name="connsiteY57" fmla="*/ 1598136 h 1598136"/>
              <a:gd name="connsiteX58" fmla="*/ 4791466 w 9662615"/>
              <a:gd name="connsiteY58" fmla="*/ 1561324 h 1598136"/>
              <a:gd name="connsiteX59" fmla="*/ 4784247 w 9662615"/>
              <a:gd name="connsiteY59" fmla="*/ 1562342 h 1598136"/>
              <a:gd name="connsiteX60" fmla="*/ 4748477 w 9662615"/>
              <a:gd name="connsiteY60" fmla="*/ 1556925 h 1598136"/>
              <a:gd name="connsiteX61" fmla="*/ 4730033 w 9662615"/>
              <a:gd name="connsiteY61" fmla="*/ 1555274 h 1598136"/>
              <a:gd name="connsiteX62" fmla="*/ 4724747 w 9662615"/>
              <a:gd name="connsiteY62" fmla="*/ 1552439 h 1598136"/>
              <a:gd name="connsiteX63" fmla="*/ 4697562 w 9662615"/>
              <a:gd name="connsiteY63" fmla="*/ 1551206 h 1598136"/>
              <a:gd name="connsiteX64" fmla="*/ 4662664 w 9662615"/>
              <a:gd name="connsiteY64" fmla="*/ 1573162 h 1598136"/>
              <a:gd name="connsiteX65" fmla="*/ 4603028 w 9662615"/>
              <a:gd name="connsiteY65" fmla="*/ 1568821 h 1598136"/>
              <a:gd name="connsiteX66" fmla="*/ 4541612 w 9662615"/>
              <a:gd name="connsiteY66" fmla="*/ 1545262 h 1598136"/>
              <a:gd name="connsiteX67" fmla="*/ 4422155 w 9662615"/>
              <a:gd name="connsiteY67" fmla="*/ 1542059 h 1598136"/>
              <a:gd name="connsiteX68" fmla="*/ 4221826 w 9662615"/>
              <a:gd name="connsiteY68" fmla="*/ 1508923 h 1598136"/>
              <a:gd name="connsiteX69" fmla="*/ 4096601 w 9662615"/>
              <a:gd name="connsiteY69" fmla="*/ 1521563 h 1598136"/>
              <a:gd name="connsiteX70" fmla="*/ 3970635 w 9662615"/>
              <a:gd name="connsiteY70" fmla="*/ 1544815 h 1598136"/>
              <a:gd name="connsiteX71" fmla="*/ 3833906 w 9662615"/>
              <a:gd name="connsiteY71" fmla="*/ 1516637 h 1598136"/>
              <a:gd name="connsiteX72" fmla="*/ 3696258 w 9662615"/>
              <a:gd name="connsiteY72" fmla="*/ 1537563 h 1598136"/>
              <a:gd name="connsiteX73" fmla="*/ 3594070 w 9662615"/>
              <a:gd name="connsiteY73" fmla="*/ 1509422 h 1598136"/>
              <a:gd name="connsiteX74" fmla="*/ 3565233 w 9662615"/>
              <a:gd name="connsiteY74" fmla="*/ 1515122 h 1598136"/>
              <a:gd name="connsiteX75" fmla="*/ 3560267 w 9662615"/>
              <a:gd name="connsiteY75" fmla="*/ 1516288 h 1598136"/>
              <a:gd name="connsiteX76" fmla="*/ 3540258 w 9662615"/>
              <a:gd name="connsiteY76" fmla="*/ 1516976 h 1598136"/>
              <a:gd name="connsiteX77" fmla="*/ 3534780 w 9662615"/>
              <a:gd name="connsiteY77" fmla="*/ 1522141 h 1598136"/>
              <a:gd name="connsiteX78" fmla="*/ 3504783 w 9662615"/>
              <a:gd name="connsiteY78" fmla="*/ 1526739 h 1598136"/>
              <a:gd name="connsiteX79" fmla="*/ 3430805 w 9662615"/>
              <a:gd name="connsiteY79" fmla="*/ 1542521 h 1598136"/>
              <a:gd name="connsiteX80" fmla="*/ 3292707 w 9662615"/>
              <a:gd name="connsiteY80" fmla="*/ 1520490 h 1598136"/>
              <a:gd name="connsiteX81" fmla="*/ 3187872 w 9662615"/>
              <a:gd name="connsiteY81" fmla="*/ 1519991 h 1598136"/>
              <a:gd name="connsiteX82" fmla="*/ 3148026 w 9662615"/>
              <a:gd name="connsiteY82" fmla="*/ 1524777 h 1598136"/>
              <a:gd name="connsiteX83" fmla="*/ 3092394 w 9662615"/>
              <a:gd name="connsiteY83" fmla="*/ 1528115 h 1598136"/>
              <a:gd name="connsiteX84" fmla="*/ 2994200 w 9662615"/>
              <a:gd name="connsiteY84" fmla="*/ 1537857 h 1598136"/>
              <a:gd name="connsiteX85" fmla="*/ 2862301 w 9662615"/>
              <a:gd name="connsiteY85" fmla="*/ 1544250 h 1598136"/>
              <a:gd name="connsiteX86" fmla="*/ 2766335 w 9662615"/>
              <a:gd name="connsiteY86" fmla="*/ 1527662 h 1598136"/>
              <a:gd name="connsiteX87" fmla="*/ 2757836 w 9662615"/>
              <a:gd name="connsiteY87" fmla="*/ 1531371 h 1598136"/>
              <a:gd name="connsiteX88" fmla="*/ 2691555 w 9662615"/>
              <a:gd name="connsiteY88" fmla="*/ 1530283 h 1598136"/>
              <a:gd name="connsiteX89" fmla="*/ 2491676 w 9662615"/>
              <a:gd name="connsiteY89" fmla="*/ 1500859 h 1598136"/>
              <a:gd name="connsiteX90" fmla="*/ 2378036 w 9662615"/>
              <a:gd name="connsiteY90" fmla="*/ 1520645 h 1598136"/>
              <a:gd name="connsiteX91" fmla="*/ 2284269 w 9662615"/>
              <a:gd name="connsiteY91" fmla="*/ 1503068 h 1598136"/>
              <a:gd name="connsiteX92" fmla="*/ 2207104 w 9662615"/>
              <a:gd name="connsiteY92" fmla="*/ 1508888 h 1598136"/>
              <a:gd name="connsiteX93" fmla="*/ 2149226 w 9662615"/>
              <a:gd name="connsiteY93" fmla="*/ 1523409 h 1598136"/>
              <a:gd name="connsiteX94" fmla="*/ 2084783 w 9662615"/>
              <a:gd name="connsiteY94" fmla="*/ 1524245 h 1598136"/>
              <a:gd name="connsiteX95" fmla="*/ 2070075 w 9662615"/>
              <a:gd name="connsiteY95" fmla="*/ 1511285 h 1598136"/>
              <a:gd name="connsiteX96" fmla="*/ 2001057 w 9662615"/>
              <a:gd name="connsiteY96" fmla="*/ 1516449 h 1598136"/>
              <a:gd name="connsiteX97" fmla="*/ 1896330 w 9662615"/>
              <a:gd name="connsiteY97" fmla="*/ 1525725 h 1598136"/>
              <a:gd name="connsiteX98" fmla="*/ 1835994 w 9662615"/>
              <a:gd name="connsiteY98" fmla="*/ 1527678 h 1598136"/>
              <a:gd name="connsiteX99" fmla="*/ 1671119 w 9662615"/>
              <a:gd name="connsiteY99" fmla="*/ 1536701 h 1598136"/>
              <a:gd name="connsiteX100" fmla="*/ 1601337 w 9662615"/>
              <a:gd name="connsiteY100" fmla="*/ 1548552 h 1598136"/>
              <a:gd name="connsiteX101" fmla="*/ 1407755 w 9662615"/>
              <a:gd name="connsiteY101" fmla="*/ 1571444 h 1598136"/>
              <a:gd name="connsiteX102" fmla="*/ 1271994 w 9662615"/>
              <a:gd name="connsiteY102" fmla="*/ 1579471 h 1598136"/>
              <a:gd name="connsiteX103" fmla="*/ 1249226 w 9662615"/>
              <a:gd name="connsiteY103" fmla="*/ 1583140 h 1598136"/>
              <a:gd name="connsiteX104" fmla="*/ 1217719 w 9662615"/>
              <a:gd name="connsiteY104" fmla="*/ 1580863 h 1598136"/>
              <a:gd name="connsiteX105" fmla="*/ 1091432 w 9662615"/>
              <a:gd name="connsiteY105" fmla="*/ 1571003 h 1598136"/>
              <a:gd name="connsiteX106" fmla="*/ 992039 w 9662615"/>
              <a:gd name="connsiteY106" fmla="*/ 1556662 h 1598136"/>
              <a:gd name="connsiteX107" fmla="*/ 868264 w 9662615"/>
              <a:gd name="connsiteY107" fmla="*/ 1566392 h 1598136"/>
              <a:gd name="connsiteX108" fmla="*/ 792765 w 9662615"/>
              <a:gd name="connsiteY108" fmla="*/ 1563102 h 1598136"/>
              <a:gd name="connsiteX109" fmla="*/ 669055 w 9662615"/>
              <a:gd name="connsiteY109" fmla="*/ 1543638 h 1598136"/>
              <a:gd name="connsiteX110" fmla="*/ 506152 w 9662615"/>
              <a:gd name="connsiteY110" fmla="*/ 1549124 h 1598136"/>
              <a:gd name="connsiteX111" fmla="*/ 472797 w 9662615"/>
              <a:gd name="connsiteY111" fmla="*/ 1568904 h 1598136"/>
              <a:gd name="connsiteX112" fmla="*/ 427864 w 9662615"/>
              <a:gd name="connsiteY112" fmla="*/ 1580848 h 1598136"/>
              <a:gd name="connsiteX113" fmla="*/ 408381 w 9662615"/>
              <a:gd name="connsiteY113" fmla="*/ 1552940 h 1598136"/>
              <a:gd name="connsiteX114" fmla="*/ 267163 w 9662615"/>
              <a:gd name="connsiteY114" fmla="*/ 1531913 h 1598136"/>
              <a:gd name="connsiteX115" fmla="*/ 196644 w 9662615"/>
              <a:gd name="connsiteY115" fmla="*/ 1524565 h 1598136"/>
              <a:gd name="connsiteX116" fmla="*/ 86819 w 9662615"/>
              <a:gd name="connsiteY116" fmla="*/ 1519517 h 1598136"/>
              <a:gd name="connsiteX117" fmla="*/ 53369 w 9662615"/>
              <a:gd name="connsiteY117" fmla="*/ 1516853 h 1598136"/>
              <a:gd name="connsiteX118" fmla="*/ 2359 w 9662615"/>
              <a:gd name="connsiteY118" fmla="*/ 1515247 h 1598136"/>
              <a:gd name="connsiteX119" fmla="*/ 0 w 9662615"/>
              <a:gd name="connsiteY119" fmla="*/ 1514932 h 1598136"/>
              <a:gd name="connsiteX120" fmla="*/ 0 w 9662615"/>
              <a:gd name="connsiteY120" fmla="*/ 0 h 1598136"/>
              <a:gd name="connsiteX0" fmla="*/ 0 w 9662615"/>
              <a:gd name="connsiteY0" fmla="*/ 0 h 1592835"/>
              <a:gd name="connsiteX1" fmla="*/ 9662615 w 9662615"/>
              <a:gd name="connsiteY1" fmla="*/ 0 h 1592835"/>
              <a:gd name="connsiteX2" fmla="*/ 9662615 w 9662615"/>
              <a:gd name="connsiteY2" fmla="*/ 1280346 h 1592835"/>
              <a:gd name="connsiteX3" fmla="*/ 9658420 w 9662615"/>
              <a:gd name="connsiteY3" fmla="*/ 1280106 h 1592835"/>
              <a:gd name="connsiteX4" fmla="*/ 9469546 w 9662615"/>
              <a:gd name="connsiteY4" fmla="*/ 1289837 h 1592835"/>
              <a:gd name="connsiteX5" fmla="*/ 9385895 w 9662615"/>
              <a:gd name="connsiteY5" fmla="*/ 1269203 h 1592835"/>
              <a:gd name="connsiteX6" fmla="*/ 9144767 w 9662615"/>
              <a:gd name="connsiteY6" fmla="*/ 1264120 h 1592835"/>
              <a:gd name="connsiteX7" fmla="*/ 8837252 w 9662615"/>
              <a:gd name="connsiteY7" fmla="*/ 1350515 h 1592835"/>
              <a:gd name="connsiteX8" fmla="*/ 8705466 w 9662615"/>
              <a:gd name="connsiteY8" fmla="*/ 1342419 h 1592835"/>
              <a:gd name="connsiteX9" fmla="*/ 8652221 w 9662615"/>
              <a:gd name="connsiteY9" fmla="*/ 1326906 h 1592835"/>
              <a:gd name="connsiteX10" fmla="*/ 8632312 w 9662615"/>
              <a:gd name="connsiteY10" fmla="*/ 1326025 h 1592835"/>
              <a:gd name="connsiteX11" fmla="*/ 8591582 w 9662615"/>
              <a:gd name="connsiteY11" fmla="*/ 1341666 h 1592835"/>
              <a:gd name="connsiteX12" fmla="*/ 8537336 w 9662615"/>
              <a:gd name="connsiteY12" fmla="*/ 1341684 h 1592835"/>
              <a:gd name="connsiteX13" fmla="*/ 8472508 w 9662615"/>
              <a:gd name="connsiteY13" fmla="*/ 1363109 h 1592835"/>
              <a:gd name="connsiteX14" fmla="*/ 8258477 w 9662615"/>
              <a:gd name="connsiteY14" fmla="*/ 1370666 h 1592835"/>
              <a:gd name="connsiteX15" fmla="*/ 8197961 w 9662615"/>
              <a:gd name="connsiteY15" fmla="*/ 1392804 h 1592835"/>
              <a:gd name="connsiteX16" fmla="*/ 8171196 w 9662615"/>
              <a:gd name="connsiteY16" fmla="*/ 1397216 h 1592835"/>
              <a:gd name="connsiteX17" fmla="*/ 8127667 w 9662615"/>
              <a:gd name="connsiteY17" fmla="*/ 1418254 h 1592835"/>
              <a:gd name="connsiteX18" fmla="*/ 7974579 w 9662615"/>
              <a:gd name="connsiteY18" fmla="*/ 1383439 h 1592835"/>
              <a:gd name="connsiteX19" fmla="*/ 7768351 w 9662615"/>
              <a:gd name="connsiteY19" fmla="*/ 1395051 h 1592835"/>
              <a:gd name="connsiteX20" fmla="*/ 7635985 w 9662615"/>
              <a:gd name="connsiteY20" fmla="*/ 1386363 h 1592835"/>
              <a:gd name="connsiteX21" fmla="*/ 7466069 w 9662615"/>
              <a:gd name="connsiteY21" fmla="*/ 1377654 h 1592835"/>
              <a:gd name="connsiteX22" fmla="*/ 7355642 w 9662615"/>
              <a:gd name="connsiteY22" fmla="*/ 1407761 h 1592835"/>
              <a:gd name="connsiteX23" fmla="*/ 7151610 w 9662615"/>
              <a:gd name="connsiteY23" fmla="*/ 1397856 h 1592835"/>
              <a:gd name="connsiteX24" fmla="*/ 7082147 w 9662615"/>
              <a:gd name="connsiteY24" fmla="*/ 1406113 h 1592835"/>
              <a:gd name="connsiteX25" fmla="*/ 7014958 w 9662615"/>
              <a:gd name="connsiteY25" fmla="*/ 1396883 h 1592835"/>
              <a:gd name="connsiteX26" fmla="*/ 6907567 w 9662615"/>
              <a:gd name="connsiteY26" fmla="*/ 1419149 h 1592835"/>
              <a:gd name="connsiteX27" fmla="*/ 6748428 w 9662615"/>
              <a:gd name="connsiteY27" fmla="*/ 1420308 h 1592835"/>
              <a:gd name="connsiteX28" fmla="*/ 6654257 w 9662615"/>
              <a:gd name="connsiteY28" fmla="*/ 1424143 h 1592835"/>
              <a:gd name="connsiteX29" fmla="*/ 6620123 w 9662615"/>
              <a:gd name="connsiteY29" fmla="*/ 1430535 h 1592835"/>
              <a:gd name="connsiteX30" fmla="*/ 6571355 w 9662615"/>
              <a:gd name="connsiteY30" fmla="*/ 1436144 h 1592835"/>
              <a:gd name="connsiteX31" fmla="*/ 6486557 w 9662615"/>
              <a:gd name="connsiteY31" fmla="*/ 1449861 h 1592835"/>
              <a:gd name="connsiteX32" fmla="*/ 6370419 w 9662615"/>
              <a:gd name="connsiteY32" fmla="*/ 1461649 h 1592835"/>
              <a:gd name="connsiteX33" fmla="*/ 6278839 w 9662615"/>
              <a:gd name="connsiteY33" fmla="*/ 1449160 h 1592835"/>
              <a:gd name="connsiteX34" fmla="*/ 6272455 w 9662615"/>
              <a:gd name="connsiteY34" fmla="*/ 1453191 h 1592835"/>
              <a:gd name="connsiteX35" fmla="*/ 6212659 w 9662615"/>
              <a:gd name="connsiteY35" fmla="*/ 1454850 h 1592835"/>
              <a:gd name="connsiteX36" fmla="*/ 6069317 w 9662615"/>
              <a:gd name="connsiteY36" fmla="*/ 1445838 h 1592835"/>
              <a:gd name="connsiteX37" fmla="*/ 5878477 w 9662615"/>
              <a:gd name="connsiteY37" fmla="*/ 1439180 h 1592835"/>
              <a:gd name="connsiteX38" fmla="*/ 5838387 w 9662615"/>
              <a:gd name="connsiteY38" fmla="*/ 1444679 h 1592835"/>
              <a:gd name="connsiteX39" fmla="*/ 5771136 w 9662615"/>
              <a:gd name="connsiteY39" fmla="*/ 1453639 h 1592835"/>
              <a:gd name="connsiteX40" fmla="*/ 5724081 w 9662615"/>
              <a:gd name="connsiteY40" fmla="*/ 1470431 h 1592835"/>
              <a:gd name="connsiteX41" fmla="*/ 5666577 w 9662615"/>
              <a:gd name="connsiteY41" fmla="*/ 1473921 h 1592835"/>
              <a:gd name="connsiteX42" fmla="*/ 5649068 w 9662615"/>
              <a:gd name="connsiteY42" fmla="*/ 1461676 h 1592835"/>
              <a:gd name="connsiteX43" fmla="*/ 5588902 w 9662615"/>
              <a:gd name="connsiteY43" fmla="*/ 1469647 h 1592835"/>
              <a:gd name="connsiteX44" fmla="*/ 5498090 w 9662615"/>
              <a:gd name="connsiteY44" fmla="*/ 1483173 h 1592835"/>
              <a:gd name="connsiteX45" fmla="*/ 5444641 w 9662615"/>
              <a:gd name="connsiteY45" fmla="*/ 1487602 h 1592835"/>
              <a:gd name="connsiteX46" fmla="*/ 5299812 w 9662615"/>
              <a:gd name="connsiteY46" fmla="*/ 1503362 h 1592835"/>
              <a:gd name="connsiteX47" fmla="*/ 5213947 w 9662615"/>
              <a:gd name="connsiteY47" fmla="*/ 1516637 h 1592835"/>
              <a:gd name="connsiteX48" fmla="*/ 5090342 w 9662615"/>
              <a:gd name="connsiteY48" fmla="*/ 1546680 h 1592835"/>
              <a:gd name="connsiteX49" fmla="*/ 5129812 w 9662615"/>
              <a:gd name="connsiteY49" fmla="*/ 1521277 h 1592835"/>
              <a:gd name="connsiteX50" fmla="*/ 5059484 w 9662615"/>
              <a:gd name="connsiteY50" fmla="*/ 1546802 h 1592835"/>
              <a:gd name="connsiteX51" fmla="*/ 5038524 w 9662615"/>
              <a:gd name="connsiteY51" fmla="*/ 1545675 h 1592835"/>
              <a:gd name="connsiteX52" fmla="*/ 5026564 w 9662615"/>
              <a:gd name="connsiteY52" fmla="*/ 1545376 h 1592835"/>
              <a:gd name="connsiteX53" fmla="*/ 4969433 w 9662615"/>
              <a:gd name="connsiteY53" fmla="*/ 1550865 h 1592835"/>
              <a:gd name="connsiteX54" fmla="*/ 4921303 w 9662615"/>
              <a:gd name="connsiteY54" fmla="*/ 1575379 h 1592835"/>
              <a:gd name="connsiteX55" fmla="*/ 4863775 w 9662615"/>
              <a:gd name="connsiteY55" fmla="*/ 1562633 h 1592835"/>
              <a:gd name="connsiteX56" fmla="*/ 4847242 w 9662615"/>
              <a:gd name="connsiteY56" fmla="*/ 1565435 h 1592835"/>
              <a:gd name="connsiteX57" fmla="*/ 4856839 w 9662615"/>
              <a:gd name="connsiteY57" fmla="*/ 1592835 h 1592835"/>
              <a:gd name="connsiteX58" fmla="*/ 4791466 w 9662615"/>
              <a:gd name="connsiteY58" fmla="*/ 1561324 h 1592835"/>
              <a:gd name="connsiteX59" fmla="*/ 4784247 w 9662615"/>
              <a:gd name="connsiteY59" fmla="*/ 1562342 h 1592835"/>
              <a:gd name="connsiteX60" fmla="*/ 4748477 w 9662615"/>
              <a:gd name="connsiteY60" fmla="*/ 1556925 h 1592835"/>
              <a:gd name="connsiteX61" fmla="*/ 4730033 w 9662615"/>
              <a:gd name="connsiteY61" fmla="*/ 1555274 h 1592835"/>
              <a:gd name="connsiteX62" fmla="*/ 4724747 w 9662615"/>
              <a:gd name="connsiteY62" fmla="*/ 1552439 h 1592835"/>
              <a:gd name="connsiteX63" fmla="*/ 4697562 w 9662615"/>
              <a:gd name="connsiteY63" fmla="*/ 1551206 h 1592835"/>
              <a:gd name="connsiteX64" fmla="*/ 4662664 w 9662615"/>
              <a:gd name="connsiteY64" fmla="*/ 1573162 h 1592835"/>
              <a:gd name="connsiteX65" fmla="*/ 4603028 w 9662615"/>
              <a:gd name="connsiteY65" fmla="*/ 1568821 h 1592835"/>
              <a:gd name="connsiteX66" fmla="*/ 4541612 w 9662615"/>
              <a:gd name="connsiteY66" fmla="*/ 1545262 h 1592835"/>
              <a:gd name="connsiteX67" fmla="*/ 4422155 w 9662615"/>
              <a:gd name="connsiteY67" fmla="*/ 1542059 h 1592835"/>
              <a:gd name="connsiteX68" fmla="*/ 4221826 w 9662615"/>
              <a:gd name="connsiteY68" fmla="*/ 1508923 h 1592835"/>
              <a:gd name="connsiteX69" fmla="*/ 4096601 w 9662615"/>
              <a:gd name="connsiteY69" fmla="*/ 1521563 h 1592835"/>
              <a:gd name="connsiteX70" fmla="*/ 3970635 w 9662615"/>
              <a:gd name="connsiteY70" fmla="*/ 1544815 h 1592835"/>
              <a:gd name="connsiteX71" fmla="*/ 3833906 w 9662615"/>
              <a:gd name="connsiteY71" fmla="*/ 1516637 h 1592835"/>
              <a:gd name="connsiteX72" fmla="*/ 3696258 w 9662615"/>
              <a:gd name="connsiteY72" fmla="*/ 1537563 h 1592835"/>
              <a:gd name="connsiteX73" fmla="*/ 3594070 w 9662615"/>
              <a:gd name="connsiteY73" fmla="*/ 1509422 h 1592835"/>
              <a:gd name="connsiteX74" fmla="*/ 3565233 w 9662615"/>
              <a:gd name="connsiteY74" fmla="*/ 1515122 h 1592835"/>
              <a:gd name="connsiteX75" fmla="*/ 3560267 w 9662615"/>
              <a:gd name="connsiteY75" fmla="*/ 1516288 h 1592835"/>
              <a:gd name="connsiteX76" fmla="*/ 3540258 w 9662615"/>
              <a:gd name="connsiteY76" fmla="*/ 1516976 h 1592835"/>
              <a:gd name="connsiteX77" fmla="*/ 3534780 w 9662615"/>
              <a:gd name="connsiteY77" fmla="*/ 1522141 h 1592835"/>
              <a:gd name="connsiteX78" fmla="*/ 3504783 w 9662615"/>
              <a:gd name="connsiteY78" fmla="*/ 1526739 h 1592835"/>
              <a:gd name="connsiteX79" fmla="*/ 3430805 w 9662615"/>
              <a:gd name="connsiteY79" fmla="*/ 1542521 h 1592835"/>
              <a:gd name="connsiteX80" fmla="*/ 3292707 w 9662615"/>
              <a:gd name="connsiteY80" fmla="*/ 1520490 h 1592835"/>
              <a:gd name="connsiteX81" fmla="*/ 3187872 w 9662615"/>
              <a:gd name="connsiteY81" fmla="*/ 1519991 h 1592835"/>
              <a:gd name="connsiteX82" fmla="*/ 3148026 w 9662615"/>
              <a:gd name="connsiteY82" fmla="*/ 1524777 h 1592835"/>
              <a:gd name="connsiteX83" fmla="*/ 3092394 w 9662615"/>
              <a:gd name="connsiteY83" fmla="*/ 1528115 h 1592835"/>
              <a:gd name="connsiteX84" fmla="*/ 2994200 w 9662615"/>
              <a:gd name="connsiteY84" fmla="*/ 1537857 h 1592835"/>
              <a:gd name="connsiteX85" fmla="*/ 2862301 w 9662615"/>
              <a:gd name="connsiteY85" fmla="*/ 1544250 h 1592835"/>
              <a:gd name="connsiteX86" fmla="*/ 2766335 w 9662615"/>
              <a:gd name="connsiteY86" fmla="*/ 1527662 h 1592835"/>
              <a:gd name="connsiteX87" fmla="*/ 2757836 w 9662615"/>
              <a:gd name="connsiteY87" fmla="*/ 1531371 h 1592835"/>
              <a:gd name="connsiteX88" fmla="*/ 2691555 w 9662615"/>
              <a:gd name="connsiteY88" fmla="*/ 1530283 h 1592835"/>
              <a:gd name="connsiteX89" fmla="*/ 2491676 w 9662615"/>
              <a:gd name="connsiteY89" fmla="*/ 1500859 h 1592835"/>
              <a:gd name="connsiteX90" fmla="*/ 2378036 w 9662615"/>
              <a:gd name="connsiteY90" fmla="*/ 1520645 h 1592835"/>
              <a:gd name="connsiteX91" fmla="*/ 2284269 w 9662615"/>
              <a:gd name="connsiteY91" fmla="*/ 1503068 h 1592835"/>
              <a:gd name="connsiteX92" fmla="*/ 2207104 w 9662615"/>
              <a:gd name="connsiteY92" fmla="*/ 1508888 h 1592835"/>
              <a:gd name="connsiteX93" fmla="*/ 2149226 w 9662615"/>
              <a:gd name="connsiteY93" fmla="*/ 1523409 h 1592835"/>
              <a:gd name="connsiteX94" fmla="*/ 2084783 w 9662615"/>
              <a:gd name="connsiteY94" fmla="*/ 1524245 h 1592835"/>
              <a:gd name="connsiteX95" fmla="*/ 2070075 w 9662615"/>
              <a:gd name="connsiteY95" fmla="*/ 1511285 h 1592835"/>
              <a:gd name="connsiteX96" fmla="*/ 2001057 w 9662615"/>
              <a:gd name="connsiteY96" fmla="*/ 1516449 h 1592835"/>
              <a:gd name="connsiteX97" fmla="*/ 1896330 w 9662615"/>
              <a:gd name="connsiteY97" fmla="*/ 1525725 h 1592835"/>
              <a:gd name="connsiteX98" fmla="*/ 1835994 w 9662615"/>
              <a:gd name="connsiteY98" fmla="*/ 1527678 h 1592835"/>
              <a:gd name="connsiteX99" fmla="*/ 1671119 w 9662615"/>
              <a:gd name="connsiteY99" fmla="*/ 1536701 h 1592835"/>
              <a:gd name="connsiteX100" fmla="*/ 1601337 w 9662615"/>
              <a:gd name="connsiteY100" fmla="*/ 1548552 h 1592835"/>
              <a:gd name="connsiteX101" fmla="*/ 1407755 w 9662615"/>
              <a:gd name="connsiteY101" fmla="*/ 1571444 h 1592835"/>
              <a:gd name="connsiteX102" fmla="*/ 1271994 w 9662615"/>
              <a:gd name="connsiteY102" fmla="*/ 1579471 h 1592835"/>
              <a:gd name="connsiteX103" fmla="*/ 1249226 w 9662615"/>
              <a:gd name="connsiteY103" fmla="*/ 1583140 h 1592835"/>
              <a:gd name="connsiteX104" fmla="*/ 1217719 w 9662615"/>
              <a:gd name="connsiteY104" fmla="*/ 1580863 h 1592835"/>
              <a:gd name="connsiteX105" fmla="*/ 1091432 w 9662615"/>
              <a:gd name="connsiteY105" fmla="*/ 1571003 h 1592835"/>
              <a:gd name="connsiteX106" fmla="*/ 992039 w 9662615"/>
              <a:gd name="connsiteY106" fmla="*/ 1556662 h 1592835"/>
              <a:gd name="connsiteX107" fmla="*/ 868264 w 9662615"/>
              <a:gd name="connsiteY107" fmla="*/ 1566392 h 1592835"/>
              <a:gd name="connsiteX108" fmla="*/ 792765 w 9662615"/>
              <a:gd name="connsiteY108" fmla="*/ 1563102 h 1592835"/>
              <a:gd name="connsiteX109" fmla="*/ 669055 w 9662615"/>
              <a:gd name="connsiteY109" fmla="*/ 1543638 h 1592835"/>
              <a:gd name="connsiteX110" fmla="*/ 506152 w 9662615"/>
              <a:gd name="connsiteY110" fmla="*/ 1549124 h 1592835"/>
              <a:gd name="connsiteX111" fmla="*/ 472797 w 9662615"/>
              <a:gd name="connsiteY111" fmla="*/ 1568904 h 1592835"/>
              <a:gd name="connsiteX112" fmla="*/ 427864 w 9662615"/>
              <a:gd name="connsiteY112" fmla="*/ 1580848 h 1592835"/>
              <a:gd name="connsiteX113" fmla="*/ 408381 w 9662615"/>
              <a:gd name="connsiteY113" fmla="*/ 1552940 h 1592835"/>
              <a:gd name="connsiteX114" fmla="*/ 267163 w 9662615"/>
              <a:gd name="connsiteY114" fmla="*/ 1531913 h 1592835"/>
              <a:gd name="connsiteX115" fmla="*/ 196644 w 9662615"/>
              <a:gd name="connsiteY115" fmla="*/ 1524565 h 1592835"/>
              <a:gd name="connsiteX116" fmla="*/ 86819 w 9662615"/>
              <a:gd name="connsiteY116" fmla="*/ 1519517 h 1592835"/>
              <a:gd name="connsiteX117" fmla="*/ 53369 w 9662615"/>
              <a:gd name="connsiteY117" fmla="*/ 1516853 h 1592835"/>
              <a:gd name="connsiteX118" fmla="*/ 2359 w 9662615"/>
              <a:gd name="connsiteY118" fmla="*/ 1515247 h 1592835"/>
              <a:gd name="connsiteX119" fmla="*/ 0 w 9662615"/>
              <a:gd name="connsiteY119" fmla="*/ 1514932 h 1592835"/>
              <a:gd name="connsiteX120" fmla="*/ 0 w 9662615"/>
              <a:gd name="connsiteY120" fmla="*/ 0 h 1592835"/>
              <a:gd name="connsiteX0" fmla="*/ 0 w 9662615"/>
              <a:gd name="connsiteY0" fmla="*/ 0 h 1592835"/>
              <a:gd name="connsiteX1" fmla="*/ 9662615 w 9662615"/>
              <a:gd name="connsiteY1" fmla="*/ 0 h 1592835"/>
              <a:gd name="connsiteX2" fmla="*/ 9662615 w 9662615"/>
              <a:gd name="connsiteY2" fmla="*/ 1280346 h 1592835"/>
              <a:gd name="connsiteX3" fmla="*/ 9658420 w 9662615"/>
              <a:gd name="connsiteY3" fmla="*/ 1280106 h 1592835"/>
              <a:gd name="connsiteX4" fmla="*/ 9469546 w 9662615"/>
              <a:gd name="connsiteY4" fmla="*/ 1289837 h 1592835"/>
              <a:gd name="connsiteX5" fmla="*/ 9385895 w 9662615"/>
              <a:gd name="connsiteY5" fmla="*/ 1269203 h 1592835"/>
              <a:gd name="connsiteX6" fmla="*/ 9144767 w 9662615"/>
              <a:gd name="connsiteY6" fmla="*/ 1264120 h 1592835"/>
              <a:gd name="connsiteX7" fmla="*/ 8837252 w 9662615"/>
              <a:gd name="connsiteY7" fmla="*/ 1350515 h 1592835"/>
              <a:gd name="connsiteX8" fmla="*/ 8705466 w 9662615"/>
              <a:gd name="connsiteY8" fmla="*/ 1342419 h 1592835"/>
              <a:gd name="connsiteX9" fmla="*/ 8652221 w 9662615"/>
              <a:gd name="connsiteY9" fmla="*/ 1326906 h 1592835"/>
              <a:gd name="connsiteX10" fmla="*/ 8632312 w 9662615"/>
              <a:gd name="connsiteY10" fmla="*/ 1326025 h 1592835"/>
              <a:gd name="connsiteX11" fmla="*/ 8591582 w 9662615"/>
              <a:gd name="connsiteY11" fmla="*/ 1341666 h 1592835"/>
              <a:gd name="connsiteX12" fmla="*/ 8537336 w 9662615"/>
              <a:gd name="connsiteY12" fmla="*/ 1341684 h 1592835"/>
              <a:gd name="connsiteX13" fmla="*/ 8472508 w 9662615"/>
              <a:gd name="connsiteY13" fmla="*/ 1363109 h 1592835"/>
              <a:gd name="connsiteX14" fmla="*/ 8258477 w 9662615"/>
              <a:gd name="connsiteY14" fmla="*/ 1370666 h 1592835"/>
              <a:gd name="connsiteX15" fmla="*/ 8197961 w 9662615"/>
              <a:gd name="connsiteY15" fmla="*/ 1392804 h 1592835"/>
              <a:gd name="connsiteX16" fmla="*/ 8171196 w 9662615"/>
              <a:gd name="connsiteY16" fmla="*/ 1397216 h 1592835"/>
              <a:gd name="connsiteX17" fmla="*/ 8127667 w 9662615"/>
              <a:gd name="connsiteY17" fmla="*/ 1418254 h 1592835"/>
              <a:gd name="connsiteX18" fmla="*/ 7974579 w 9662615"/>
              <a:gd name="connsiteY18" fmla="*/ 1383439 h 1592835"/>
              <a:gd name="connsiteX19" fmla="*/ 7768351 w 9662615"/>
              <a:gd name="connsiteY19" fmla="*/ 1395051 h 1592835"/>
              <a:gd name="connsiteX20" fmla="*/ 7635985 w 9662615"/>
              <a:gd name="connsiteY20" fmla="*/ 1386363 h 1592835"/>
              <a:gd name="connsiteX21" fmla="*/ 7466069 w 9662615"/>
              <a:gd name="connsiteY21" fmla="*/ 1377654 h 1592835"/>
              <a:gd name="connsiteX22" fmla="*/ 7355642 w 9662615"/>
              <a:gd name="connsiteY22" fmla="*/ 1407761 h 1592835"/>
              <a:gd name="connsiteX23" fmla="*/ 7151610 w 9662615"/>
              <a:gd name="connsiteY23" fmla="*/ 1397856 h 1592835"/>
              <a:gd name="connsiteX24" fmla="*/ 7082147 w 9662615"/>
              <a:gd name="connsiteY24" fmla="*/ 1406113 h 1592835"/>
              <a:gd name="connsiteX25" fmla="*/ 7014958 w 9662615"/>
              <a:gd name="connsiteY25" fmla="*/ 1396883 h 1592835"/>
              <a:gd name="connsiteX26" fmla="*/ 6907567 w 9662615"/>
              <a:gd name="connsiteY26" fmla="*/ 1419149 h 1592835"/>
              <a:gd name="connsiteX27" fmla="*/ 6748428 w 9662615"/>
              <a:gd name="connsiteY27" fmla="*/ 1420308 h 1592835"/>
              <a:gd name="connsiteX28" fmla="*/ 6654257 w 9662615"/>
              <a:gd name="connsiteY28" fmla="*/ 1424143 h 1592835"/>
              <a:gd name="connsiteX29" fmla="*/ 6620123 w 9662615"/>
              <a:gd name="connsiteY29" fmla="*/ 1430535 h 1592835"/>
              <a:gd name="connsiteX30" fmla="*/ 6571355 w 9662615"/>
              <a:gd name="connsiteY30" fmla="*/ 1436144 h 1592835"/>
              <a:gd name="connsiteX31" fmla="*/ 6486557 w 9662615"/>
              <a:gd name="connsiteY31" fmla="*/ 1449861 h 1592835"/>
              <a:gd name="connsiteX32" fmla="*/ 6370419 w 9662615"/>
              <a:gd name="connsiteY32" fmla="*/ 1461649 h 1592835"/>
              <a:gd name="connsiteX33" fmla="*/ 6278839 w 9662615"/>
              <a:gd name="connsiteY33" fmla="*/ 1449160 h 1592835"/>
              <a:gd name="connsiteX34" fmla="*/ 6272455 w 9662615"/>
              <a:gd name="connsiteY34" fmla="*/ 1453191 h 1592835"/>
              <a:gd name="connsiteX35" fmla="*/ 6212659 w 9662615"/>
              <a:gd name="connsiteY35" fmla="*/ 1454850 h 1592835"/>
              <a:gd name="connsiteX36" fmla="*/ 6069317 w 9662615"/>
              <a:gd name="connsiteY36" fmla="*/ 1445838 h 1592835"/>
              <a:gd name="connsiteX37" fmla="*/ 5878477 w 9662615"/>
              <a:gd name="connsiteY37" fmla="*/ 1439180 h 1592835"/>
              <a:gd name="connsiteX38" fmla="*/ 5838387 w 9662615"/>
              <a:gd name="connsiteY38" fmla="*/ 1444679 h 1592835"/>
              <a:gd name="connsiteX39" fmla="*/ 5771136 w 9662615"/>
              <a:gd name="connsiteY39" fmla="*/ 1453639 h 1592835"/>
              <a:gd name="connsiteX40" fmla="*/ 5724081 w 9662615"/>
              <a:gd name="connsiteY40" fmla="*/ 1470431 h 1592835"/>
              <a:gd name="connsiteX41" fmla="*/ 5666577 w 9662615"/>
              <a:gd name="connsiteY41" fmla="*/ 1473921 h 1592835"/>
              <a:gd name="connsiteX42" fmla="*/ 5649068 w 9662615"/>
              <a:gd name="connsiteY42" fmla="*/ 1461676 h 1592835"/>
              <a:gd name="connsiteX43" fmla="*/ 5588902 w 9662615"/>
              <a:gd name="connsiteY43" fmla="*/ 1469647 h 1592835"/>
              <a:gd name="connsiteX44" fmla="*/ 5498090 w 9662615"/>
              <a:gd name="connsiteY44" fmla="*/ 1483173 h 1592835"/>
              <a:gd name="connsiteX45" fmla="*/ 5444641 w 9662615"/>
              <a:gd name="connsiteY45" fmla="*/ 1487602 h 1592835"/>
              <a:gd name="connsiteX46" fmla="*/ 5299812 w 9662615"/>
              <a:gd name="connsiteY46" fmla="*/ 1503362 h 1592835"/>
              <a:gd name="connsiteX47" fmla="*/ 5213947 w 9662615"/>
              <a:gd name="connsiteY47" fmla="*/ 1516637 h 1592835"/>
              <a:gd name="connsiteX48" fmla="*/ 5090342 w 9662615"/>
              <a:gd name="connsiteY48" fmla="*/ 1546680 h 1592835"/>
              <a:gd name="connsiteX49" fmla="*/ 5129812 w 9662615"/>
              <a:gd name="connsiteY49" fmla="*/ 1521277 h 1592835"/>
              <a:gd name="connsiteX50" fmla="*/ 5059484 w 9662615"/>
              <a:gd name="connsiteY50" fmla="*/ 1546802 h 1592835"/>
              <a:gd name="connsiteX51" fmla="*/ 5038524 w 9662615"/>
              <a:gd name="connsiteY51" fmla="*/ 1545675 h 1592835"/>
              <a:gd name="connsiteX52" fmla="*/ 5026564 w 9662615"/>
              <a:gd name="connsiteY52" fmla="*/ 1545376 h 1592835"/>
              <a:gd name="connsiteX53" fmla="*/ 4969433 w 9662615"/>
              <a:gd name="connsiteY53" fmla="*/ 1550865 h 1592835"/>
              <a:gd name="connsiteX54" fmla="*/ 4921303 w 9662615"/>
              <a:gd name="connsiteY54" fmla="*/ 1575379 h 1592835"/>
              <a:gd name="connsiteX55" fmla="*/ 4863775 w 9662615"/>
              <a:gd name="connsiteY55" fmla="*/ 1562633 h 1592835"/>
              <a:gd name="connsiteX56" fmla="*/ 4847242 w 9662615"/>
              <a:gd name="connsiteY56" fmla="*/ 1565435 h 1592835"/>
              <a:gd name="connsiteX57" fmla="*/ 4856839 w 9662615"/>
              <a:gd name="connsiteY57" fmla="*/ 1592835 h 1592835"/>
              <a:gd name="connsiteX58" fmla="*/ 4791466 w 9662615"/>
              <a:gd name="connsiteY58" fmla="*/ 1561324 h 1592835"/>
              <a:gd name="connsiteX59" fmla="*/ 4784247 w 9662615"/>
              <a:gd name="connsiteY59" fmla="*/ 1562342 h 1592835"/>
              <a:gd name="connsiteX60" fmla="*/ 4748477 w 9662615"/>
              <a:gd name="connsiteY60" fmla="*/ 1556925 h 1592835"/>
              <a:gd name="connsiteX61" fmla="*/ 4730033 w 9662615"/>
              <a:gd name="connsiteY61" fmla="*/ 1555274 h 1592835"/>
              <a:gd name="connsiteX62" fmla="*/ 4697562 w 9662615"/>
              <a:gd name="connsiteY62" fmla="*/ 1551206 h 1592835"/>
              <a:gd name="connsiteX63" fmla="*/ 4662664 w 9662615"/>
              <a:gd name="connsiteY63" fmla="*/ 1573162 h 1592835"/>
              <a:gd name="connsiteX64" fmla="*/ 4603028 w 9662615"/>
              <a:gd name="connsiteY64" fmla="*/ 1568821 h 1592835"/>
              <a:gd name="connsiteX65" fmla="*/ 4541612 w 9662615"/>
              <a:gd name="connsiteY65" fmla="*/ 1545262 h 1592835"/>
              <a:gd name="connsiteX66" fmla="*/ 4422155 w 9662615"/>
              <a:gd name="connsiteY66" fmla="*/ 1542059 h 1592835"/>
              <a:gd name="connsiteX67" fmla="*/ 4221826 w 9662615"/>
              <a:gd name="connsiteY67" fmla="*/ 1508923 h 1592835"/>
              <a:gd name="connsiteX68" fmla="*/ 4096601 w 9662615"/>
              <a:gd name="connsiteY68" fmla="*/ 1521563 h 1592835"/>
              <a:gd name="connsiteX69" fmla="*/ 3970635 w 9662615"/>
              <a:gd name="connsiteY69" fmla="*/ 1544815 h 1592835"/>
              <a:gd name="connsiteX70" fmla="*/ 3833906 w 9662615"/>
              <a:gd name="connsiteY70" fmla="*/ 1516637 h 1592835"/>
              <a:gd name="connsiteX71" fmla="*/ 3696258 w 9662615"/>
              <a:gd name="connsiteY71" fmla="*/ 1537563 h 1592835"/>
              <a:gd name="connsiteX72" fmla="*/ 3594070 w 9662615"/>
              <a:gd name="connsiteY72" fmla="*/ 1509422 h 1592835"/>
              <a:gd name="connsiteX73" fmla="*/ 3565233 w 9662615"/>
              <a:gd name="connsiteY73" fmla="*/ 1515122 h 1592835"/>
              <a:gd name="connsiteX74" fmla="*/ 3560267 w 9662615"/>
              <a:gd name="connsiteY74" fmla="*/ 1516288 h 1592835"/>
              <a:gd name="connsiteX75" fmla="*/ 3540258 w 9662615"/>
              <a:gd name="connsiteY75" fmla="*/ 1516976 h 1592835"/>
              <a:gd name="connsiteX76" fmla="*/ 3534780 w 9662615"/>
              <a:gd name="connsiteY76" fmla="*/ 1522141 h 1592835"/>
              <a:gd name="connsiteX77" fmla="*/ 3504783 w 9662615"/>
              <a:gd name="connsiteY77" fmla="*/ 1526739 h 1592835"/>
              <a:gd name="connsiteX78" fmla="*/ 3430805 w 9662615"/>
              <a:gd name="connsiteY78" fmla="*/ 1542521 h 1592835"/>
              <a:gd name="connsiteX79" fmla="*/ 3292707 w 9662615"/>
              <a:gd name="connsiteY79" fmla="*/ 1520490 h 1592835"/>
              <a:gd name="connsiteX80" fmla="*/ 3187872 w 9662615"/>
              <a:gd name="connsiteY80" fmla="*/ 1519991 h 1592835"/>
              <a:gd name="connsiteX81" fmla="*/ 3148026 w 9662615"/>
              <a:gd name="connsiteY81" fmla="*/ 1524777 h 1592835"/>
              <a:gd name="connsiteX82" fmla="*/ 3092394 w 9662615"/>
              <a:gd name="connsiteY82" fmla="*/ 1528115 h 1592835"/>
              <a:gd name="connsiteX83" fmla="*/ 2994200 w 9662615"/>
              <a:gd name="connsiteY83" fmla="*/ 1537857 h 1592835"/>
              <a:gd name="connsiteX84" fmla="*/ 2862301 w 9662615"/>
              <a:gd name="connsiteY84" fmla="*/ 1544250 h 1592835"/>
              <a:gd name="connsiteX85" fmla="*/ 2766335 w 9662615"/>
              <a:gd name="connsiteY85" fmla="*/ 1527662 h 1592835"/>
              <a:gd name="connsiteX86" fmla="*/ 2757836 w 9662615"/>
              <a:gd name="connsiteY86" fmla="*/ 1531371 h 1592835"/>
              <a:gd name="connsiteX87" fmla="*/ 2691555 w 9662615"/>
              <a:gd name="connsiteY87" fmla="*/ 1530283 h 1592835"/>
              <a:gd name="connsiteX88" fmla="*/ 2491676 w 9662615"/>
              <a:gd name="connsiteY88" fmla="*/ 1500859 h 1592835"/>
              <a:gd name="connsiteX89" fmla="*/ 2378036 w 9662615"/>
              <a:gd name="connsiteY89" fmla="*/ 1520645 h 1592835"/>
              <a:gd name="connsiteX90" fmla="*/ 2284269 w 9662615"/>
              <a:gd name="connsiteY90" fmla="*/ 1503068 h 1592835"/>
              <a:gd name="connsiteX91" fmla="*/ 2207104 w 9662615"/>
              <a:gd name="connsiteY91" fmla="*/ 1508888 h 1592835"/>
              <a:gd name="connsiteX92" fmla="*/ 2149226 w 9662615"/>
              <a:gd name="connsiteY92" fmla="*/ 1523409 h 1592835"/>
              <a:gd name="connsiteX93" fmla="*/ 2084783 w 9662615"/>
              <a:gd name="connsiteY93" fmla="*/ 1524245 h 1592835"/>
              <a:gd name="connsiteX94" fmla="*/ 2070075 w 9662615"/>
              <a:gd name="connsiteY94" fmla="*/ 1511285 h 1592835"/>
              <a:gd name="connsiteX95" fmla="*/ 2001057 w 9662615"/>
              <a:gd name="connsiteY95" fmla="*/ 1516449 h 1592835"/>
              <a:gd name="connsiteX96" fmla="*/ 1896330 w 9662615"/>
              <a:gd name="connsiteY96" fmla="*/ 1525725 h 1592835"/>
              <a:gd name="connsiteX97" fmla="*/ 1835994 w 9662615"/>
              <a:gd name="connsiteY97" fmla="*/ 1527678 h 1592835"/>
              <a:gd name="connsiteX98" fmla="*/ 1671119 w 9662615"/>
              <a:gd name="connsiteY98" fmla="*/ 1536701 h 1592835"/>
              <a:gd name="connsiteX99" fmla="*/ 1601337 w 9662615"/>
              <a:gd name="connsiteY99" fmla="*/ 1548552 h 1592835"/>
              <a:gd name="connsiteX100" fmla="*/ 1407755 w 9662615"/>
              <a:gd name="connsiteY100" fmla="*/ 1571444 h 1592835"/>
              <a:gd name="connsiteX101" fmla="*/ 1271994 w 9662615"/>
              <a:gd name="connsiteY101" fmla="*/ 1579471 h 1592835"/>
              <a:gd name="connsiteX102" fmla="*/ 1249226 w 9662615"/>
              <a:gd name="connsiteY102" fmla="*/ 1583140 h 1592835"/>
              <a:gd name="connsiteX103" fmla="*/ 1217719 w 9662615"/>
              <a:gd name="connsiteY103" fmla="*/ 1580863 h 1592835"/>
              <a:gd name="connsiteX104" fmla="*/ 1091432 w 9662615"/>
              <a:gd name="connsiteY104" fmla="*/ 1571003 h 1592835"/>
              <a:gd name="connsiteX105" fmla="*/ 992039 w 9662615"/>
              <a:gd name="connsiteY105" fmla="*/ 1556662 h 1592835"/>
              <a:gd name="connsiteX106" fmla="*/ 868264 w 9662615"/>
              <a:gd name="connsiteY106" fmla="*/ 1566392 h 1592835"/>
              <a:gd name="connsiteX107" fmla="*/ 792765 w 9662615"/>
              <a:gd name="connsiteY107" fmla="*/ 1563102 h 1592835"/>
              <a:gd name="connsiteX108" fmla="*/ 669055 w 9662615"/>
              <a:gd name="connsiteY108" fmla="*/ 1543638 h 1592835"/>
              <a:gd name="connsiteX109" fmla="*/ 506152 w 9662615"/>
              <a:gd name="connsiteY109" fmla="*/ 1549124 h 1592835"/>
              <a:gd name="connsiteX110" fmla="*/ 472797 w 9662615"/>
              <a:gd name="connsiteY110" fmla="*/ 1568904 h 1592835"/>
              <a:gd name="connsiteX111" fmla="*/ 427864 w 9662615"/>
              <a:gd name="connsiteY111" fmla="*/ 1580848 h 1592835"/>
              <a:gd name="connsiteX112" fmla="*/ 408381 w 9662615"/>
              <a:gd name="connsiteY112" fmla="*/ 1552940 h 1592835"/>
              <a:gd name="connsiteX113" fmla="*/ 267163 w 9662615"/>
              <a:gd name="connsiteY113" fmla="*/ 1531913 h 1592835"/>
              <a:gd name="connsiteX114" fmla="*/ 196644 w 9662615"/>
              <a:gd name="connsiteY114" fmla="*/ 1524565 h 1592835"/>
              <a:gd name="connsiteX115" fmla="*/ 86819 w 9662615"/>
              <a:gd name="connsiteY115" fmla="*/ 1519517 h 1592835"/>
              <a:gd name="connsiteX116" fmla="*/ 53369 w 9662615"/>
              <a:gd name="connsiteY116" fmla="*/ 1516853 h 1592835"/>
              <a:gd name="connsiteX117" fmla="*/ 2359 w 9662615"/>
              <a:gd name="connsiteY117" fmla="*/ 1515247 h 1592835"/>
              <a:gd name="connsiteX118" fmla="*/ 0 w 9662615"/>
              <a:gd name="connsiteY118" fmla="*/ 1514932 h 1592835"/>
              <a:gd name="connsiteX119" fmla="*/ 0 w 9662615"/>
              <a:gd name="connsiteY119" fmla="*/ 0 h 1592835"/>
              <a:gd name="connsiteX0" fmla="*/ 0 w 9662615"/>
              <a:gd name="connsiteY0" fmla="*/ 0 h 1592835"/>
              <a:gd name="connsiteX1" fmla="*/ 9662615 w 9662615"/>
              <a:gd name="connsiteY1" fmla="*/ 0 h 1592835"/>
              <a:gd name="connsiteX2" fmla="*/ 9662615 w 9662615"/>
              <a:gd name="connsiteY2" fmla="*/ 1280346 h 1592835"/>
              <a:gd name="connsiteX3" fmla="*/ 9658420 w 9662615"/>
              <a:gd name="connsiteY3" fmla="*/ 1280106 h 1592835"/>
              <a:gd name="connsiteX4" fmla="*/ 9469546 w 9662615"/>
              <a:gd name="connsiteY4" fmla="*/ 1289837 h 1592835"/>
              <a:gd name="connsiteX5" fmla="*/ 9385895 w 9662615"/>
              <a:gd name="connsiteY5" fmla="*/ 1269203 h 1592835"/>
              <a:gd name="connsiteX6" fmla="*/ 9144767 w 9662615"/>
              <a:gd name="connsiteY6" fmla="*/ 1264120 h 1592835"/>
              <a:gd name="connsiteX7" fmla="*/ 8837252 w 9662615"/>
              <a:gd name="connsiteY7" fmla="*/ 1350515 h 1592835"/>
              <a:gd name="connsiteX8" fmla="*/ 8705466 w 9662615"/>
              <a:gd name="connsiteY8" fmla="*/ 1342419 h 1592835"/>
              <a:gd name="connsiteX9" fmla="*/ 8652221 w 9662615"/>
              <a:gd name="connsiteY9" fmla="*/ 1326906 h 1592835"/>
              <a:gd name="connsiteX10" fmla="*/ 8632312 w 9662615"/>
              <a:gd name="connsiteY10" fmla="*/ 1326025 h 1592835"/>
              <a:gd name="connsiteX11" fmla="*/ 8591582 w 9662615"/>
              <a:gd name="connsiteY11" fmla="*/ 1341666 h 1592835"/>
              <a:gd name="connsiteX12" fmla="*/ 8537336 w 9662615"/>
              <a:gd name="connsiteY12" fmla="*/ 1341684 h 1592835"/>
              <a:gd name="connsiteX13" fmla="*/ 8472508 w 9662615"/>
              <a:gd name="connsiteY13" fmla="*/ 1363109 h 1592835"/>
              <a:gd name="connsiteX14" fmla="*/ 8258477 w 9662615"/>
              <a:gd name="connsiteY14" fmla="*/ 1370666 h 1592835"/>
              <a:gd name="connsiteX15" fmla="*/ 8197961 w 9662615"/>
              <a:gd name="connsiteY15" fmla="*/ 1392804 h 1592835"/>
              <a:gd name="connsiteX16" fmla="*/ 8171196 w 9662615"/>
              <a:gd name="connsiteY16" fmla="*/ 1397216 h 1592835"/>
              <a:gd name="connsiteX17" fmla="*/ 8127667 w 9662615"/>
              <a:gd name="connsiteY17" fmla="*/ 1418254 h 1592835"/>
              <a:gd name="connsiteX18" fmla="*/ 7974579 w 9662615"/>
              <a:gd name="connsiteY18" fmla="*/ 1383439 h 1592835"/>
              <a:gd name="connsiteX19" fmla="*/ 7768351 w 9662615"/>
              <a:gd name="connsiteY19" fmla="*/ 1395051 h 1592835"/>
              <a:gd name="connsiteX20" fmla="*/ 7635985 w 9662615"/>
              <a:gd name="connsiteY20" fmla="*/ 1386363 h 1592835"/>
              <a:gd name="connsiteX21" fmla="*/ 7466069 w 9662615"/>
              <a:gd name="connsiteY21" fmla="*/ 1377654 h 1592835"/>
              <a:gd name="connsiteX22" fmla="*/ 7355642 w 9662615"/>
              <a:gd name="connsiteY22" fmla="*/ 1407761 h 1592835"/>
              <a:gd name="connsiteX23" fmla="*/ 7151610 w 9662615"/>
              <a:gd name="connsiteY23" fmla="*/ 1397856 h 1592835"/>
              <a:gd name="connsiteX24" fmla="*/ 7082147 w 9662615"/>
              <a:gd name="connsiteY24" fmla="*/ 1406113 h 1592835"/>
              <a:gd name="connsiteX25" fmla="*/ 7014958 w 9662615"/>
              <a:gd name="connsiteY25" fmla="*/ 1396883 h 1592835"/>
              <a:gd name="connsiteX26" fmla="*/ 6907567 w 9662615"/>
              <a:gd name="connsiteY26" fmla="*/ 1419149 h 1592835"/>
              <a:gd name="connsiteX27" fmla="*/ 6748428 w 9662615"/>
              <a:gd name="connsiteY27" fmla="*/ 1420308 h 1592835"/>
              <a:gd name="connsiteX28" fmla="*/ 6654257 w 9662615"/>
              <a:gd name="connsiteY28" fmla="*/ 1424143 h 1592835"/>
              <a:gd name="connsiteX29" fmla="*/ 6620123 w 9662615"/>
              <a:gd name="connsiteY29" fmla="*/ 1430535 h 1592835"/>
              <a:gd name="connsiteX30" fmla="*/ 6571355 w 9662615"/>
              <a:gd name="connsiteY30" fmla="*/ 1436144 h 1592835"/>
              <a:gd name="connsiteX31" fmla="*/ 6486557 w 9662615"/>
              <a:gd name="connsiteY31" fmla="*/ 1449861 h 1592835"/>
              <a:gd name="connsiteX32" fmla="*/ 6370419 w 9662615"/>
              <a:gd name="connsiteY32" fmla="*/ 1461649 h 1592835"/>
              <a:gd name="connsiteX33" fmla="*/ 6278839 w 9662615"/>
              <a:gd name="connsiteY33" fmla="*/ 1449160 h 1592835"/>
              <a:gd name="connsiteX34" fmla="*/ 6272455 w 9662615"/>
              <a:gd name="connsiteY34" fmla="*/ 1453191 h 1592835"/>
              <a:gd name="connsiteX35" fmla="*/ 6212659 w 9662615"/>
              <a:gd name="connsiteY35" fmla="*/ 1454850 h 1592835"/>
              <a:gd name="connsiteX36" fmla="*/ 6069317 w 9662615"/>
              <a:gd name="connsiteY36" fmla="*/ 1445838 h 1592835"/>
              <a:gd name="connsiteX37" fmla="*/ 5878477 w 9662615"/>
              <a:gd name="connsiteY37" fmla="*/ 1439180 h 1592835"/>
              <a:gd name="connsiteX38" fmla="*/ 5838387 w 9662615"/>
              <a:gd name="connsiteY38" fmla="*/ 1444679 h 1592835"/>
              <a:gd name="connsiteX39" fmla="*/ 5771136 w 9662615"/>
              <a:gd name="connsiteY39" fmla="*/ 1453639 h 1592835"/>
              <a:gd name="connsiteX40" fmla="*/ 5724081 w 9662615"/>
              <a:gd name="connsiteY40" fmla="*/ 1470431 h 1592835"/>
              <a:gd name="connsiteX41" fmla="*/ 5666577 w 9662615"/>
              <a:gd name="connsiteY41" fmla="*/ 1473921 h 1592835"/>
              <a:gd name="connsiteX42" fmla="*/ 5649068 w 9662615"/>
              <a:gd name="connsiteY42" fmla="*/ 1461676 h 1592835"/>
              <a:gd name="connsiteX43" fmla="*/ 5588902 w 9662615"/>
              <a:gd name="connsiteY43" fmla="*/ 1469647 h 1592835"/>
              <a:gd name="connsiteX44" fmla="*/ 5498090 w 9662615"/>
              <a:gd name="connsiteY44" fmla="*/ 1483173 h 1592835"/>
              <a:gd name="connsiteX45" fmla="*/ 5444641 w 9662615"/>
              <a:gd name="connsiteY45" fmla="*/ 1487602 h 1592835"/>
              <a:gd name="connsiteX46" fmla="*/ 5299812 w 9662615"/>
              <a:gd name="connsiteY46" fmla="*/ 1503362 h 1592835"/>
              <a:gd name="connsiteX47" fmla="*/ 5213947 w 9662615"/>
              <a:gd name="connsiteY47" fmla="*/ 1516637 h 1592835"/>
              <a:gd name="connsiteX48" fmla="*/ 5090342 w 9662615"/>
              <a:gd name="connsiteY48" fmla="*/ 1546680 h 1592835"/>
              <a:gd name="connsiteX49" fmla="*/ 5129812 w 9662615"/>
              <a:gd name="connsiteY49" fmla="*/ 1521277 h 1592835"/>
              <a:gd name="connsiteX50" fmla="*/ 5059484 w 9662615"/>
              <a:gd name="connsiteY50" fmla="*/ 1546802 h 1592835"/>
              <a:gd name="connsiteX51" fmla="*/ 5038524 w 9662615"/>
              <a:gd name="connsiteY51" fmla="*/ 1545675 h 1592835"/>
              <a:gd name="connsiteX52" fmla="*/ 5026564 w 9662615"/>
              <a:gd name="connsiteY52" fmla="*/ 1545376 h 1592835"/>
              <a:gd name="connsiteX53" fmla="*/ 4969433 w 9662615"/>
              <a:gd name="connsiteY53" fmla="*/ 1550865 h 1592835"/>
              <a:gd name="connsiteX54" fmla="*/ 4921303 w 9662615"/>
              <a:gd name="connsiteY54" fmla="*/ 1575379 h 1592835"/>
              <a:gd name="connsiteX55" fmla="*/ 4863775 w 9662615"/>
              <a:gd name="connsiteY55" fmla="*/ 1562633 h 1592835"/>
              <a:gd name="connsiteX56" fmla="*/ 4847242 w 9662615"/>
              <a:gd name="connsiteY56" fmla="*/ 1565435 h 1592835"/>
              <a:gd name="connsiteX57" fmla="*/ 4856839 w 9662615"/>
              <a:gd name="connsiteY57" fmla="*/ 1592835 h 1592835"/>
              <a:gd name="connsiteX58" fmla="*/ 4791466 w 9662615"/>
              <a:gd name="connsiteY58" fmla="*/ 1561324 h 1592835"/>
              <a:gd name="connsiteX59" fmla="*/ 4784247 w 9662615"/>
              <a:gd name="connsiteY59" fmla="*/ 1562342 h 1592835"/>
              <a:gd name="connsiteX60" fmla="*/ 4730033 w 9662615"/>
              <a:gd name="connsiteY60" fmla="*/ 1555274 h 1592835"/>
              <a:gd name="connsiteX61" fmla="*/ 4697562 w 9662615"/>
              <a:gd name="connsiteY61" fmla="*/ 1551206 h 1592835"/>
              <a:gd name="connsiteX62" fmla="*/ 4662664 w 9662615"/>
              <a:gd name="connsiteY62" fmla="*/ 1573162 h 1592835"/>
              <a:gd name="connsiteX63" fmla="*/ 4603028 w 9662615"/>
              <a:gd name="connsiteY63" fmla="*/ 1568821 h 1592835"/>
              <a:gd name="connsiteX64" fmla="*/ 4541612 w 9662615"/>
              <a:gd name="connsiteY64" fmla="*/ 1545262 h 1592835"/>
              <a:gd name="connsiteX65" fmla="*/ 4422155 w 9662615"/>
              <a:gd name="connsiteY65" fmla="*/ 1542059 h 1592835"/>
              <a:gd name="connsiteX66" fmla="*/ 4221826 w 9662615"/>
              <a:gd name="connsiteY66" fmla="*/ 1508923 h 1592835"/>
              <a:gd name="connsiteX67" fmla="*/ 4096601 w 9662615"/>
              <a:gd name="connsiteY67" fmla="*/ 1521563 h 1592835"/>
              <a:gd name="connsiteX68" fmla="*/ 3970635 w 9662615"/>
              <a:gd name="connsiteY68" fmla="*/ 1544815 h 1592835"/>
              <a:gd name="connsiteX69" fmla="*/ 3833906 w 9662615"/>
              <a:gd name="connsiteY69" fmla="*/ 1516637 h 1592835"/>
              <a:gd name="connsiteX70" fmla="*/ 3696258 w 9662615"/>
              <a:gd name="connsiteY70" fmla="*/ 1537563 h 1592835"/>
              <a:gd name="connsiteX71" fmla="*/ 3594070 w 9662615"/>
              <a:gd name="connsiteY71" fmla="*/ 1509422 h 1592835"/>
              <a:gd name="connsiteX72" fmla="*/ 3565233 w 9662615"/>
              <a:gd name="connsiteY72" fmla="*/ 1515122 h 1592835"/>
              <a:gd name="connsiteX73" fmla="*/ 3560267 w 9662615"/>
              <a:gd name="connsiteY73" fmla="*/ 1516288 h 1592835"/>
              <a:gd name="connsiteX74" fmla="*/ 3540258 w 9662615"/>
              <a:gd name="connsiteY74" fmla="*/ 1516976 h 1592835"/>
              <a:gd name="connsiteX75" fmla="*/ 3534780 w 9662615"/>
              <a:gd name="connsiteY75" fmla="*/ 1522141 h 1592835"/>
              <a:gd name="connsiteX76" fmla="*/ 3504783 w 9662615"/>
              <a:gd name="connsiteY76" fmla="*/ 1526739 h 1592835"/>
              <a:gd name="connsiteX77" fmla="*/ 3430805 w 9662615"/>
              <a:gd name="connsiteY77" fmla="*/ 1542521 h 1592835"/>
              <a:gd name="connsiteX78" fmla="*/ 3292707 w 9662615"/>
              <a:gd name="connsiteY78" fmla="*/ 1520490 h 1592835"/>
              <a:gd name="connsiteX79" fmla="*/ 3187872 w 9662615"/>
              <a:gd name="connsiteY79" fmla="*/ 1519991 h 1592835"/>
              <a:gd name="connsiteX80" fmla="*/ 3148026 w 9662615"/>
              <a:gd name="connsiteY80" fmla="*/ 1524777 h 1592835"/>
              <a:gd name="connsiteX81" fmla="*/ 3092394 w 9662615"/>
              <a:gd name="connsiteY81" fmla="*/ 1528115 h 1592835"/>
              <a:gd name="connsiteX82" fmla="*/ 2994200 w 9662615"/>
              <a:gd name="connsiteY82" fmla="*/ 1537857 h 1592835"/>
              <a:gd name="connsiteX83" fmla="*/ 2862301 w 9662615"/>
              <a:gd name="connsiteY83" fmla="*/ 1544250 h 1592835"/>
              <a:gd name="connsiteX84" fmla="*/ 2766335 w 9662615"/>
              <a:gd name="connsiteY84" fmla="*/ 1527662 h 1592835"/>
              <a:gd name="connsiteX85" fmla="*/ 2757836 w 9662615"/>
              <a:gd name="connsiteY85" fmla="*/ 1531371 h 1592835"/>
              <a:gd name="connsiteX86" fmla="*/ 2691555 w 9662615"/>
              <a:gd name="connsiteY86" fmla="*/ 1530283 h 1592835"/>
              <a:gd name="connsiteX87" fmla="*/ 2491676 w 9662615"/>
              <a:gd name="connsiteY87" fmla="*/ 1500859 h 1592835"/>
              <a:gd name="connsiteX88" fmla="*/ 2378036 w 9662615"/>
              <a:gd name="connsiteY88" fmla="*/ 1520645 h 1592835"/>
              <a:gd name="connsiteX89" fmla="*/ 2284269 w 9662615"/>
              <a:gd name="connsiteY89" fmla="*/ 1503068 h 1592835"/>
              <a:gd name="connsiteX90" fmla="*/ 2207104 w 9662615"/>
              <a:gd name="connsiteY90" fmla="*/ 1508888 h 1592835"/>
              <a:gd name="connsiteX91" fmla="*/ 2149226 w 9662615"/>
              <a:gd name="connsiteY91" fmla="*/ 1523409 h 1592835"/>
              <a:gd name="connsiteX92" fmla="*/ 2084783 w 9662615"/>
              <a:gd name="connsiteY92" fmla="*/ 1524245 h 1592835"/>
              <a:gd name="connsiteX93" fmla="*/ 2070075 w 9662615"/>
              <a:gd name="connsiteY93" fmla="*/ 1511285 h 1592835"/>
              <a:gd name="connsiteX94" fmla="*/ 2001057 w 9662615"/>
              <a:gd name="connsiteY94" fmla="*/ 1516449 h 1592835"/>
              <a:gd name="connsiteX95" fmla="*/ 1896330 w 9662615"/>
              <a:gd name="connsiteY95" fmla="*/ 1525725 h 1592835"/>
              <a:gd name="connsiteX96" fmla="*/ 1835994 w 9662615"/>
              <a:gd name="connsiteY96" fmla="*/ 1527678 h 1592835"/>
              <a:gd name="connsiteX97" fmla="*/ 1671119 w 9662615"/>
              <a:gd name="connsiteY97" fmla="*/ 1536701 h 1592835"/>
              <a:gd name="connsiteX98" fmla="*/ 1601337 w 9662615"/>
              <a:gd name="connsiteY98" fmla="*/ 1548552 h 1592835"/>
              <a:gd name="connsiteX99" fmla="*/ 1407755 w 9662615"/>
              <a:gd name="connsiteY99" fmla="*/ 1571444 h 1592835"/>
              <a:gd name="connsiteX100" fmla="*/ 1271994 w 9662615"/>
              <a:gd name="connsiteY100" fmla="*/ 1579471 h 1592835"/>
              <a:gd name="connsiteX101" fmla="*/ 1249226 w 9662615"/>
              <a:gd name="connsiteY101" fmla="*/ 1583140 h 1592835"/>
              <a:gd name="connsiteX102" fmla="*/ 1217719 w 9662615"/>
              <a:gd name="connsiteY102" fmla="*/ 1580863 h 1592835"/>
              <a:gd name="connsiteX103" fmla="*/ 1091432 w 9662615"/>
              <a:gd name="connsiteY103" fmla="*/ 1571003 h 1592835"/>
              <a:gd name="connsiteX104" fmla="*/ 992039 w 9662615"/>
              <a:gd name="connsiteY104" fmla="*/ 1556662 h 1592835"/>
              <a:gd name="connsiteX105" fmla="*/ 868264 w 9662615"/>
              <a:gd name="connsiteY105" fmla="*/ 1566392 h 1592835"/>
              <a:gd name="connsiteX106" fmla="*/ 792765 w 9662615"/>
              <a:gd name="connsiteY106" fmla="*/ 1563102 h 1592835"/>
              <a:gd name="connsiteX107" fmla="*/ 669055 w 9662615"/>
              <a:gd name="connsiteY107" fmla="*/ 1543638 h 1592835"/>
              <a:gd name="connsiteX108" fmla="*/ 506152 w 9662615"/>
              <a:gd name="connsiteY108" fmla="*/ 1549124 h 1592835"/>
              <a:gd name="connsiteX109" fmla="*/ 472797 w 9662615"/>
              <a:gd name="connsiteY109" fmla="*/ 1568904 h 1592835"/>
              <a:gd name="connsiteX110" fmla="*/ 427864 w 9662615"/>
              <a:gd name="connsiteY110" fmla="*/ 1580848 h 1592835"/>
              <a:gd name="connsiteX111" fmla="*/ 408381 w 9662615"/>
              <a:gd name="connsiteY111" fmla="*/ 1552940 h 1592835"/>
              <a:gd name="connsiteX112" fmla="*/ 267163 w 9662615"/>
              <a:gd name="connsiteY112" fmla="*/ 1531913 h 1592835"/>
              <a:gd name="connsiteX113" fmla="*/ 196644 w 9662615"/>
              <a:gd name="connsiteY113" fmla="*/ 1524565 h 1592835"/>
              <a:gd name="connsiteX114" fmla="*/ 86819 w 9662615"/>
              <a:gd name="connsiteY114" fmla="*/ 1519517 h 1592835"/>
              <a:gd name="connsiteX115" fmla="*/ 53369 w 9662615"/>
              <a:gd name="connsiteY115" fmla="*/ 1516853 h 1592835"/>
              <a:gd name="connsiteX116" fmla="*/ 2359 w 9662615"/>
              <a:gd name="connsiteY116" fmla="*/ 1515247 h 1592835"/>
              <a:gd name="connsiteX117" fmla="*/ 0 w 9662615"/>
              <a:gd name="connsiteY117" fmla="*/ 1514932 h 1592835"/>
              <a:gd name="connsiteX118" fmla="*/ 0 w 9662615"/>
              <a:gd name="connsiteY118" fmla="*/ 0 h 1592835"/>
              <a:gd name="connsiteX0" fmla="*/ 0 w 9662615"/>
              <a:gd name="connsiteY0" fmla="*/ 0 h 1592835"/>
              <a:gd name="connsiteX1" fmla="*/ 9662615 w 9662615"/>
              <a:gd name="connsiteY1" fmla="*/ 0 h 1592835"/>
              <a:gd name="connsiteX2" fmla="*/ 9662615 w 9662615"/>
              <a:gd name="connsiteY2" fmla="*/ 1280346 h 1592835"/>
              <a:gd name="connsiteX3" fmla="*/ 9658420 w 9662615"/>
              <a:gd name="connsiteY3" fmla="*/ 1280106 h 1592835"/>
              <a:gd name="connsiteX4" fmla="*/ 9469546 w 9662615"/>
              <a:gd name="connsiteY4" fmla="*/ 1289837 h 1592835"/>
              <a:gd name="connsiteX5" fmla="*/ 9385895 w 9662615"/>
              <a:gd name="connsiteY5" fmla="*/ 1269203 h 1592835"/>
              <a:gd name="connsiteX6" fmla="*/ 9144767 w 9662615"/>
              <a:gd name="connsiteY6" fmla="*/ 1264120 h 1592835"/>
              <a:gd name="connsiteX7" fmla="*/ 8837252 w 9662615"/>
              <a:gd name="connsiteY7" fmla="*/ 1350515 h 1592835"/>
              <a:gd name="connsiteX8" fmla="*/ 8705466 w 9662615"/>
              <a:gd name="connsiteY8" fmla="*/ 1342419 h 1592835"/>
              <a:gd name="connsiteX9" fmla="*/ 8652221 w 9662615"/>
              <a:gd name="connsiteY9" fmla="*/ 1326906 h 1592835"/>
              <a:gd name="connsiteX10" fmla="*/ 8632312 w 9662615"/>
              <a:gd name="connsiteY10" fmla="*/ 1326025 h 1592835"/>
              <a:gd name="connsiteX11" fmla="*/ 8591582 w 9662615"/>
              <a:gd name="connsiteY11" fmla="*/ 1341666 h 1592835"/>
              <a:gd name="connsiteX12" fmla="*/ 8537336 w 9662615"/>
              <a:gd name="connsiteY12" fmla="*/ 1341684 h 1592835"/>
              <a:gd name="connsiteX13" fmla="*/ 8472508 w 9662615"/>
              <a:gd name="connsiteY13" fmla="*/ 1363109 h 1592835"/>
              <a:gd name="connsiteX14" fmla="*/ 8258477 w 9662615"/>
              <a:gd name="connsiteY14" fmla="*/ 1370666 h 1592835"/>
              <a:gd name="connsiteX15" fmla="*/ 8197961 w 9662615"/>
              <a:gd name="connsiteY15" fmla="*/ 1392804 h 1592835"/>
              <a:gd name="connsiteX16" fmla="*/ 8171196 w 9662615"/>
              <a:gd name="connsiteY16" fmla="*/ 1397216 h 1592835"/>
              <a:gd name="connsiteX17" fmla="*/ 8127667 w 9662615"/>
              <a:gd name="connsiteY17" fmla="*/ 1418254 h 1592835"/>
              <a:gd name="connsiteX18" fmla="*/ 7974579 w 9662615"/>
              <a:gd name="connsiteY18" fmla="*/ 1383439 h 1592835"/>
              <a:gd name="connsiteX19" fmla="*/ 7768351 w 9662615"/>
              <a:gd name="connsiteY19" fmla="*/ 1395051 h 1592835"/>
              <a:gd name="connsiteX20" fmla="*/ 7635985 w 9662615"/>
              <a:gd name="connsiteY20" fmla="*/ 1386363 h 1592835"/>
              <a:gd name="connsiteX21" fmla="*/ 7466069 w 9662615"/>
              <a:gd name="connsiteY21" fmla="*/ 1377654 h 1592835"/>
              <a:gd name="connsiteX22" fmla="*/ 7355642 w 9662615"/>
              <a:gd name="connsiteY22" fmla="*/ 1407761 h 1592835"/>
              <a:gd name="connsiteX23" fmla="*/ 7151610 w 9662615"/>
              <a:gd name="connsiteY23" fmla="*/ 1397856 h 1592835"/>
              <a:gd name="connsiteX24" fmla="*/ 7082147 w 9662615"/>
              <a:gd name="connsiteY24" fmla="*/ 1406113 h 1592835"/>
              <a:gd name="connsiteX25" fmla="*/ 7014958 w 9662615"/>
              <a:gd name="connsiteY25" fmla="*/ 1396883 h 1592835"/>
              <a:gd name="connsiteX26" fmla="*/ 6907567 w 9662615"/>
              <a:gd name="connsiteY26" fmla="*/ 1419149 h 1592835"/>
              <a:gd name="connsiteX27" fmla="*/ 6748428 w 9662615"/>
              <a:gd name="connsiteY27" fmla="*/ 1420308 h 1592835"/>
              <a:gd name="connsiteX28" fmla="*/ 6654257 w 9662615"/>
              <a:gd name="connsiteY28" fmla="*/ 1424143 h 1592835"/>
              <a:gd name="connsiteX29" fmla="*/ 6620123 w 9662615"/>
              <a:gd name="connsiteY29" fmla="*/ 1430535 h 1592835"/>
              <a:gd name="connsiteX30" fmla="*/ 6571355 w 9662615"/>
              <a:gd name="connsiteY30" fmla="*/ 1436144 h 1592835"/>
              <a:gd name="connsiteX31" fmla="*/ 6486557 w 9662615"/>
              <a:gd name="connsiteY31" fmla="*/ 1449861 h 1592835"/>
              <a:gd name="connsiteX32" fmla="*/ 6370419 w 9662615"/>
              <a:gd name="connsiteY32" fmla="*/ 1461649 h 1592835"/>
              <a:gd name="connsiteX33" fmla="*/ 6278839 w 9662615"/>
              <a:gd name="connsiteY33" fmla="*/ 1449160 h 1592835"/>
              <a:gd name="connsiteX34" fmla="*/ 6272455 w 9662615"/>
              <a:gd name="connsiteY34" fmla="*/ 1453191 h 1592835"/>
              <a:gd name="connsiteX35" fmla="*/ 6212659 w 9662615"/>
              <a:gd name="connsiteY35" fmla="*/ 1454850 h 1592835"/>
              <a:gd name="connsiteX36" fmla="*/ 6069317 w 9662615"/>
              <a:gd name="connsiteY36" fmla="*/ 1445838 h 1592835"/>
              <a:gd name="connsiteX37" fmla="*/ 5878477 w 9662615"/>
              <a:gd name="connsiteY37" fmla="*/ 1439180 h 1592835"/>
              <a:gd name="connsiteX38" fmla="*/ 5838387 w 9662615"/>
              <a:gd name="connsiteY38" fmla="*/ 1444679 h 1592835"/>
              <a:gd name="connsiteX39" fmla="*/ 5771136 w 9662615"/>
              <a:gd name="connsiteY39" fmla="*/ 1453639 h 1592835"/>
              <a:gd name="connsiteX40" fmla="*/ 5724081 w 9662615"/>
              <a:gd name="connsiteY40" fmla="*/ 1470431 h 1592835"/>
              <a:gd name="connsiteX41" fmla="*/ 5666577 w 9662615"/>
              <a:gd name="connsiteY41" fmla="*/ 1473921 h 1592835"/>
              <a:gd name="connsiteX42" fmla="*/ 5649068 w 9662615"/>
              <a:gd name="connsiteY42" fmla="*/ 1461676 h 1592835"/>
              <a:gd name="connsiteX43" fmla="*/ 5588902 w 9662615"/>
              <a:gd name="connsiteY43" fmla="*/ 1469647 h 1592835"/>
              <a:gd name="connsiteX44" fmla="*/ 5498090 w 9662615"/>
              <a:gd name="connsiteY44" fmla="*/ 1483173 h 1592835"/>
              <a:gd name="connsiteX45" fmla="*/ 5444641 w 9662615"/>
              <a:gd name="connsiteY45" fmla="*/ 1487602 h 1592835"/>
              <a:gd name="connsiteX46" fmla="*/ 5299812 w 9662615"/>
              <a:gd name="connsiteY46" fmla="*/ 1503362 h 1592835"/>
              <a:gd name="connsiteX47" fmla="*/ 5213947 w 9662615"/>
              <a:gd name="connsiteY47" fmla="*/ 1516637 h 1592835"/>
              <a:gd name="connsiteX48" fmla="*/ 5090342 w 9662615"/>
              <a:gd name="connsiteY48" fmla="*/ 1546680 h 1592835"/>
              <a:gd name="connsiteX49" fmla="*/ 5129812 w 9662615"/>
              <a:gd name="connsiteY49" fmla="*/ 1521277 h 1592835"/>
              <a:gd name="connsiteX50" fmla="*/ 5059484 w 9662615"/>
              <a:gd name="connsiteY50" fmla="*/ 1546802 h 1592835"/>
              <a:gd name="connsiteX51" fmla="*/ 5038524 w 9662615"/>
              <a:gd name="connsiteY51" fmla="*/ 1545675 h 1592835"/>
              <a:gd name="connsiteX52" fmla="*/ 5026564 w 9662615"/>
              <a:gd name="connsiteY52" fmla="*/ 1545376 h 1592835"/>
              <a:gd name="connsiteX53" fmla="*/ 4969433 w 9662615"/>
              <a:gd name="connsiteY53" fmla="*/ 1550865 h 1592835"/>
              <a:gd name="connsiteX54" fmla="*/ 4921303 w 9662615"/>
              <a:gd name="connsiteY54" fmla="*/ 1575379 h 1592835"/>
              <a:gd name="connsiteX55" fmla="*/ 4863775 w 9662615"/>
              <a:gd name="connsiteY55" fmla="*/ 1562633 h 1592835"/>
              <a:gd name="connsiteX56" fmla="*/ 4847242 w 9662615"/>
              <a:gd name="connsiteY56" fmla="*/ 1565435 h 1592835"/>
              <a:gd name="connsiteX57" fmla="*/ 4856839 w 9662615"/>
              <a:gd name="connsiteY57" fmla="*/ 1592835 h 1592835"/>
              <a:gd name="connsiteX58" fmla="*/ 4791466 w 9662615"/>
              <a:gd name="connsiteY58" fmla="*/ 1561324 h 1592835"/>
              <a:gd name="connsiteX59" fmla="*/ 4784247 w 9662615"/>
              <a:gd name="connsiteY59" fmla="*/ 1562342 h 1592835"/>
              <a:gd name="connsiteX60" fmla="*/ 4735334 w 9662615"/>
              <a:gd name="connsiteY60" fmla="*/ 1581778 h 1592835"/>
              <a:gd name="connsiteX61" fmla="*/ 4697562 w 9662615"/>
              <a:gd name="connsiteY61" fmla="*/ 1551206 h 1592835"/>
              <a:gd name="connsiteX62" fmla="*/ 4662664 w 9662615"/>
              <a:gd name="connsiteY62" fmla="*/ 1573162 h 1592835"/>
              <a:gd name="connsiteX63" fmla="*/ 4603028 w 9662615"/>
              <a:gd name="connsiteY63" fmla="*/ 1568821 h 1592835"/>
              <a:gd name="connsiteX64" fmla="*/ 4541612 w 9662615"/>
              <a:gd name="connsiteY64" fmla="*/ 1545262 h 1592835"/>
              <a:gd name="connsiteX65" fmla="*/ 4422155 w 9662615"/>
              <a:gd name="connsiteY65" fmla="*/ 1542059 h 1592835"/>
              <a:gd name="connsiteX66" fmla="*/ 4221826 w 9662615"/>
              <a:gd name="connsiteY66" fmla="*/ 1508923 h 1592835"/>
              <a:gd name="connsiteX67" fmla="*/ 4096601 w 9662615"/>
              <a:gd name="connsiteY67" fmla="*/ 1521563 h 1592835"/>
              <a:gd name="connsiteX68" fmla="*/ 3970635 w 9662615"/>
              <a:gd name="connsiteY68" fmla="*/ 1544815 h 1592835"/>
              <a:gd name="connsiteX69" fmla="*/ 3833906 w 9662615"/>
              <a:gd name="connsiteY69" fmla="*/ 1516637 h 1592835"/>
              <a:gd name="connsiteX70" fmla="*/ 3696258 w 9662615"/>
              <a:gd name="connsiteY70" fmla="*/ 1537563 h 1592835"/>
              <a:gd name="connsiteX71" fmla="*/ 3594070 w 9662615"/>
              <a:gd name="connsiteY71" fmla="*/ 1509422 h 1592835"/>
              <a:gd name="connsiteX72" fmla="*/ 3565233 w 9662615"/>
              <a:gd name="connsiteY72" fmla="*/ 1515122 h 1592835"/>
              <a:gd name="connsiteX73" fmla="*/ 3560267 w 9662615"/>
              <a:gd name="connsiteY73" fmla="*/ 1516288 h 1592835"/>
              <a:gd name="connsiteX74" fmla="*/ 3540258 w 9662615"/>
              <a:gd name="connsiteY74" fmla="*/ 1516976 h 1592835"/>
              <a:gd name="connsiteX75" fmla="*/ 3534780 w 9662615"/>
              <a:gd name="connsiteY75" fmla="*/ 1522141 h 1592835"/>
              <a:gd name="connsiteX76" fmla="*/ 3504783 w 9662615"/>
              <a:gd name="connsiteY76" fmla="*/ 1526739 h 1592835"/>
              <a:gd name="connsiteX77" fmla="*/ 3430805 w 9662615"/>
              <a:gd name="connsiteY77" fmla="*/ 1542521 h 1592835"/>
              <a:gd name="connsiteX78" fmla="*/ 3292707 w 9662615"/>
              <a:gd name="connsiteY78" fmla="*/ 1520490 h 1592835"/>
              <a:gd name="connsiteX79" fmla="*/ 3187872 w 9662615"/>
              <a:gd name="connsiteY79" fmla="*/ 1519991 h 1592835"/>
              <a:gd name="connsiteX80" fmla="*/ 3148026 w 9662615"/>
              <a:gd name="connsiteY80" fmla="*/ 1524777 h 1592835"/>
              <a:gd name="connsiteX81" fmla="*/ 3092394 w 9662615"/>
              <a:gd name="connsiteY81" fmla="*/ 1528115 h 1592835"/>
              <a:gd name="connsiteX82" fmla="*/ 2994200 w 9662615"/>
              <a:gd name="connsiteY82" fmla="*/ 1537857 h 1592835"/>
              <a:gd name="connsiteX83" fmla="*/ 2862301 w 9662615"/>
              <a:gd name="connsiteY83" fmla="*/ 1544250 h 1592835"/>
              <a:gd name="connsiteX84" fmla="*/ 2766335 w 9662615"/>
              <a:gd name="connsiteY84" fmla="*/ 1527662 h 1592835"/>
              <a:gd name="connsiteX85" fmla="*/ 2757836 w 9662615"/>
              <a:gd name="connsiteY85" fmla="*/ 1531371 h 1592835"/>
              <a:gd name="connsiteX86" fmla="*/ 2691555 w 9662615"/>
              <a:gd name="connsiteY86" fmla="*/ 1530283 h 1592835"/>
              <a:gd name="connsiteX87" fmla="*/ 2491676 w 9662615"/>
              <a:gd name="connsiteY87" fmla="*/ 1500859 h 1592835"/>
              <a:gd name="connsiteX88" fmla="*/ 2378036 w 9662615"/>
              <a:gd name="connsiteY88" fmla="*/ 1520645 h 1592835"/>
              <a:gd name="connsiteX89" fmla="*/ 2284269 w 9662615"/>
              <a:gd name="connsiteY89" fmla="*/ 1503068 h 1592835"/>
              <a:gd name="connsiteX90" fmla="*/ 2207104 w 9662615"/>
              <a:gd name="connsiteY90" fmla="*/ 1508888 h 1592835"/>
              <a:gd name="connsiteX91" fmla="*/ 2149226 w 9662615"/>
              <a:gd name="connsiteY91" fmla="*/ 1523409 h 1592835"/>
              <a:gd name="connsiteX92" fmla="*/ 2084783 w 9662615"/>
              <a:gd name="connsiteY92" fmla="*/ 1524245 h 1592835"/>
              <a:gd name="connsiteX93" fmla="*/ 2070075 w 9662615"/>
              <a:gd name="connsiteY93" fmla="*/ 1511285 h 1592835"/>
              <a:gd name="connsiteX94" fmla="*/ 2001057 w 9662615"/>
              <a:gd name="connsiteY94" fmla="*/ 1516449 h 1592835"/>
              <a:gd name="connsiteX95" fmla="*/ 1896330 w 9662615"/>
              <a:gd name="connsiteY95" fmla="*/ 1525725 h 1592835"/>
              <a:gd name="connsiteX96" fmla="*/ 1835994 w 9662615"/>
              <a:gd name="connsiteY96" fmla="*/ 1527678 h 1592835"/>
              <a:gd name="connsiteX97" fmla="*/ 1671119 w 9662615"/>
              <a:gd name="connsiteY97" fmla="*/ 1536701 h 1592835"/>
              <a:gd name="connsiteX98" fmla="*/ 1601337 w 9662615"/>
              <a:gd name="connsiteY98" fmla="*/ 1548552 h 1592835"/>
              <a:gd name="connsiteX99" fmla="*/ 1407755 w 9662615"/>
              <a:gd name="connsiteY99" fmla="*/ 1571444 h 1592835"/>
              <a:gd name="connsiteX100" fmla="*/ 1271994 w 9662615"/>
              <a:gd name="connsiteY100" fmla="*/ 1579471 h 1592835"/>
              <a:gd name="connsiteX101" fmla="*/ 1249226 w 9662615"/>
              <a:gd name="connsiteY101" fmla="*/ 1583140 h 1592835"/>
              <a:gd name="connsiteX102" fmla="*/ 1217719 w 9662615"/>
              <a:gd name="connsiteY102" fmla="*/ 1580863 h 1592835"/>
              <a:gd name="connsiteX103" fmla="*/ 1091432 w 9662615"/>
              <a:gd name="connsiteY103" fmla="*/ 1571003 h 1592835"/>
              <a:gd name="connsiteX104" fmla="*/ 992039 w 9662615"/>
              <a:gd name="connsiteY104" fmla="*/ 1556662 h 1592835"/>
              <a:gd name="connsiteX105" fmla="*/ 868264 w 9662615"/>
              <a:gd name="connsiteY105" fmla="*/ 1566392 h 1592835"/>
              <a:gd name="connsiteX106" fmla="*/ 792765 w 9662615"/>
              <a:gd name="connsiteY106" fmla="*/ 1563102 h 1592835"/>
              <a:gd name="connsiteX107" fmla="*/ 669055 w 9662615"/>
              <a:gd name="connsiteY107" fmla="*/ 1543638 h 1592835"/>
              <a:gd name="connsiteX108" fmla="*/ 506152 w 9662615"/>
              <a:gd name="connsiteY108" fmla="*/ 1549124 h 1592835"/>
              <a:gd name="connsiteX109" fmla="*/ 472797 w 9662615"/>
              <a:gd name="connsiteY109" fmla="*/ 1568904 h 1592835"/>
              <a:gd name="connsiteX110" fmla="*/ 427864 w 9662615"/>
              <a:gd name="connsiteY110" fmla="*/ 1580848 h 1592835"/>
              <a:gd name="connsiteX111" fmla="*/ 408381 w 9662615"/>
              <a:gd name="connsiteY111" fmla="*/ 1552940 h 1592835"/>
              <a:gd name="connsiteX112" fmla="*/ 267163 w 9662615"/>
              <a:gd name="connsiteY112" fmla="*/ 1531913 h 1592835"/>
              <a:gd name="connsiteX113" fmla="*/ 196644 w 9662615"/>
              <a:gd name="connsiteY113" fmla="*/ 1524565 h 1592835"/>
              <a:gd name="connsiteX114" fmla="*/ 86819 w 9662615"/>
              <a:gd name="connsiteY114" fmla="*/ 1519517 h 1592835"/>
              <a:gd name="connsiteX115" fmla="*/ 53369 w 9662615"/>
              <a:gd name="connsiteY115" fmla="*/ 1516853 h 1592835"/>
              <a:gd name="connsiteX116" fmla="*/ 2359 w 9662615"/>
              <a:gd name="connsiteY116" fmla="*/ 1515247 h 1592835"/>
              <a:gd name="connsiteX117" fmla="*/ 0 w 9662615"/>
              <a:gd name="connsiteY117" fmla="*/ 1514932 h 1592835"/>
              <a:gd name="connsiteX118" fmla="*/ 0 w 9662615"/>
              <a:gd name="connsiteY118" fmla="*/ 0 h 1592835"/>
              <a:gd name="connsiteX0" fmla="*/ 0 w 9662615"/>
              <a:gd name="connsiteY0" fmla="*/ 0 h 1692226"/>
              <a:gd name="connsiteX1" fmla="*/ 9662615 w 9662615"/>
              <a:gd name="connsiteY1" fmla="*/ 0 h 1692226"/>
              <a:gd name="connsiteX2" fmla="*/ 9662615 w 9662615"/>
              <a:gd name="connsiteY2" fmla="*/ 1280346 h 1692226"/>
              <a:gd name="connsiteX3" fmla="*/ 9658420 w 9662615"/>
              <a:gd name="connsiteY3" fmla="*/ 1280106 h 1692226"/>
              <a:gd name="connsiteX4" fmla="*/ 9469546 w 9662615"/>
              <a:gd name="connsiteY4" fmla="*/ 1289837 h 1692226"/>
              <a:gd name="connsiteX5" fmla="*/ 9385895 w 9662615"/>
              <a:gd name="connsiteY5" fmla="*/ 1269203 h 1692226"/>
              <a:gd name="connsiteX6" fmla="*/ 9144767 w 9662615"/>
              <a:gd name="connsiteY6" fmla="*/ 1264120 h 1692226"/>
              <a:gd name="connsiteX7" fmla="*/ 8837252 w 9662615"/>
              <a:gd name="connsiteY7" fmla="*/ 1350515 h 1692226"/>
              <a:gd name="connsiteX8" fmla="*/ 8705466 w 9662615"/>
              <a:gd name="connsiteY8" fmla="*/ 1342419 h 1692226"/>
              <a:gd name="connsiteX9" fmla="*/ 8652221 w 9662615"/>
              <a:gd name="connsiteY9" fmla="*/ 1326906 h 1692226"/>
              <a:gd name="connsiteX10" fmla="*/ 8632312 w 9662615"/>
              <a:gd name="connsiteY10" fmla="*/ 1326025 h 1692226"/>
              <a:gd name="connsiteX11" fmla="*/ 8591582 w 9662615"/>
              <a:gd name="connsiteY11" fmla="*/ 1341666 h 1692226"/>
              <a:gd name="connsiteX12" fmla="*/ 8537336 w 9662615"/>
              <a:gd name="connsiteY12" fmla="*/ 1341684 h 1692226"/>
              <a:gd name="connsiteX13" fmla="*/ 8472508 w 9662615"/>
              <a:gd name="connsiteY13" fmla="*/ 1363109 h 1692226"/>
              <a:gd name="connsiteX14" fmla="*/ 8258477 w 9662615"/>
              <a:gd name="connsiteY14" fmla="*/ 1370666 h 1692226"/>
              <a:gd name="connsiteX15" fmla="*/ 8197961 w 9662615"/>
              <a:gd name="connsiteY15" fmla="*/ 1392804 h 1692226"/>
              <a:gd name="connsiteX16" fmla="*/ 8171196 w 9662615"/>
              <a:gd name="connsiteY16" fmla="*/ 1397216 h 1692226"/>
              <a:gd name="connsiteX17" fmla="*/ 8127667 w 9662615"/>
              <a:gd name="connsiteY17" fmla="*/ 1418254 h 1692226"/>
              <a:gd name="connsiteX18" fmla="*/ 7974579 w 9662615"/>
              <a:gd name="connsiteY18" fmla="*/ 1383439 h 1692226"/>
              <a:gd name="connsiteX19" fmla="*/ 7768351 w 9662615"/>
              <a:gd name="connsiteY19" fmla="*/ 1395051 h 1692226"/>
              <a:gd name="connsiteX20" fmla="*/ 7635985 w 9662615"/>
              <a:gd name="connsiteY20" fmla="*/ 1386363 h 1692226"/>
              <a:gd name="connsiteX21" fmla="*/ 7466069 w 9662615"/>
              <a:gd name="connsiteY21" fmla="*/ 1377654 h 1692226"/>
              <a:gd name="connsiteX22" fmla="*/ 7355642 w 9662615"/>
              <a:gd name="connsiteY22" fmla="*/ 1407761 h 1692226"/>
              <a:gd name="connsiteX23" fmla="*/ 7151610 w 9662615"/>
              <a:gd name="connsiteY23" fmla="*/ 1397856 h 1692226"/>
              <a:gd name="connsiteX24" fmla="*/ 7082147 w 9662615"/>
              <a:gd name="connsiteY24" fmla="*/ 1406113 h 1692226"/>
              <a:gd name="connsiteX25" fmla="*/ 7014958 w 9662615"/>
              <a:gd name="connsiteY25" fmla="*/ 1396883 h 1692226"/>
              <a:gd name="connsiteX26" fmla="*/ 6907567 w 9662615"/>
              <a:gd name="connsiteY26" fmla="*/ 1419149 h 1692226"/>
              <a:gd name="connsiteX27" fmla="*/ 6748428 w 9662615"/>
              <a:gd name="connsiteY27" fmla="*/ 1420308 h 1692226"/>
              <a:gd name="connsiteX28" fmla="*/ 6654257 w 9662615"/>
              <a:gd name="connsiteY28" fmla="*/ 1424143 h 1692226"/>
              <a:gd name="connsiteX29" fmla="*/ 6620123 w 9662615"/>
              <a:gd name="connsiteY29" fmla="*/ 1430535 h 1692226"/>
              <a:gd name="connsiteX30" fmla="*/ 6571355 w 9662615"/>
              <a:gd name="connsiteY30" fmla="*/ 1436144 h 1692226"/>
              <a:gd name="connsiteX31" fmla="*/ 6486557 w 9662615"/>
              <a:gd name="connsiteY31" fmla="*/ 1449861 h 1692226"/>
              <a:gd name="connsiteX32" fmla="*/ 6370419 w 9662615"/>
              <a:gd name="connsiteY32" fmla="*/ 1461649 h 1692226"/>
              <a:gd name="connsiteX33" fmla="*/ 6278839 w 9662615"/>
              <a:gd name="connsiteY33" fmla="*/ 1449160 h 1692226"/>
              <a:gd name="connsiteX34" fmla="*/ 6272455 w 9662615"/>
              <a:gd name="connsiteY34" fmla="*/ 1453191 h 1692226"/>
              <a:gd name="connsiteX35" fmla="*/ 6212659 w 9662615"/>
              <a:gd name="connsiteY35" fmla="*/ 1454850 h 1692226"/>
              <a:gd name="connsiteX36" fmla="*/ 6069317 w 9662615"/>
              <a:gd name="connsiteY36" fmla="*/ 1445838 h 1692226"/>
              <a:gd name="connsiteX37" fmla="*/ 5878477 w 9662615"/>
              <a:gd name="connsiteY37" fmla="*/ 1439180 h 1692226"/>
              <a:gd name="connsiteX38" fmla="*/ 5838387 w 9662615"/>
              <a:gd name="connsiteY38" fmla="*/ 1444679 h 1692226"/>
              <a:gd name="connsiteX39" fmla="*/ 5771136 w 9662615"/>
              <a:gd name="connsiteY39" fmla="*/ 1453639 h 1692226"/>
              <a:gd name="connsiteX40" fmla="*/ 5724081 w 9662615"/>
              <a:gd name="connsiteY40" fmla="*/ 1470431 h 1692226"/>
              <a:gd name="connsiteX41" fmla="*/ 5666577 w 9662615"/>
              <a:gd name="connsiteY41" fmla="*/ 1473921 h 1692226"/>
              <a:gd name="connsiteX42" fmla="*/ 5649068 w 9662615"/>
              <a:gd name="connsiteY42" fmla="*/ 1461676 h 1692226"/>
              <a:gd name="connsiteX43" fmla="*/ 5588902 w 9662615"/>
              <a:gd name="connsiteY43" fmla="*/ 1469647 h 1692226"/>
              <a:gd name="connsiteX44" fmla="*/ 5498090 w 9662615"/>
              <a:gd name="connsiteY44" fmla="*/ 1483173 h 1692226"/>
              <a:gd name="connsiteX45" fmla="*/ 5444641 w 9662615"/>
              <a:gd name="connsiteY45" fmla="*/ 1487602 h 1692226"/>
              <a:gd name="connsiteX46" fmla="*/ 5299812 w 9662615"/>
              <a:gd name="connsiteY46" fmla="*/ 1503362 h 1692226"/>
              <a:gd name="connsiteX47" fmla="*/ 5213947 w 9662615"/>
              <a:gd name="connsiteY47" fmla="*/ 1516637 h 1692226"/>
              <a:gd name="connsiteX48" fmla="*/ 5090342 w 9662615"/>
              <a:gd name="connsiteY48" fmla="*/ 1546680 h 1692226"/>
              <a:gd name="connsiteX49" fmla="*/ 5129812 w 9662615"/>
              <a:gd name="connsiteY49" fmla="*/ 1521277 h 1692226"/>
              <a:gd name="connsiteX50" fmla="*/ 5059484 w 9662615"/>
              <a:gd name="connsiteY50" fmla="*/ 1546802 h 1692226"/>
              <a:gd name="connsiteX51" fmla="*/ 5038524 w 9662615"/>
              <a:gd name="connsiteY51" fmla="*/ 1545675 h 1692226"/>
              <a:gd name="connsiteX52" fmla="*/ 5026564 w 9662615"/>
              <a:gd name="connsiteY52" fmla="*/ 1545376 h 1692226"/>
              <a:gd name="connsiteX53" fmla="*/ 4969433 w 9662615"/>
              <a:gd name="connsiteY53" fmla="*/ 1550865 h 1692226"/>
              <a:gd name="connsiteX54" fmla="*/ 4921303 w 9662615"/>
              <a:gd name="connsiteY54" fmla="*/ 1575379 h 1692226"/>
              <a:gd name="connsiteX55" fmla="*/ 4863775 w 9662615"/>
              <a:gd name="connsiteY55" fmla="*/ 1562633 h 1692226"/>
              <a:gd name="connsiteX56" fmla="*/ 4847242 w 9662615"/>
              <a:gd name="connsiteY56" fmla="*/ 1565435 h 1692226"/>
              <a:gd name="connsiteX57" fmla="*/ 4809131 w 9662615"/>
              <a:gd name="connsiteY57" fmla="*/ 1692226 h 1692226"/>
              <a:gd name="connsiteX58" fmla="*/ 4791466 w 9662615"/>
              <a:gd name="connsiteY58" fmla="*/ 1561324 h 1692226"/>
              <a:gd name="connsiteX59" fmla="*/ 4784247 w 9662615"/>
              <a:gd name="connsiteY59" fmla="*/ 1562342 h 1692226"/>
              <a:gd name="connsiteX60" fmla="*/ 4735334 w 9662615"/>
              <a:gd name="connsiteY60" fmla="*/ 1581778 h 1692226"/>
              <a:gd name="connsiteX61" fmla="*/ 4697562 w 9662615"/>
              <a:gd name="connsiteY61" fmla="*/ 1551206 h 1692226"/>
              <a:gd name="connsiteX62" fmla="*/ 4662664 w 9662615"/>
              <a:gd name="connsiteY62" fmla="*/ 1573162 h 1692226"/>
              <a:gd name="connsiteX63" fmla="*/ 4603028 w 9662615"/>
              <a:gd name="connsiteY63" fmla="*/ 1568821 h 1692226"/>
              <a:gd name="connsiteX64" fmla="*/ 4541612 w 9662615"/>
              <a:gd name="connsiteY64" fmla="*/ 1545262 h 1692226"/>
              <a:gd name="connsiteX65" fmla="*/ 4422155 w 9662615"/>
              <a:gd name="connsiteY65" fmla="*/ 1542059 h 1692226"/>
              <a:gd name="connsiteX66" fmla="*/ 4221826 w 9662615"/>
              <a:gd name="connsiteY66" fmla="*/ 1508923 h 1692226"/>
              <a:gd name="connsiteX67" fmla="*/ 4096601 w 9662615"/>
              <a:gd name="connsiteY67" fmla="*/ 1521563 h 1692226"/>
              <a:gd name="connsiteX68" fmla="*/ 3970635 w 9662615"/>
              <a:gd name="connsiteY68" fmla="*/ 1544815 h 1692226"/>
              <a:gd name="connsiteX69" fmla="*/ 3833906 w 9662615"/>
              <a:gd name="connsiteY69" fmla="*/ 1516637 h 1692226"/>
              <a:gd name="connsiteX70" fmla="*/ 3696258 w 9662615"/>
              <a:gd name="connsiteY70" fmla="*/ 1537563 h 1692226"/>
              <a:gd name="connsiteX71" fmla="*/ 3594070 w 9662615"/>
              <a:gd name="connsiteY71" fmla="*/ 1509422 h 1692226"/>
              <a:gd name="connsiteX72" fmla="*/ 3565233 w 9662615"/>
              <a:gd name="connsiteY72" fmla="*/ 1515122 h 1692226"/>
              <a:gd name="connsiteX73" fmla="*/ 3560267 w 9662615"/>
              <a:gd name="connsiteY73" fmla="*/ 1516288 h 1692226"/>
              <a:gd name="connsiteX74" fmla="*/ 3540258 w 9662615"/>
              <a:gd name="connsiteY74" fmla="*/ 1516976 h 1692226"/>
              <a:gd name="connsiteX75" fmla="*/ 3534780 w 9662615"/>
              <a:gd name="connsiteY75" fmla="*/ 1522141 h 1692226"/>
              <a:gd name="connsiteX76" fmla="*/ 3504783 w 9662615"/>
              <a:gd name="connsiteY76" fmla="*/ 1526739 h 1692226"/>
              <a:gd name="connsiteX77" fmla="*/ 3430805 w 9662615"/>
              <a:gd name="connsiteY77" fmla="*/ 1542521 h 1692226"/>
              <a:gd name="connsiteX78" fmla="*/ 3292707 w 9662615"/>
              <a:gd name="connsiteY78" fmla="*/ 1520490 h 1692226"/>
              <a:gd name="connsiteX79" fmla="*/ 3187872 w 9662615"/>
              <a:gd name="connsiteY79" fmla="*/ 1519991 h 1692226"/>
              <a:gd name="connsiteX80" fmla="*/ 3148026 w 9662615"/>
              <a:gd name="connsiteY80" fmla="*/ 1524777 h 1692226"/>
              <a:gd name="connsiteX81" fmla="*/ 3092394 w 9662615"/>
              <a:gd name="connsiteY81" fmla="*/ 1528115 h 1692226"/>
              <a:gd name="connsiteX82" fmla="*/ 2994200 w 9662615"/>
              <a:gd name="connsiteY82" fmla="*/ 1537857 h 1692226"/>
              <a:gd name="connsiteX83" fmla="*/ 2862301 w 9662615"/>
              <a:gd name="connsiteY83" fmla="*/ 1544250 h 1692226"/>
              <a:gd name="connsiteX84" fmla="*/ 2766335 w 9662615"/>
              <a:gd name="connsiteY84" fmla="*/ 1527662 h 1692226"/>
              <a:gd name="connsiteX85" fmla="*/ 2757836 w 9662615"/>
              <a:gd name="connsiteY85" fmla="*/ 1531371 h 1692226"/>
              <a:gd name="connsiteX86" fmla="*/ 2691555 w 9662615"/>
              <a:gd name="connsiteY86" fmla="*/ 1530283 h 1692226"/>
              <a:gd name="connsiteX87" fmla="*/ 2491676 w 9662615"/>
              <a:gd name="connsiteY87" fmla="*/ 1500859 h 1692226"/>
              <a:gd name="connsiteX88" fmla="*/ 2378036 w 9662615"/>
              <a:gd name="connsiteY88" fmla="*/ 1520645 h 1692226"/>
              <a:gd name="connsiteX89" fmla="*/ 2284269 w 9662615"/>
              <a:gd name="connsiteY89" fmla="*/ 1503068 h 1692226"/>
              <a:gd name="connsiteX90" fmla="*/ 2207104 w 9662615"/>
              <a:gd name="connsiteY90" fmla="*/ 1508888 h 1692226"/>
              <a:gd name="connsiteX91" fmla="*/ 2149226 w 9662615"/>
              <a:gd name="connsiteY91" fmla="*/ 1523409 h 1692226"/>
              <a:gd name="connsiteX92" fmla="*/ 2084783 w 9662615"/>
              <a:gd name="connsiteY92" fmla="*/ 1524245 h 1692226"/>
              <a:gd name="connsiteX93" fmla="*/ 2070075 w 9662615"/>
              <a:gd name="connsiteY93" fmla="*/ 1511285 h 1692226"/>
              <a:gd name="connsiteX94" fmla="*/ 2001057 w 9662615"/>
              <a:gd name="connsiteY94" fmla="*/ 1516449 h 1692226"/>
              <a:gd name="connsiteX95" fmla="*/ 1896330 w 9662615"/>
              <a:gd name="connsiteY95" fmla="*/ 1525725 h 1692226"/>
              <a:gd name="connsiteX96" fmla="*/ 1835994 w 9662615"/>
              <a:gd name="connsiteY96" fmla="*/ 1527678 h 1692226"/>
              <a:gd name="connsiteX97" fmla="*/ 1671119 w 9662615"/>
              <a:gd name="connsiteY97" fmla="*/ 1536701 h 1692226"/>
              <a:gd name="connsiteX98" fmla="*/ 1601337 w 9662615"/>
              <a:gd name="connsiteY98" fmla="*/ 1548552 h 1692226"/>
              <a:gd name="connsiteX99" fmla="*/ 1407755 w 9662615"/>
              <a:gd name="connsiteY99" fmla="*/ 1571444 h 1692226"/>
              <a:gd name="connsiteX100" fmla="*/ 1271994 w 9662615"/>
              <a:gd name="connsiteY100" fmla="*/ 1579471 h 1692226"/>
              <a:gd name="connsiteX101" fmla="*/ 1249226 w 9662615"/>
              <a:gd name="connsiteY101" fmla="*/ 1583140 h 1692226"/>
              <a:gd name="connsiteX102" fmla="*/ 1217719 w 9662615"/>
              <a:gd name="connsiteY102" fmla="*/ 1580863 h 1692226"/>
              <a:gd name="connsiteX103" fmla="*/ 1091432 w 9662615"/>
              <a:gd name="connsiteY103" fmla="*/ 1571003 h 1692226"/>
              <a:gd name="connsiteX104" fmla="*/ 992039 w 9662615"/>
              <a:gd name="connsiteY104" fmla="*/ 1556662 h 1692226"/>
              <a:gd name="connsiteX105" fmla="*/ 868264 w 9662615"/>
              <a:gd name="connsiteY105" fmla="*/ 1566392 h 1692226"/>
              <a:gd name="connsiteX106" fmla="*/ 792765 w 9662615"/>
              <a:gd name="connsiteY106" fmla="*/ 1563102 h 1692226"/>
              <a:gd name="connsiteX107" fmla="*/ 669055 w 9662615"/>
              <a:gd name="connsiteY107" fmla="*/ 1543638 h 1692226"/>
              <a:gd name="connsiteX108" fmla="*/ 506152 w 9662615"/>
              <a:gd name="connsiteY108" fmla="*/ 1549124 h 1692226"/>
              <a:gd name="connsiteX109" fmla="*/ 472797 w 9662615"/>
              <a:gd name="connsiteY109" fmla="*/ 1568904 h 1692226"/>
              <a:gd name="connsiteX110" fmla="*/ 427864 w 9662615"/>
              <a:gd name="connsiteY110" fmla="*/ 1580848 h 1692226"/>
              <a:gd name="connsiteX111" fmla="*/ 408381 w 9662615"/>
              <a:gd name="connsiteY111" fmla="*/ 1552940 h 1692226"/>
              <a:gd name="connsiteX112" fmla="*/ 267163 w 9662615"/>
              <a:gd name="connsiteY112" fmla="*/ 1531913 h 1692226"/>
              <a:gd name="connsiteX113" fmla="*/ 196644 w 9662615"/>
              <a:gd name="connsiteY113" fmla="*/ 1524565 h 1692226"/>
              <a:gd name="connsiteX114" fmla="*/ 86819 w 9662615"/>
              <a:gd name="connsiteY114" fmla="*/ 1519517 h 1692226"/>
              <a:gd name="connsiteX115" fmla="*/ 53369 w 9662615"/>
              <a:gd name="connsiteY115" fmla="*/ 1516853 h 1692226"/>
              <a:gd name="connsiteX116" fmla="*/ 2359 w 9662615"/>
              <a:gd name="connsiteY116" fmla="*/ 1515247 h 1692226"/>
              <a:gd name="connsiteX117" fmla="*/ 0 w 9662615"/>
              <a:gd name="connsiteY117" fmla="*/ 1514932 h 1692226"/>
              <a:gd name="connsiteX118" fmla="*/ 0 w 9662615"/>
              <a:gd name="connsiteY118" fmla="*/ 0 h 1692226"/>
              <a:gd name="connsiteX0" fmla="*/ 0 w 9662615"/>
              <a:gd name="connsiteY0" fmla="*/ 0 h 1692226"/>
              <a:gd name="connsiteX1" fmla="*/ 9662615 w 9662615"/>
              <a:gd name="connsiteY1" fmla="*/ 0 h 1692226"/>
              <a:gd name="connsiteX2" fmla="*/ 9662615 w 9662615"/>
              <a:gd name="connsiteY2" fmla="*/ 1280346 h 1692226"/>
              <a:gd name="connsiteX3" fmla="*/ 9658420 w 9662615"/>
              <a:gd name="connsiteY3" fmla="*/ 1280106 h 1692226"/>
              <a:gd name="connsiteX4" fmla="*/ 9469546 w 9662615"/>
              <a:gd name="connsiteY4" fmla="*/ 1289837 h 1692226"/>
              <a:gd name="connsiteX5" fmla="*/ 9385895 w 9662615"/>
              <a:gd name="connsiteY5" fmla="*/ 1269203 h 1692226"/>
              <a:gd name="connsiteX6" fmla="*/ 9144767 w 9662615"/>
              <a:gd name="connsiteY6" fmla="*/ 1264120 h 1692226"/>
              <a:gd name="connsiteX7" fmla="*/ 8837252 w 9662615"/>
              <a:gd name="connsiteY7" fmla="*/ 1350515 h 1692226"/>
              <a:gd name="connsiteX8" fmla="*/ 8705466 w 9662615"/>
              <a:gd name="connsiteY8" fmla="*/ 1342419 h 1692226"/>
              <a:gd name="connsiteX9" fmla="*/ 8652221 w 9662615"/>
              <a:gd name="connsiteY9" fmla="*/ 1326906 h 1692226"/>
              <a:gd name="connsiteX10" fmla="*/ 8632312 w 9662615"/>
              <a:gd name="connsiteY10" fmla="*/ 1326025 h 1692226"/>
              <a:gd name="connsiteX11" fmla="*/ 8591582 w 9662615"/>
              <a:gd name="connsiteY11" fmla="*/ 1341666 h 1692226"/>
              <a:gd name="connsiteX12" fmla="*/ 8537336 w 9662615"/>
              <a:gd name="connsiteY12" fmla="*/ 1341684 h 1692226"/>
              <a:gd name="connsiteX13" fmla="*/ 8472508 w 9662615"/>
              <a:gd name="connsiteY13" fmla="*/ 1363109 h 1692226"/>
              <a:gd name="connsiteX14" fmla="*/ 8258477 w 9662615"/>
              <a:gd name="connsiteY14" fmla="*/ 1370666 h 1692226"/>
              <a:gd name="connsiteX15" fmla="*/ 8197961 w 9662615"/>
              <a:gd name="connsiteY15" fmla="*/ 1392804 h 1692226"/>
              <a:gd name="connsiteX16" fmla="*/ 8171196 w 9662615"/>
              <a:gd name="connsiteY16" fmla="*/ 1397216 h 1692226"/>
              <a:gd name="connsiteX17" fmla="*/ 8127667 w 9662615"/>
              <a:gd name="connsiteY17" fmla="*/ 1418254 h 1692226"/>
              <a:gd name="connsiteX18" fmla="*/ 7974579 w 9662615"/>
              <a:gd name="connsiteY18" fmla="*/ 1383439 h 1692226"/>
              <a:gd name="connsiteX19" fmla="*/ 7768351 w 9662615"/>
              <a:gd name="connsiteY19" fmla="*/ 1395051 h 1692226"/>
              <a:gd name="connsiteX20" fmla="*/ 7635985 w 9662615"/>
              <a:gd name="connsiteY20" fmla="*/ 1386363 h 1692226"/>
              <a:gd name="connsiteX21" fmla="*/ 7466069 w 9662615"/>
              <a:gd name="connsiteY21" fmla="*/ 1377654 h 1692226"/>
              <a:gd name="connsiteX22" fmla="*/ 7355642 w 9662615"/>
              <a:gd name="connsiteY22" fmla="*/ 1407761 h 1692226"/>
              <a:gd name="connsiteX23" fmla="*/ 7151610 w 9662615"/>
              <a:gd name="connsiteY23" fmla="*/ 1397856 h 1692226"/>
              <a:gd name="connsiteX24" fmla="*/ 7082147 w 9662615"/>
              <a:gd name="connsiteY24" fmla="*/ 1406113 h 1692226"/>
              <a:gd name="connsiteX25" fmla="*/ 7014958 w 9662615"/>
              <a:gd name="connsiteY25" fmla="*/ 1396883 h 1692226"/>
              <a:gd name="connsiteX26" fmla="*/ 6907567 w 9662615"/>
              <a:gd name="connsiteY26" fmla="*/ 1419149 h 1692226"/>
              <a:gd name="connsiteX27" fmla="*/ 6748428 w 9662615"/>
              <a:gd name="connsiteY27" fmla="*/ 1420308 h 1692226"/>
              <a:gd name="connsiteX28" fmla="*/ 6654257 w 9662615"/>
              <a:gd name="connsiteY28" fmla="*/ 1424143 h 1692226"/>
              <a:gd name="connsiteX29" fmla="*/ 6620123 w 9662615"/>
              <a:gd name="connsiteY29" fmla="*/ 1430535 h 1692226"/>
              <a:gd name="connsiteX30" fmla="*/ 6571355 w 9662615"/>
              <a:gd name="connsiteY30" fmla="*/ 1436144 h 1692226"/>
              <a:gd name="connsiteX31" fmla="*/ 6486557 w 9662615"/>
              <a:gd name="connsiteY31" fmla="*/ 1449861 h 1692226"/>
              <a:gd name="connsiteX32" fmla="*/ 6370419 w 9662615"/>
              <a:gd name="connsiteY32" fmla="*/ 1461649 h 1692226"/>
              <a:gd name="connsiteX33" fmla="*/ 6278839 w 9662615"/>
              <a:gd name="connsiteY33" fmla="*/ 1449160 h 1692226"/>
              <a:gd name="connsiteX34" fmla="*/ 6272455 w 9662615"/>
              <a:gd name="connsiteY34" fmla="*/ 1453191 h 1692226"/>
              <a:gd name="connsiteX35" fmla="*/ 6212659 w 9662615"/>
              <a:gd name="connsiteY35" fmla="*/ 1454850 h 1692226"/>
              <a:gd name="connsiteX36" fmla="*/ 6069317 w 9662615"/>
              <a:gd name="connsiteY36" fmla="*/ 1445838 h 1692226"/>
              <a:gd name="connsiteX37" fmla="*/ 5878477 w 9662615"/>
              <a:gd name="connsiteY37" fmla="*/ 1439180 h 1692226"/>
              <a:gd name="connsiteX38" fmla="*/ 5838387 w 9662615"/>
              <a:gd name="connsiteY38" fmla="*/ 1444679 h 1692226"/>
              <a:gd name="connsiteX39" fmla="*/ 5771136 w 9662615"/>
              <a:gd name="connsiteY39" fmla="*/ 1453639 h 1692226"/>
              <a:gd name="connsiteX40" fmla="*/ 5724081 w 9662615"/>
              <a:gd name="connsiteY40" fmla="*/ 1470431 h 1692226"/>
              <a:gd name="connsiteX41" fmla="*/ 5666577 w 9662615"/>
              <a:gd name="connsiteY41" fmla="*/ 1473921 h 1692226"/>
              <a:gd name="connsiteX42" fmla="*/ 5649068 w 9662615"/>
              <a:gd name="connsiteY42" fmla="*/ 1461676 h 1692226"/>
              <a:gd name="connsiteX43" fmla="*/ 5588902 w 9662615"/>
              <a:gd name="connsiteY43" fmla="*/ 1469647 h 1692226"/>
              <a:gd name="connsiteX44" fmla="*/ 5498090 w 9662615"/>
              <a:gd name="connsiteY44" fmla="*/ 1483173 h 1692226"/>
              <a:gd name="connsiteX45" fmla="*/ 5444641 w 9662615"/>
              <a:gd name="connsiteY45" fmla="*/ 1487602 h 1692226"/>
              <a:gd name="connsiteX46" fmla="*/ 5299812 w 9662615"/>
              <a:gd name="connsiteY46" fmla="*/ 1503362 h 1692226"/>
              <a:gd name="connsiteX47" fmla="*/ 5213947 w 9662615"/>
              <a:gd name="connsiteY47" fmla="*/ 1516637 h 1692226"/>
              <a:gd name="connsiteX48" fmla="*/ 5090342 w 9662615"/>
              <a:gd name="connsiteY48" fmla="*/ 1546680 h 1692226"/>
              <a:gd name="connsiteX49" fmla="*/ 5129812 w 9662615"/>
              <a:gd name="connsiteY49" fmla="*/ 1521277 h 1692226"/>
              <a:gd name="connsiteX50" fmla="*/ 5059484 w 9662615"/>
              <a:gd name="connsiteY50" fmla="*/ 1546802 h 1692226"/>
              <a:gd name="connsiteX51" fmla="*/ 5038524 w 9662615"/>
              <a:gd name="connsiteY51" fmla="*/ 1545675 h 1692226"/>
              <a:gd name="connsiteX52" fmla="*/ 5026564 w 9662615"/>
              <a:gd name="connsiteY52" fmla="*/ 1545376 h 1692226"/>
              <a:gd name="connsiteX53" fmla="*/ 4969433 w 9662615"/>
              <a:gd name="connsiteY53" fmla="*/ 1550865 h 1692226"/>
              <a:gd name="connsiteX54" fmla="*/ 4921303 w 9662615"/>
              <a:gd name="connsiteY54" fmla="*/ 1575379 h 1692226"/>
              <a:gd name="connsiteX55" fmla="*/ 4863775 w 9662615"/>
              <a:gd name="connsiteY55" fmla="*/ 1562633 h 1692226"/>
              <a:gd name="connsiteX56" fmla="*/ 4847242 w 9662615"/>
              <a:gd name="connsiteY56" fmla="*/ 1664826 h 1692226"/>
              <a:gd name="connsiteX57" fmla="*/ 4809131 w 9662615"/>
              <a:gd name="connsiteY57" fmla="*/ 1692226 h 1692226"/>
              <a:gd name="connsiteX58" fmla="*/ 4791466 w 9662615"/>
              <a:gd name="connsiteY58" fmla="*/ 1561324 h 1692226"/>
              <a:gd name="connsiteX59" fmla="*/ 4784247 w 9662615"/>
              <a:gd name="connsiteY59" fmla="*/ 1562342 h 1692226"/>
              <a:gd name="connsiteX60" fmla="*/ 4735334 w 9662615"/>
              <a:gd name="connsiteY60" fmla="*/ 1581778 h 1692226"/>
              <a:gd name="connsiteX61" fmla="*/ 4697562 w 9662615"/>
              <a:gd name="connsiteY61" fmla="*/ 1551206 h 1692226"/>
              <a:gd name="connsiteX62" fmla="*/ 4662664 w 9662615"/>
              <a:gd name="connsiteY62" fmla="*/ 1573162 h 1692226"/>
              <a:gd name="connsiteX63" fmla="*/ 4603028 w 9662615"/>
              <a:gd name="connsiteY63" fmla="*/ 1568821 h 1692226"/>
              <a:gd name="connsiteX64" fmla="*/ 4541612 w 9662615"/>
              <a:gd name="connsiteY64" fmla="*/ 1545262 h 1692226"/>
              <a:gd name="connsiteX65" fmla="*/ 4422155 w 9662615"/>
              <a:gd name="connsiteY65" fmla="*/ 1542059 h 1692226"/>
              <a:gd name="connsiteX66" fmla="*/ 4221826 w 9662615"/>
              <a:gd name="connsiteY66" fmla="*/ 1508923 h 1692226"/>
              <a:gd name="connsiteX67" fmla="*/ 4096601 w 9662615"/>
              <a:gd name="connsiteY67" fmla="*/ 1521563 h 1692226"/>
              <a:gd name="connsiteX68" fmla="*/ 3970635 w 9662615"/>
              <a:gd name="connsiteY68" fmla="*/ 1544815 h 1692226"/>
              <a:gd name="connsiteX69" fmla="*/ 3833906 w 9662615"/>
              <a:gd name="connsiteY69" fmla="*/ 1516637 h 1692226"/>
              <a:gd name="connsiteX70" fmla="*/ 3696258 w 9662615"/>
              <a:gd name="connsiteY70" fmla="*/ 1537563 h 1692226"/>
              <a:gd name="connsiteX71" fmla="*/ 3594070 w 9662615"/>
              <a:gd name="connsiteY71" fmla="*/ 1509422 h 1692226"/>
              <a:gd name="connsiteX72" fmla="*/ 3565233 w 9662615"/>
              <a:gd name="connsiteY72" fmla="*/ 1515122 h 1692226"/>
              <a:gd name="connsiteX73" fmla="*/ 3560267 w 9662615"/>
              <a:gd name="connsiteY73" fmla="*/ 1516288 h 1692226"/>
              <a:gd name="connsiteX74" fmla="*/ 3540258 w 9662615"/>
              <a:gd name="connsiteY74" fmla="*/ 1516976 h 1692226"/>
              <a:gd name="connsiteX75" fmla="*/ 3534780 w 9662615"/>
              <a:gd name="connsiteY75" fmla="*/ 1522141 h 1692226"/>
              <a:gd name="connsiteX76" fmla="*/ 3504783 w 9662615"/>
              <a:gd name="connsiteY76" fmla="*/ 1526739 h 1692226"/>
              <a:gd name="connsiteX77" fmla="*/ 3430805 w 9662615"/>
              <a:gd name="connsiteY77" fmla="*/ 1542521 h 1692226"/>
              <a:gd name="connsiteX78" fmla="*/ 3292707 w 9662615"/>
              <a:gd name="connsiteY78" fmla="*/ 1520490 h 1692226"/>
              <a:gd name="connsiteX79" fmla="*/ 3187872 w 9662615"/>
              <a:gd name="connsiteY79" fmla="*/ 1519991 h 1692226"/>
              <a:gd name="connsiteX80" fmla="*/ 3148026 w 9662615"/>
              <a:gd name="connsiteY80" fmla="*/ 1524777 h 1692226"/>
              <a:gd name="connsiteX81" fmla="*/ 3092394 w 9662615"/>
              <a:gd name="connsiteY81" fmla="*/ 1528115 h 1692226"/>
              <a:gd name="connsiteX82" fmla="*/ 2994200 w 9662615"/>
              <a:gd name="connsiteY82" fmla="*/ 1537857 h 1692226"/>
              <a:gd name="connsiteX83" fmla="*/ 2862301 w 9662615"/>
              <a:gd name="connsiteY83" fmla="*/ 1544250 h 1692226"/>
              <a:gd name="connsiteX84" fmla="*/ 2766335 w 9662615"/>
              <a:gd name="connsiteY84" fmla="*/ 1527662 h 1692226"/>
              <a:gd name="connsiteX85" fmla="*/ 2757836 w 9662615"/>
              <a:gd name="connsiteY85" fmla="*/ 1531371 h 1692226"/>
              <a:gd name="connsiteX86" fmla="*/ 2691555 w 9662615"/>
              <a:gd name="connsiteY86" fmla="*/ 1530283 h 1692226"/>
              <a:gd name="connsiteX87" fmla="*/ 2491676 w 9662615"/>
              <a:gd name="connsiteY87" fmla="*/ 1500859 h 1692226"/>
              <a:gd name="connsiteX88" fmla="*/ 2378036 w 9662615"/>
              <a:gd name="connsiteY88" fmla="*/ 1520645 h 1692226"/>
              <a:gd name="connsiteX89" fmla="*/ 2284269 w 9662615"/>
              <a:gd name="connsiteY89" fmla="*/ 1503068 h 1692226"/>
              <a:gd name="connsiteX90" fmla="*/ 2207104 w 9662615"/>
              <a:gd name="connsiteY90" fmla="*/ 1508888 h 1692226"/>
              <a:gd name="connsiteX91" fmla="*/ 2149226 w 9662615"/>
              <a:gd name="connsiteY91" fmla="*/ 1523409 h 1692226"/>
              <a:gd name="connsiteX92" fmla="*/ 2084783 w 9662615"/>
              <a:gd name="connsiteY92" fmla="*/ 1524245 h 1692226"/>
              <a:gd name="connsiteX93" fmla="*/ 2070075 w 9662615"/>
              <a:gd name="connsiteY93" fmla="*/ 1511285 h 1692226"/>
              <a:gd name="connsiteX94" fmla="*/ 2001057 w 9662615"/>
              <a:gd name="connsiteY94" fmla="*/ 1516449 h 1692226"/>
              <a:gd name="connsiteX95" fmla="*/ 1896330 w 9662615"/>
              <a:gd name="connsiteY95" fmla="*/ 1525725 h 1692226"/>
              <a:gd name="connsiteX96" fmla="*/ 1835994 w 9662615"/>
              <a:gd name="connsiteY96" fmla="*/ 1527678 h 1692226"/>
              <a:gd name="connsiteX97" fmla="*/ 1671119 w 9662615"/>
              <a:gd name="connsiteY97" fmla="*/ 1536701 h 1692226"/>
              <a:gd name="connsiteX98" fmla="*/ 1601337 w 9662615"/>
              <a:gd name="connsiteY98" fmla="*/ 1548552 h 1692226"/>
              <a:gd name="connsiteX99" fmla="*/ 1407755 w 9662615"/>
              <a:gd name="connsiteY99" fmla="*/ 1571444 h 1692226"/>
              <a:gd name="connsiteX100" fmla="*/ 1271994 w 9662615"/>
              <a:gd name="connsiteY100" fmla="*/ 1579471 h 1692226"/>
              <a:gd name="connsiteX101" fmla="*/ 1249226 w 9662615"/>
              <a:gd name="connsiteY101" fmla="*/ 1583140 h 1692226"/>
              <a:gd name="connsiteX102" fmla="*/ 1217719 w 9662615"/>
              <a:gd name="connsiteY102" fmla="*/ 1580863 h 1692226"/>
              <a:gd name="connsiteX103" fmla="*/ 1091432 w 9662615"/>
              <a:gd name="connsiteY103" fmla="*/ 1571003 h 1692226"/>
              <a:gd name="connsiteX104" fmla="*/ 992039 w 9662615"/>
              <a:gd name="connsiteY104" fmla="*/ 1556662 h 1692226"/>
              <a:gd name="connsiteX105" fmla="*/ 868264 w 9662615"/>
              <a:gd name="connsiteY105" fmla="*/ 1566392 h 1692226"/>
              <a:gd name="connsiteX106" fmla="*/ 792765 w 9662615"/>
              <a:gd name="connsiteY106" fmla="*/ 1563102 h 1692226"/>
              <a:gd name="connsiteX107" fmla="*/ 669055 w 9662615"/>
              <a:gd name="connsiteY107" fmla="*/ 1543638 h 1692226"/>
              <a:gd name="connsiteX108" fmla="*/ 506152 w 9662615"/>
              <a:gd name="connsiteY108" fmla="*/ 1549124 h 1692226"/>
              <a:gd name="connsiteX109" fmla="*/ 472797 w 9662615"/>
              <a:gd name="connsiteY109" fmla="*/ 1568904 h 1692226"/>
              <a:gd name="connsiteX110" fmla="*/ 427864 w 9662615"/>
              <a:gd name="connsiteY110" fmla="*/ 1580848 h 1692226"/>
              <a:gd name="connsiteX111" fmla="*/ 408381 w 9662615"/>
              <a:gd name="connsiteY111" fmla="*/ 1552940 h 1692226"/>
              <a:gd name="connsiteX112" fmla="*/ 267163 w 9662615"/>
              <a:gd name="connsiteY112" fmla="*/ 1531913 h 1692226"/>
              <a:gd name="connsiteX113" fmla="*/ 196644 w 9662615"/>
              <a:gd name="connsiteY113" fmla="*/ 1524565 h 1692226"/>
              <a:gd name="connsiteX114" fmla="*/ 86819 w 9662615"/>
              <a:gd name="connsiteY114" fmla="*/ 1519517 h 1692226"/>
              <a:gd name="connsiteX115" fmla="*/ 53369 w 9662615"/>
              <a:gd name="connsiteY115" fmla="*/ 1516853 h 1692226"/>
              <a:gd name="connsiteX116" fmla="*/ 2359 w 9662615"/>
              <a:gd name="connsiteY116" fmla="*/ 1515247 h 1692226"/>
              <a:gd name="connsiteX117" fmla="*/ 0 w 9662615"/>
              <a:gd name="connsiteY117" fmla="*/ 1514932 h 1692226"/>
              <a:gd name="connsiteX118" fmla="*/ 0 w 9662615"/>
              <a:gd name="connsiteY118" fmla="*/ 0 h 1692226"/>
              <a:gd name="connsiteX0" fmla="*/ 0 w 9662615"/>
              <a:gd name="connsiteY0" fmla="*/ 0 h 1692226"/>
              <a:gd name="connsiteX1" fmla="*/ 9662615 w 9662615"/>
              <a:gd name="connsiteY1" fmla="*/ 0 h 1692226"/>
              <a:gd name="connsiteX2" fmla="*/ 9662615 w 9662615"/>
              <a:gd name="connsiteY2" fmla="*/ 1280346 h 1692226"/>
              <a:gd name="connsiteX3" fmla="*/ 9658420 w 9662615"/>
              <a:gd name="connsiteY3" fmla="*/ 1280106 h 1692226"/>
              <a:gd name="connsiteX4" fmla="*/ 9469546 w 9662615"/>
              <a:gd name="connsiteY4" fmla="*/ 1289837 h 1692226"/>
              <a:gd name="connsiteX5" fmla="*/ 9385895 w 9662615"/>
              <a:gd name="connsiteY5" fmla="*/ 1269203 h 1692226"/>
              <a:gd name="connsiteX6" fmla="*/ 9144767 w 9662615"/>
              <a:gd name="connsiteY6" fmla="*/ 1264120 h 1692226"/>
              <a:gd name="connsiteX7" fmla="*/ 8837252 w 9662615"/>
              <a:gd name="connsiteY7" fmla="*/ 1350515 h 1692226"/>
              <a:gd name="connsiteX8" fmla="*/ 8705466 w 9662615"/>
              <a:gd name="connsiteY8" fmla="*/ 1342419 h 1692226"/>
              <a:gd name="connsiteX9" fmla="*/ 8652221 w 9662615"/>
              <a:gd name="connsiteY9" fmla="*/ 1326906 h 1692226"/>
              <a:gd name="connsiteX10" fmla="*/ 8632312 w 9662615"/>
              <a:gd name="connsiteY10" fmla="*/ 1326025 h 1692226"/>
              <a:gd name="connsiteX11" fmla="*/ 8591582 w 9662615"/>
              <a:gd name="connsiteY11" fmla="*/ 1341666 h 1692226"/>
              <a:gd name="connsiteX12" fmla="*/ 8537336 w 9662615"/>
              <a:gd name="connsiteY12" fmla="*/ 1341684 h 1692226"/>
              <a:gd name="connsiteX13" fmla="*/ 8472508 w 9662615"/>
              <a:gd name="connsiteY13" fmla="*/ 1363109 h 1692226"/>
              <a:gd name="connsiteX14" fmla="*/ 8258477 w 9662615"/>
              <a:gd name="connsiteY14" fmla="*/ 1370666 h 1692226"/>
              <a:gd name="connsiteX15" fmla="*/ 8197961 w 9662615"/>
              <a:gd name="connsiteY15" fmla="*/ 1392804 h 1692226"/>
              <a:gd name="connsiteX16" fmla="*/ 8171196 w 9662615"/>
              <a:gd name="connsiteY16" fmla="*/ 1397216 h 1692226"/>
              <a:gd name="connsiteX17" fmla="*/ 8127667 w 9662615"/>
              <a:gd name="connsiteY17" fmla="*/ 1418254 h 1692226"/>
              <a:gd name="connsiteX18" fmla="*/ 7974579 w 9662615"/>
              <a:gd name="connsiteY18" fmla="*/ 1383439 h 1692226"/>
              <a:gd name="connsiteX19" fmla="*/ 7768351 w 9662615"/>
              <a:gd name="connsiteY19" fmla="*/ 1395051 h 1692226"/>
              <a:gd name="connsiteX20" fmla="*/ 7635985 w 9662615"/>
              <a:gd name="connsiteY20" fmla="*/ 1386363 h 1692226"/>
              <a:gd name="connsiteX21" fmla="*/ 7466069 w 9662615"/>
              <a:gd name="connsiteY21" fmla="*/ 1377654 h 1692226"/>
              <a:gd name="connsiteX22" fmla="*/ 7355642 w 9662615"/>
              <a:gd name="connsiteY22" fmla="*/ 1407761 h 1692226"/>
              <a:gd name="connsiteX23" fmla="*/ 7151610 w 9662615"/>
              <a:gd name="connsiteY23" fmla="*/ 1397856 h 1692226"/>
              <a:gd name="connsiteX24" fmla="*/ 7082147 w 9662615"/>
              <a:gd name="connsiteY24" fmla="*/ 1406113 h 1692226"/>
              <a:gd name="connsiteX25" fmla="*/ 7014958 w 9662615"/>
              <a:gd name="connsiteY25" fmla="*/ 1396883 h 1692226"/>
              <a:gd name="connsiteX26" fmla="*/ 6907567 w 9662615"/>
              <a:gd name="connsiteY26" fmla="*/ 1419149 h 1692226"/>
              <a:gd name="connsiteX27" fmla="*/ 6748428 w 9662615"/>
              <a:gd name="connsiteY27" fmla="*/ 1420308 h 1692226"/>
              <a:gd name="connsiteX28" fmla="*/ 6654257 w 9662615"/>
              <a:gd name="connsiteY28" fmla="*/ 1424143 h 1692226"/>
              <a:gd name="connsiteX29" fmla="*/ 6620123 w 9662615"/>
              <a:gd name="connsiteY29" fmla="*/ 1430535 h 1692226"/>
              <a:gd name="connsiteX30" fmla="*/ 6571355 w 9662615"/>
              <a:gd name="connsiteY30" fmla="*/ 1436144 h 1692226"/>
              <a:gd name="connsiteX31" fmla="*/ 6486557 w 9662615"/>
              <a:gd name="connsiteY31" fmla="*/ 1449861 h 1692226"/>
              <a:gd name="connsiteX32" fmla="*/ 6370419 w 9662615"/>
              <a:gd name="connsiteY32" fmla="*/ 1461649 h 1692226"/>
              <a:gd name="connsiteX33" fmla="*/ 6278839 w 9662615"/>
              <a:gd name="connsiteY33" fmla="*/ 1449160 h 1692226"/>
              <a:gd name="connsiteX34" fmla="*/ 6272455 w 9662615"/>
              <a:gd name="connsiteY34" fmla="*/ 1453191 h 1692226"/>
              <a:gd name="connsiteX35" fmla="*/ 6212659 w 9662615"/>
              <a:gd name="connsiteY35" fmla="*/ 1454850 h 1692226"/>
              <a:gd name="connsiteX36" fmla="*/ 6069317 w 9662615"/>
              <a:gd name="connsiteY36" fmla="*/ 1445838 h 1692226"/>
              <a:gd name="connsiteX37" fmla="*/ 5878477 w 9662615"/>
              <a:gd name="connsiteY37" fmla="*/ 1439180 h 1692226"/>
              <a:gd name="connsiteX38" fmla="*/ 5838387 w 9662615"/>
              <a:gd name="connsiteY38" fmla="*/ 1444679 h 1692226"/>
              <a:gd name="connsiteX39" fmla="*/ 5771136 w 9662615"/>
              <a:gd name="connsiteY39" fmla="*/ 1453639 h 1692226"/>
              <a:gd name="connsiteX40" fmla="*/ 5724081 w 9662615"/>
              <a:gd name="connsiteY40" fmla="*/ 1470431 h 1692226"/>
              <a:gd name="connsiteX41" fmla="*/ 5666577 w 9662615"/>
              <a:gd name="connsiteY41" fmla="*/ 1473921 h 1692226"/>
              <a:gd name="connsiteX42" fmla="*/ 5649068 w 9662615"/>
              <a:gd name="connsiteY42" fmla="*/ 1461676 h 1692226"/>
              <a:gd name="connsiteX43" fmla="*/ 5588902 w 9662615"/>
              <a:gd name="connsiteY43" fmla="*/ 1469647 h 1692226"/>
              <a:gd name="connsiteX44" fmla="*/ 5498090 w 9662615"/>
              <a:gd name="connsiteY44" fmla="*/ 1483173 h 1692226"/>
              <a:gd name="connsiteX45" fmla="*/ 5444641 w 9662615"/>
              <a:gd name="connsiteY45" fmla="*/ 1487602 h 1692226"/>
              <a:gd name="connsiteX46" fmla="*/ 5299812 w 9662615"/>
              <a:gd name="connsiteY46" fmla="*/ 1503362 h 1692226"/>
              <a:gd name="connsiteX47" fmla="*/ 5213947 w 9662615"/>
              <a:gd name="connsiteY47" fmla="*/ 1516637 h 1692226"/>
              <a:gd name="connsiteX48" fmla="*/ 5090342 w 9662615"/>
              <a:gd name="connsiteY48" fmla="*/ 1546680 h 1692226"/>
              <a:gd name="connsiteX49" fmla="*/ 5129812 w 9662615"/>
              <a:gd name="connsiteY49" fmla="*/ 1521277 h 1692226"/>
              <a:gd name="connsiteX50" fmla="*/ 5059484 w 9662615"/>
              <a:gd name="connsiteY50" fmla="*/ 1546802 h 1692226"/>
              <a:gd name="connsiteX51" fmla="*/ 5038524 w 9662615"/>
              <a:gd name="connsiteY51" fmla="*/ 1545675 h 1692226"/>
              <a:gd name="connsiteX52" fmla="*/ 5026564 w 9662615"/>
              <a:gd name="connsiteY52" fmla="*/ 1545376 h 1692226"/>
              <a:gd name="connsiteX53" fmla="*/ 4969433 w 9662615"/>
              <a:gd name="connsiteY53" fmla="*/ 1550865 h 1692226"/>
              <a:gd name="connsiteX54" fmla="*/ 4921303 w 9662615"/>
              <a:gd name="connsiteY54" fmla="*/ 1575379 h 1692226"/>
              <a:gd name="connsiteX55" fmla="*/ 4871726 w 9662615"/>
              <a:gd name="connsiteY55" fmla="*/ 1570584 h 1692226"/>
              <a:gd name="connsiteX56" fmla="*/ 4847242 w 9662615"/>
              <a:gd name="connsiteY56" fmla="*/ 1664826 h 1692226"/>
              <a:gd name="connsiteX57" fmla="*/ 4809131 w 9662615"/>
              <a:gd name="connsiteY57" fmla="*/ 1692226 h 1692226"/>
              <a:gd name="connsiteX58" fmla="*/ 4791466 w 9662615"/>
              <a:gd name="connsiteY58" fmla="*/ 1561324 h 1692226"/>
              <a:gd name="connsiteX59" fmla="*/ 4784247 w 9662615"/>
              <a:gd name="connsiteY59" fmla="*/ 1562342 h 1692226"/>
              <a:gd name="connsiteX60" fmla="*/ 4735334 w 9662615"/>
              <a:gd name="connsiteY60" fmla="*/ 1581778 h 1692226"/>
              <a:gd name="connsiteX61" fmla="*/ 4697562 w 9662615"/>
              <a:gd name="connsiteY61" fmla="*/ 1551206 h 1692226"/>
              <a:gd name="connsiteX62" fmla="*/ 4662664 w 9662615"/>
              <a:gd name="connsiteY62" fmla="*/ 1573162 h 1692226"/>
              <a:gd name="connsiteX63" fmla="*/ 4603028 w 9662615"/>
              <a:gd name="connsiteY63" fmla="*/ 1568821 h 1692226"/>
              <a:gd name="connsiteX64" fmla="*/ 4541612 w 9662615"/>
              <a:gd name="connsiteY64" fmla="*/ 1545262 h 1692226"/>
              <a:gd name="connsiteX65" fmla="*/ 4422155 w 9662615"/>
              <a:gd name="connsiteY65" fmla="*/ 1542059 h 1692226"/>
              <a:gd name="connsiteX66" fmla="*/ 4221826 w 9662615"/>
              <a:gd name="connsiteY66" fmla="*/ 1508923 h 1692226"/>
              <a:gd name="connsiteX67" fmla="*/ 4096601 w 9662615"/>
              <a:gd name="connsiteY67" fmla="*/ 1521563 h 1692226"/>
              <a:gd name="connsiteX68" fmla="*/ 3970635 w 9662615"/>
              <a:gd name="connsiteY68" fmla="*/ 1544815 h 1692226"/>
              <a:gd name="connsiteX69" fmla="*/ 3833906 w 9662615"/>
              <a:gd name="connsiteY69" fmla="*/ 1516637 h 1692226"/>
              <a:gd name="connsiteX70" fmla="*/ 3696258 w 9662615"/>
              <a:gd name="connsiteY70" fmla="*/ 1537563 h 1692226"/>
              <a:gd name="connsiteX71" fmla="*/ 3594070 w 9662615"/>
              <a:gd name="connsiteY71" fmla="*/ 1509422 h 1692226"/>
              <a:gd name="connsiteX72" fmla="*/ 3565233 w 9662615"/>
              <a:gd name="connsiteY72" fmla="*/ 1515122 h 1692226"/>
              <a:gd name="connsiteX73" fmla="*/ 3560267 w 9662615"/>
              <a:gd name="connsiteY73" fmla="*/ 1516288 h 1692226"/>
              <a:gd name="connsiteX74" fmla="*/ 3540258 w 9662615"/>
              <a:gd name="connsiteY74" fmla="*/ 1516976 h 1692226"/>
              <a:gd name="connsiteX75" fmla="*/ 3534780 w 9662615"/>
              <a:gd name="connsiteY75" fmla="*/ 1522141 h 1692226"/>
              <a:gd name="connsiteX76" fmla="*/ 3504783 w 9662615"/>
              <a:gd name="connsiteY76" fmla="*/ 1526739 h 1692226"/>
              <a:gd name="connsiteX77" fmla="*/ 3430805 w 9662615"/>
              <a:gd name="connsiteY77" fmla="*/ 1542521 h 1692226"/>
              <a:gd name="connsiteX78" fmla="*/ 3292707 w 9662615"/>
              <a:gd name="connsiteY78" fmla="*/ 1520490 h 1692226"/>
              <a:gd name="connsiteX79" fmla="*/ 3187872 w 9662615"/>
              <a:gd name="connsiteY79" fmla="*/ 1519991 h 1692226"/>
              <a:gd name="connsiteX80" fmla="*/ 3148026 w 9662615"/>
              <a:gd name="connsiteY80" fmla="*/ 1524777 h 1692226"/>
              <a:gd name="connsiteX81" fmla="*/ 3092394 w 9662615"/>
              <a:gd name="connsiteY81" fmla="*/ 1528115 h 1692226"/>
              <a:gd name="connsiteX82" fmla="*/ 2994200 w 9662615"/>
              <a:gd name="connsiteY82" fmla="*/ 1537857 h 1692226"/>
              <a:gd name="connsiteX83" fmla="*/ 2862301 w 9662615"/>
              <a:gd name="connsiteY83" fmla="*/ 1544250 h 1692226"/>
              <a:gd name="connsiteX84" fmla="*/ 2766335 w 9662615"/>
              <a:gd name="connsiteY84" fmla="*/ 1527662 h 1692226"/>
              <a:gd name="connsiteX85" fmla="*/ 2757836 w 9662615"/>
              <a:gd name="connsiteY85" fmla="*/ 1531371 h 1692226"/>
              <a:gd name="connsiteX86" fmla="*/ 2691555 w 9662615"/>
              <a:gd name="connsiteY86" fmla="*/ 1530283 h 1692226"/>
              <a:gd name="connsiteX87" fmla="*/ 2491676 w 9662615"/>
              <a:gd name="connsiteY87" fmla="*/ 1500859 h 1692226"/>
              <a:gd name="connsiteX88" fmla="*/ 2378036 w 9662615"/>
              <a:gd name="connsiteY88" fmla="*/ 1520645 h 1692226"/>
              <a:gd name="connsiteX89" fmla="*/ 2284269 w 9662615"/>
              <a:gd name="connsiteY89" fmla="*/ 1503068 h 1692226"/>
              <a:gd name="connsiteX90" fmla="*/ 2207104 w 9662615"/>
              <a:gd name="connsiteY90" fmla="*/ 1508888 h 1692226"/>
              <a:gd name="connsiteX91" fmla="*/ 2149226 w 9662615"/>
              <a:gd name="connsiteY91" fmla="*/ 1523409 h 1692226"/>
              <a:gd name="connsiteX92" fmla="*/ 2084783 w 9662615"/>
              <a:gd name="connsiteY92" fmla="*/ 1524245 h 1692226"/>
              <a:gd name="connsiteX93" fmla="*/ 2070075 w 9662615"/>
              <a:gd name="connsiteY93" fmla="*/ 1511285 h 1692226"/>
              <a:gd name="connsiteX94" fmla="*/ 2001057 w 9662615"/>
              <a:gd name="connsiteY94" fmla="*/ 1516449 h 1692226"/>
              <a:gd name="connsiteX95" fmla="*/ 1896330 w 9662615"/>
              <a:gd name="connsiteY95" fmla="*/ 1525725 h 1692226"/>
              <a:gd name="connsiteX96" fmla="*/ 1835994 w 9662615"/>
              <a:gd name="connsiteY96" fmla="*/ 1527678 h 1692226"/>
              <a:gd name="connsiteX97" fmla="*/ 1671119 w 9662615"/>
              <a:gd name="connsiteY97" fmla="*/ 1536701 h 1692226"/>
              <a:gd name="connsiteX98" fmla="*/ 1601337 w 9662615"/>
              <a:gd name="connsiteY98" fmla="*/ 1548552 h 1692226"/>
              <a:gd name="connsiteX99" fmla="*/ 1407755 w 9662615"/>
              <a:gd name="connsiteY99" fmla="*/ 1571444 h 1692226"/>
              <a:gd name="connsiteX100" fmla="*/ 1271994 w 9662615"/>
              <a:gd name="connsiteY100" fmla="*/ 1579471 h 1692226"/>
              <a:gd name="connsiteX101" fmla="*/ 1249226 w 9662615"/>
              <a:gd name="connsiteY101" fmla="*/ 1583140 h 1692226"/>
              <a:gd name="connsiteX102" fmla="*/ 1217719 w 9662615"/>
              <a:gd name="connsiteY102" fmla="*/ 1580863 h 1692226"/>
              <a:gd name="connsiteX103" fmla="*/ 1091432 w 9662615"/>
              <a:gd name="connsiteY103" fmla="*/ 1571003 h 1692226"/>
              <a:gd name="connsiteX104" fmla="*/ 992039 w 9662615"/>
              <a:gd name="connsiteY104" fmla="*/ 1556662 h 1692226"/>
              <a:gd name="connsiteX105" fmla="*/ 868264 w 9662615"/>
              <a:gd name="connsiteY105" fmla="*/ 1566392 h 1692226"/>
              <a:gd name="connsiteX106" fmla="*/ 792765 w 9662615"/>
              <a:gd name="connsiteY106" fmla="*/ 1563102 h 1692226"/>
              <a:gd name="connsiteX107" fmla="*/ 669055 w 9662615"/>
              <a:gd name="connsiteY107" fmla="*/ 1543638 h 1692226"/>
              <a:gd name="connsiteX108" fmla="*/ 506152 w 9662615"/>
              <a:gd name="connsiteY108" fmla="*/ 1549124 h 1692226"/>
              <a:gd name="connsiteX109" fmla="*/ 472797 w 9662615"/>
              <a:gd name="connsiteY109" fmla="*/ 1568904 h 1692226"/>
              <a:gd name="connsiteX110" fmla="*/ 427864 w 9662615"/>
              <a:gd name="connsiteY110" fmla="*/ 1580848 h 1692226"/>
              <a:gd name="connsiteX111" fmla="*/ 408381 w 9662615"/>
              <a:gd name="connsiteY111" fmla="*/ 1552940 h 1692226"/>
              <a:gd name="connsiteX112" fmla="*/ 267163 w 9662615"/>
              <a:gd name="connsiteY112" fmla="*/ 1531913 h 1692226"/>
              <a:gd name="connsiteX113" fmla="*/ 196644 w 9662615"/>
              <a:gd name="connsiteY113" fmla="*/ 1524565 h 1692226"/>
              <a:gd name="connsiteX114" fmla="*/ 86819 w 9662615"/>
              <a:gd name="connsiteY114" fmla="*/ 1519517 h 1692226"/>
              <a:gd name="connsiteX115" fmla="*/ 53369 w 9662615"/>
              <a:gd name="connsiteY115" fmla="*/ 1516853 h 1692226"/>
              <a:gd name="connsiteX116" fmla="*/ 2359 w 9662615"/>
              <a:gd name="connsiteY116" fmla="*/ 1515247 h 1692226"/>
              <a:gd name="connsiteX117" fmla="*/ 0 w 9662615"/>
              <a:gd name="connsiteY117" fmla="*/ 1514932 h 1692226"/>
              <a:gd name="connsiteX118" fmla="*/ 0 w 9662615"/>
              <a:gd name="connsiteY118" fmla="*/ 0 h 1692226"/>
              <a:gd name="connsiteX0" fmla="*/ 0 w 9662615"/>
              <a:gd name="connsiteY0" fmla="*/ 0 h 1692226"/>
              <a:gd name="connsiteX1" fmla="*/ 9662615 w 9662615"/>
              <a:gd name="connsiteY1" fmla="*/ 0 h 1692226"/>
              <a:gd name="connsiteX2" fmla="*/ 9662615 w 9662615"/>
              <a:gd name="connsiteY2" fmla="*/ 1280346 h 1692226"/>
              <a:gd name="connsiteX3" fmla="*/ 9658420 w 9662615"/>
              <a:gd name="connsiteY3" fmla="*/ 1280106 h 1692226"/>
              <a:gd name="connsiteX4" fmla="*/ 9469546 w 9662615"/>
              <a:gd name="connsiteY4" fmla="*/ 1289837 h 1692226"/>
              <a:gd name="connsiteX5" fmla="*/ 9385895 w 9662615"/>
              <a:gd name="connsiteY5" fmla="*/ 1269203 h 1692226"/>
              <a:gd name="connsiteX6" fmla="*/ 9144767 w 9662615"/>
              <a:gd name="connsiteY6" fmla="*/ 1264120 h 1692226"/>
              <a:gd name="connsiteX7" fmla="*/ 8837252 w 9662615"/>
              <a:gd name="connsiteY7" fmla="*/ 1350515 h 1692226"/>
              <a:gd name="connsiteX8" fmla="*/ 8705466 w 9662615"/>
              <a:gd name="connsiteY8" fmla="*/ 1342419 h 1692226"/>
              <a:gd name="connsiteX9" fmla="*/ 8652221 w 9662615"/>
              <a:gd name="connsiteY9" fmla="*/ 1326906 h 1692226"/>
              <a:gd name="connsiteX10" fmla="*/ 8632312 w 9662615"/>
              <a:gd name="connsiteY10" fmla="*/ 1326025 h 1692226"/>
              <a:gd name="connsiteX11" fmla="*/ 8591582 w 9662615"/>
              <a:gd name="connsiteY11" fmla="*/ 1341666 h 1692226"/>
              <a:gd name="connsiteX12" fmla="*/ 8537336 w 9662615"/>
              <a:gd name="connsiteY12" fmla="*/ 1341684 h 1692226"/>
              <a:gd name="connsiteX13" fmla="*/ 8472508 w 9662615"/>
              <a:gd name="connsiteY13" fmla="*/ 1363109 h 1692226"/>
              <a:gd name="connsiteX14" fmla="*/ 8258477 w 9662615"/>
              <a:gd name="connsiteY14" fmla="*/ 1370666 h 1692226"/>
              <a:gd name="connsiteX15" fmla="*/ 8197961 w 9662615"/>
              <a:gd name="connsiteY15" fmla="*/ 1392804 h 1692226"/>
              <a:gd name="connsiteX16" fmla="*/ 8171196 w 9662615"/>
              <a:gd name="connsiteY16" fmla="*/ 1397216 h 1692226"/>
              <a:gd name="connsiteX17" fmla="*/ 8127667 w 9662615"/>
              <a:gd name="connsiteY17" fmla="*/ 1418254 h 1692226"/>
              <a:gd name="connsiteX18" fmla="*/ 7974579 w 9662615"/>
              <a:gd name="connsiteY18" fmla="*/ 1383439 h 1692226"/>
              <a:gd name="connsiteX19" fmla="*/ 7768351 w 9662615"/>
              <a:gd name="connsiteY19" fmla="*/ 1395051 h 1692226"/>
              <a:gd name="connsiteX20" fmla="*/ 7635985 w 9662615"/>
              <a:gd name="connsiteY20" fmla="*/ 1386363 h 1692226"/>
              <a:gd name="connsiteX21" fmla="*/ 7466069 w 9662615"/>
              <a:gd name="connsiteY21" fmla="*/ 1377654 h 1692226"/>
              <a:gd name="connsiteX22" fmla="*/ 7355642 w 9662615"/>
              <a:gd name="connsiteY22" fmla="*/ 1407761 h 1692226"/>
              <a:gd name="connsiteX23" fmla="*/ 7151610 w 9662615"/>
              <a:gd name="connsiteY23" fmla="*/ 1397856 h 1692226"/>
              <a:gd name="connsiteX24" fmla="*/ 7082147 w 9662615"/>
              <a:gd name="connsiteY24" fmla="*/ 1406113 h 1692226"/>
              <a:gd name="connsiteX25" fmla="*/ 7014958 w 9662615"/>
              <a:gd name="connsiteY25" fmla="*/ 1396883 h 1692226"/>
              <a:gd name="connsiteX26" fmla="*/ 6907567 w 9662615"/>
              <a:gd name="connsiteY26" fmla="*/ 1419149 h 1692226"/>
              <a:gd name="connsiteX27" fmla="*/ 6748428 w 9662615"/>
              <a:gd name="connsiteY27" fmla="*/ 1420308 h 1692226"/>
              <a:gd name="connsiteX28" fmla="*/ 6654257 w 9662615"/>
              <a:gd name="connsiteY28" fmla="*/ 1424143 h 1692226"/>
              <a:gd name="connsiteX29" fmla="*/ 6620123 w 9662615"/>
              <a:gd name="connsiteY29" fmla="*/ 1430535 h 1692226"/>
              <a:gd name="connsiteX30" fmla="*/ 6571355 w 9662615"/>
              <a:gd name="connsiteY30" fmla="*/ 1436144 h 1692226"/>
              <a:gd name="connsiteX31" fmla="*/ 6486557 w 9662615"/>
              <a:gd name="connsiteY31" fmla="*/ 1449861 h 1692226"/>
              <a:gd name="connsiteX32" fmla="*/ 6370419 w 9662615"/>
              <a:gd name="connsiteY32" fmla="*/ 1461649 h 1692226"/>
              <a:gd name="connsiteX33" fmla="*/ 6278839 w 9662615"/>
              <a:gd name="connsiteY33" fmla="*/ 1449160 h 1692226"/>
              <a:gd name="connsiteX34" fmla="*/ 6272455 w 9662615"/>
              <a:gd name="connsiteY34" fmla="*/ 1453191 h 1692226"/>
              <a:gd name="connsiteX35" fmla="*/ 6212659 w 9662615"/>
              <a:gd name="connsiteY35" fmla="*/ 1454850 h 1692226"/>
              <a:gd name="connsiteX36" fmla="*/ 6069317 w 9662615"/>
              <a:gd name="connsiteY36" fmla="*/ 1445838 h 1692226"/>
              <a:gd name="connsiteX37" fmla="*/ 5878477 w 9662615"/>
              <a:gd name="connsiteY37" fmla="*/ 1439180 h 1692226"/>
              <a:gd name="connsiteX38" fmla="*/ 5838387 w 9662615"/>
              <a:gd name="connsiteY38" fmla="*/ 1444679 h 1692226"/>
              <a:gd name="connsiteX39" fmla="*/ 5771136 w 9662615"/>
              <a:gd name="connsiteY39" fmla="*/ 1453639 h 1692226"/>
              <a:gd name="connsiteX40" fmla="*/ 5724081 w 9662615"/>
              <a:gd name="connsiteY40" fmla="*/ 1470431 h 1692226"/>
              <a:gd name="connsiteX41" fmla="*/ 5666577 w 9662615"/>
              <a:gd name="connsiteY41" fmla="*/ 1473921 h 1692226"/>
              <a:gd name="connsiteX42" fmla="*/ 5649068 w 9662615"/>
              <a:gd name="connsiteY42" fmla="*/ 1461676 h 1692226"/>
              <a:gd name="connsiteX43" fmla="*/ 5588902 w 9662615"/>
              <a:gd name="connsiteY43" fmla="*/ 1469647 h 1692226"/>
              <a:gd name="connsiteX44" fmla="*/ 5498090 w 9662615"/>
              <a:gd name="connsiteY44" fmla="*/ 1483173 h 1692226"/>
              <a:gd name="connsiteX45" fmla="*/ 5444641 w 9662615"/>
              <a:gd name="connsiteY45" fmla="*/ 1487602 h 1692226"/>
              <a:gd name="connsiteX46" fmla="*/ 5299812 w 9662615"/>
              <a:gd name="connsiteY46" fmla="*/ 1503362 h 1692226"/>
              <a:gd name="connsiteX47" fmla="*/ 5213947 w 9662615"/>
              <a:gd name="connsiteY47" fmla="*/ 1516637 h 1692226"/>
              <a:gd name="connsiteX48" fmla="*/ 5090342 w 9662615"/>
              <a:gd name="connsiteY48" fmla="*/ 1546680 h 1692226"/>
              <a:gd name="connsiteX49" fmla="*/ 5129812 w 9662615"/>
              <a:gd name="connsiteY49" fmla="*/ 1521277 h 1692226"/>
              <a:gd name="connsiteX50" fmla="*/ 5059484 w 9662615"/>
              <a:gd name="connsiteY50" fmla="*/ 1546802 h 1692226"/>
              <a:gd name="connsiteX51" fmla="*/ 5038524 w 9662615"/>
              <a:gd name="connsiteY51" fmla="*/ 1545675 h 1692226"/>
              <a:gd name="connsiteX52" fmla="*/ 5026564 w 9662615"/>
              <a:gd name="connsiteY52" fmla="*/ 1545376 h 1692226"/>
              <a:gd name="connsiteX53" fmla="*/ 4969433 w 9662615"/>
              <a:gd name="connsiteY53" fmla="*/ 1550865 h 1692226"/>
              <a:gd name="connsiteX54" fmla="*/ 4921303 w 9662615"/>
              <a:gd name="connsiteY54" fmla="*/ 1575379 h 1692226"/>
              <a:gd name="connsiteX55" fmla="*/ 4871726 w 9662615"/>
              <a:gd name="connsiteY55" fmla="*/ 1570584 h 1692226"/>
              <a:gd name="connsiteX56" fmla="*/ 4847242 w 9662615"/>
              <a:gd name="connsiteY56" fmla="*/ 1621094 h 1692226"/>
              <a:gd name="connsiteX57" fmla="*/ 4809131 w 9662615"/>
              <a:gd name="connsiteY57" fmla="*/ 1692226 h 1692226"/>
              <a:gd name="connsiteX58" fmla="*/ 4791466 w 9662615"/>
              <a:gd name="connsiteY58" fmla="*/ 1561324 h 1692226"/>
              <a:gd name="connsiteX59" fmla="*/ 4784247 w 9662615"/>
              <a:gd name="connsiteY59" fmla="*/ 1562342 h 1692226"/>
              <a:gd name="connsiteX60" fmla="*/ 4735334 w 9662615"/>
              <a:gd name="connsiteY60" fmla="*/ 1581778 h 1692226"/>
              <a:gd name="connsiteX61" fmla="*/ 4697562 w 9662615"/>
              <a:gd name="connsiteY61" fmla="*/ 1551206 h 1692226"/>
              <a:gd name="connsiteX62" fmla="*/ 4662664 w 9662615"/>
              <a:gd name="connsiteY62" fmla="*/ 1573162 h 1692226"/>
              <a:gd name="connsiteX63" fmla="*/ 4603028 w 9662615"/>
              <a:gd name="connsiteY63" fmla="*/ 1568821 h 1692226"/>
              <a:gd name="connsiteX64" fmla="*/ 4541612 w 9662615"/>
              <a:gd name="connsiteY64" fmla="*/ 1545262 h 1692226"/>
              <a:gd name="connsiteX65" fmla="*/ 4422155 w 9662615"/>
              <a:gd name="connsiteY65" fmla="*/ 1542059 h 1692226"/>
              <a:gd name="connsiteX66" fmla="*/ 4221826 w 9662615"/>
              <a:gd name="connsiteY66" fmla="*/ 1508923 h 1692226"/>
              <a:gd name="connsiteX67" fmla="*/ 4096601 w 9662615"/>
              <a:gd name="connsiteY67" fmla="*/ 1521563 h 1692226"/>
              <a:gd name="connsiteX68" fmla="*/ 3970635 w 9662615"/>
              <a:gd name="connsiteY68" fmla="*/ 1544815 h 1692226"/>
              <a:gd name="connsiteX69" fmla="*/ 3833906 w 9662615"/>
              <a:gd name="connsiteY69" fmla="*/ 1516637 h 1692226"/>
              <a:gd name="connsiteX70" fmla="*/ 3696258 w 9662615"/>
              <a:gd name="connsiteY70" fmla="*/ 1537563 h 1692226"/>
              <a:gd name="connsiteX71" fmla="*/ 3594070 w 9662615"/>
              <a:gd name="connsiteY71" fmla="*/ 1509422 h 1692226"/>
              <a:gd name="connsiteX72" fmla="*/ 3565233 w 9662615"/>
              <a:gd name="connsiteY72" fmla="*/ 1515122 h 1692226"/>
              <a:gd name="connsiteX73" fmla="*/ 3560267 w 9662615"/>
              <a:gd name="connsiteY73" fmla="*/ 1516288 h 1692226"/>
              <a:gd name="connsiteX74" fmla="*/ 3540258 w 9662615"/>
              <a:gd name="connsiteY74" fmla="*/ 1516976 h 1692226"/>
              <a:gd name="connsiteX75" fmla="*/ 3534780 w 9662615"/>
              <a:gd name="connsiteY75" fmla="*/ 1522141 h 1692226"/>
              <a:gd name="connsiteX76" fmla="*/ 3504783 w 9662615"/>
              <a:gd name="connsiteY76" fmla="*/ 1526739 h 1692226"/>
              <a:gd name="connsiteX77" fmla="*/ 3430805 w 9662615"/>
              <a:gd name="connsiteY77" fmla="*/ 1542521 h 1692226"/>
              <a:gd name="connsiteX78" fmla="*/ 3292707 w 9662615"/>
              <a:gd name="connsiteY78" fmla="*/ 1520490 h 1692226"/>
              <a:gd name="connsiteX79" fmla="*/ 3187872 w 9662615"/>
              <a:gd name="connsiteY79" fmla="*/ 1519991 h 1692226"/>
              <a:gd name="connsiteX80" fmla="*/ 3148026 w 9662615"/>
              <a:gd name="connsiteY80" fmla="*/ 1524777 h 1692226"/>
              <a:gd name="connsiteX81" fmla="*/ 3092394 w 9662615"/>
              <a:gd name="connsiteY81" fmla="*/ 1528115 h 1692226"/>
              <a:gd name="connsiteX82" fmla="*/ 2994200 w 9662615"/>
              <a:gd name="connsiteY82" fmla="*/ 1537857 h 1692226"/>
              <a:gd name="connsiteX83" fmla="*/ 2862301 w 9662615"/>
              <a:gd name="connsiteY83" fmla="*/ 1544250 h 1692226"/>
              <a:gd name="connsiteX84" fmla="*/ 2766335 w 9662615"/>
              <a:gd name="connsiteY84" fmla="*/ 1527662 h 1692226"/>
              <a:gd name="connsiteX85" fmla="*/ 2757836 w 9662615"/>
              <a:gd name="connsiteY85" fmla="*/ 1531371 h 1692226"/>
              <a:gd name="connsiteX86" fmla="*/ 2691555 w 9662615"/>
              <a:gd name="connsiteY86" fmla="*/ 1530283 h 1692226"/>
              <a:gd name="connsiteX87" fmla="*/ 2491676 w 9662615"/>
              <a:gd name="connsiteY87" fmla="*/ 1500859 h 1692226"/>
              <a:gd name="connsiteX88" fmla="*/ 2378036 w 9662615"/>
              <a:gd name="connsiteY88" fmla="*/ 1520645 h 1692226"/>
              <a:gd name="connsiteX89" fmla="*/ 2284269 w 9662615"/>
              <a:gd name="connsiteY89" fmla="*/ 1503068 h 1692226"/>
              <a:gd name="connsiteX90" fmla="*/ 2207104 w 9662615"/>
              <a:gd name="connsiteY90" fmla="*/ 1508888 h 1692226"/>
              <a:gd name="connsiteX91" fmla="*/ 2149226 w 9662615"/>
              <a:gd name="connsiteY91" fmla="*/ 1523409 h 1692226"/>
              <a:gd name="connsiteX92" fmla="*/ 2084783 w 9662615"/>
              <a:gd name="connsiteY92" fmla="*/ 1524245 h 1692226"/>
              <a:gd name="connsiteX93" fmla="*/ 2070075 w 9662615"/>
              <a:gd name="connsiteY93" fmla="*/ 1511285 h 1692226"/>
              <a:gd name="connsiteX94" fmla="*/ 2001057 w 9662615"/>
              <a:gd name="connsiteY94" fmla="*/ 1516449 h 1692226"/>
              <a:gd name="connsiteX95" fmla="*/ 1896330 w 9662615"/>
              <a:gd name="connsiteY95" fmla="*/ 1525725 h 1692226"/>
              <a:gd name="connsiteX96" fmla="*/ 1835994 w 9662615"/>
              <a:gd name="connsiteY96" fmla="*/ 1527678 h 1692226"/>
              <a:gd name="connsiteX97" fmla="*/ 1671119 w 9662615"/>
              <a:gd name="connsiteY97" fmla="*/ 1536701 h 1692226"/>
              <a:gd name="connsiteX98" fmla="*/ 1601337 w 9662615"/>
              <a:gd name="connsiteY98" fmla="*/ 1548552 h 1692226"/>
              <a:gd name="connsiteX99" fmla="*/ 1407755 w 9662615"/>
              <a:gd name="connsiteY99" fmla="*/ 1571444 h 1692226"/>
              <a:gd name="connsiteX100" fmla="*/ 1271994 w 9662615"/>
              <a:gd name="connsiteY100" fmla="*/ 1579471 h 1692226"/>
              <a:gd name="connsiteX101" fmla="*/ 1249226 w 9662615"/>
              <a:gd name="connsiteY101" fmla="*/ 1583140 h 1692226"/>
              <a:gd name="connsiteX102" fmla="*/ 1217719 w 9662615"/>
              <a:gd name="connsiteY102" fmla="*/ 1580863 h 1692226"/>
              <a:gd name="connsiteX103" fmla="*/ 1091432 w 9662615"/>
              <a:gd name="connsiteY103" fmla="*/ 1571003 h 1692226"/>
              <a:gd name="connsiteX104" fmla="*/ 992039 w 9662615"/>
              <a:gd name="connsiteY104" fmla="*/ 1556662 h 1692226"/>
              <a:gd name="connsiteX105" fmla="*/ 868264 w 9662615"/>
              <a:gd name="connsiteY105" fmla="*/ 1566392 h 1692226"/>
              <a:gd name="connsiteX106" fmla="*/ 792765 w 9662615"/>
              <a:gd name="connsiteY106" fmla="*/ 1563102 h 1692226"/>
              <a:gd name="connsiteX107" fmla="*/ 669055 w 9662615"/>
              <a:gd name="connsiteY107" fmla="*/ 1543638 h 1692226"/>
              <a:gd name="connsiteX108" fmla="*/ 506152 w 9662615"/>
              <a:gd name="connsiteY108" fmla="*/ 1549124 h 1692226"/>
              <a:gd name="connsiteX109" fmla="*/ 472797 w 9662615"/>
              <a:gd name="connsiteY109" fmla="*/ 1568904 h 1692226"/>
              <a:gd name="connsiteX110" fmla="*/ 427864 w 9662615"/>
              <a:gd name="connsiteY110" fmla="*/ 1580848 h 1692226"/>
              <a:gd name="connsiteX111" fmla="*/ 408381 w 9662615"/>
              <a:gd name="connsiteY111" fmla="*/ 1552940 h 1692226"/>
              <a:gd name="connsiteX112" fmla="*/ 267163 w 9662615"/>
              <a:gd name="connsiteY112" fmla="*/ 1531913 h 1692226"/>
              <a:gd name="connsiteX113" fmla="*/ 196644 w 9662615"/>
              <a:gd name="connsiteY113" fmla="*/ 1524565 h 1692226"/>
              <a:gd name="connsiteX114" fmla="*/ 86819 w 9662615"/>
              <a:gd name="connsiteY114" fmla="*/ 1519517 h 1692226"/>
              <a:gd name="connsiteX115" fmla="*/ 53369 w 9662615"/>
              <a:gd name="connsiteY115" fmla="*/ 1516853 h 1692226"/>
              <a:gd name="connsiteX116" fmla="*/ 2359 w 9662615"/>
              <a:gd name="connsiteY116" fmla="*/ 1515247 h 1692226"/>
              <a:gd name="connsiteX117" fmla="*/ 0 w 9662615"/>
              <a:gd name="connsiteY117" fmla="*/ 1514932 h 1692226"/>
              <a:gd name="connsiteX118" fmla="*/ 0 w 9662615"/>
              <a:gd name="connsiteY118" fmla="*/ 0 h 1692226"/>
              <a:gd name="connsiteX0" fmla="*/ 0 w 9662615"/>
              <a:gd name="connsiteY0" fmla="*/ 0 h 1621094"/>
              <a:gd name="connsiteX1" fmla="*/ 9662615 w 9662615"/>
              <a:gd name="connsiteY1" fmla="*/ 0 h 1621094"/>
              <a:gd name="connsiteX2" fmla="*/ 9662615 w 9662615"/>
              <a:gd name="connsiteY2" fmla="*/ 1280346 h 1621094"/>
              <a:gd name="connsiteX3" fmla="*/ 9658420 w 9662615"/>
              <a:gd name="connsiteY3" fmla="*/ 1280106 h 1621094"/>
              <a:gd name="connsiteX4" fmla="*/ 9469546 w 9662615"/>
              <a:gd name="connsiteY4" fmla="*/ 1289837 h 1621094"/>
              <a:gd name="connsiteX5" fmla="*/ 9385895 w 9662615"/>
              <a:gd name="connsiteY5" fmla="*/ 1269203 h 1621094"/>
              <a:gd name="connsiteX6" fmla="*/ 9144767 w 9662615"/>
              <a:gd name="connsiteY6" fmla="*/ 1264120 h 1621094"/>
              <a:gd name="connsiteX7" fmla="*/ 8837252 w 9662615"/>
              <a:gd name="connsiteY7" fmla="*/ 1350515 h 1621094"/>
              <a:gd name="connsiteX8" fmla="*/ 8705466 w 9662615"/>
              <a:gd name="connsiteY8" fmla="*/ 1342419 h 1621094"/>
              <a:gd name="connsiteX9" fmla="*/ 8652221 w 9662615"/>
              <a:gd name="connsiteY9" fmla="*/ 1326906 h 1621094"/>
              <a:gd name="connsiteX10" fmla="*/ 8632312 w 9662615"/>
              <a:gd name="connsiteY10" fmla="*/ 1326025 h 1621094"/>
              <a:gd name="connsiteX11" fmla="*/ 8591582 w 9662615"/>
              <a:gd name="connsiteY11" fmla="*/ 1341666 h 1621094"/>
              <a:gd name="connsiteX12" fmla="*/ 8537336 w 9662615"/>
              <a:gd name="connsiteY12" fmla="*/ 1341684 h 1621094"/>
              <a:gd name="connsiteX13" fmla="*/ 8472508 w 9662615"/>
              <a:gd name="connsiteY13" fmla="*/ 1363109 h 1621094"/>
              <a:gd name="connsiteX14" fmla="*/ 8258477 w 9662615"/>
              <a:gd name="connsiteY14" fmla="*/ 1370666 h 1621094"/>
              <a:gd name="connsiteX15" fmla="*/ 8197961 w 9662615"/>
              <a:gd name="connsiteY15" fmla="*/ 1392804 h 1621094"/>
              <a:gd name="connsiteX16" fmla="*/ 8171196 w 9662615"/>
              <a:gd name="connsiteY16" fmla="*/ 1397216 h 1621094"/>
              <a:gd name="connsiteX17" fmla="*/ 8127667 w 9662615"/>
              <a:gd name="connsiteY17" fmla="*/ 1418254 h 1621094"/>
              <a:gd name="connsiteX18" fmla="*/ 7974579 w 9662615"/>
              <a:gd name="connsiteY18" fmla="*/ 1383439 h 1621094"/>
              <a:gd name="connsiteX19" fmla="*/ 7768351 w 9662615"/>
              <a:gd name="connsiteY19" fmla="*/ 1395051 h 1621094"/>
              <a:gd name="connsiteX20" fmla="*/ 7635985 w 9662615"/>
              <a:gd name="connsiteY20" fmla="*/ 1386363 h 1621094"/>
              <a:gd name="connsiteX21" fmla="*/ 7466069 w 9662615"/>
              <a:gd name="connsiteY21" fmla="*/ 1377654 h 1621094"/>
              <a:gd name="connsiteX22" fmla="*/ 7355642 w 9662615"/>
              <a:gd name="connsiteY22" fmla="*/ 1407761 h 1621094"/>
              <a:gd name="connsiteX23" fmla="*/ 7151610 w 9662615"/>
              <a:gd name="connsiteY23" fmla="*/ 1397856 h 1621094"/>
              <a:gd name="connsiteX24" fmla="*/ 7082147 w 9662615"/>
              <a:gd name="connsiteY24" fmla="*/ 1406113 h 1621094"/>
              <a:gd name="connsiteX25" fmla="*/ 7014958 w 9662615"/>
              <a:gd name="connsiteY25" fmla="*/ 1396883 h 1621094"/>
              <a:gd name="connsiteX26" fmla="*/ 6907567 w 9662615"/>
              <a:gd name="connsiteY26" fmla="*/ 1419149 h 1621094"/>
              <a:gd name="connsiteX27" fmla="*/ 6748428 w 9662615"/>
              <a:gd name="connsiteY27" fmla="*/ 1420308 h 1621094"/>
              <a:gd name="connsiteX28" fmla="*/ 6654257 w 9662615"/>
              <a:gd name="connsiteY28" fmla="*/ 1424143 h 1621094"/>
              <a:gd name="connsiteX29" fmla="*/ 6620123 w 9662615"/>
              <a:gd name="connsiteY29" fmla="*/ 1430535 h 1621094"/>
              <a:gd name="connsiteX30" fmla="*/ 6571355 w 9662615"/>
              <a:gd name="connsiteY30" fmla="*/ 1436144 h 1621094"/>
              <a:gd name="connsiteX31" fmla="*/ 6486557 w 9662615"/>
              <a:gd name="connsiteY31" fmla="*/ 1449861 h 1621094"/>
              <a:gd name="connsiteX32" fmla="*/ 6370419 w 9662615"/>
              <a:gd name="connsiteY32" fmla="*/ 1461649 h 1621094"/>
              <a:gd name="connsiteX33" fmla="*/ 6278839 w 9662615"/>
              <a:gd name="connsiteY33" fmla="*/ 1449160 h 1621094"/>
              <a:gd name="connsiteX34" fmla="*/ 6272455 w 9662615"/>
              <a:gd name="connsiteY34" fmla="*/ 1453191 h 1621094"/>
              <a:gd name="connsiteX35" fmla="*/ 6212659 w 9662615"/>
              <a:gd name="connsiteY35" fmla="*/ 1454850 h 1621094"/>
              <a:gd name="connsiteX36" fmla="*/ 6069317 w 9662615"/>
              <a:gd name="connsiteY36" fmla="*/ 1445838 h 1621094"/>
              <a:gd name="connsiteX37" fmla="*/ 5878477 w 9662615"/>
              <a:gd name="connsiteY37" fmla="*/ 1439180 h 1621094"/>
              <a:gd name="connsiteX38" fmla="*/ 5838387 w 9662615"/>
              <a:gd name="connsiteY38" fmla="*/ 1444679 h 1621094"/>
              <a:gd name="connsiteX39" fmla="*/ 5771136 w 9662615"/>
              <a:gd name="connsiteY39" fmla="*/ 1453639 h 1621094"/>
              <a:gd name="connsiteX40" fmla="*/ 5724081 w 9662615"/>
              <a:gd name="connsiteY40" fmla="*/ 1470431 h 1621094"/>
              <a:gd name="connsiteX41" fmla="*/ 5666577 w 9662615"/>
              <a:gd name="connsiteY41" fmla="*/ 1473921 h 1621094"/>
              <a:gd name="connsiteX42" fmla="*/ 5649068 w 9662615"/>
              <a:gd name="connsiteY42" fmla="*/ 1461676 h 1621094"/>
              <a:gd name="connsiteX43" fmla="*/ 5588902 w 9662615"/>
              <a:gd name="connsiteY43" fmla="*/ 1469647 h 1621094"/>
              <a:gd name="connsiteX44" fmla="*/ 5498090 w 9662615"/>
              <a:gd name="connsiteY44" fmla="*/ 1483173 h 1621094"/>
              <a:gd name="connsiteX45" fmla="*/ 5444641 w 9662615"/>
              <a:gd name="connsiteY45" fmla="*/ 1487602 h 1621094"/>
              <a:gd name="connsiteX46" fmla="*/ 5299812 w 9662615"/>
              <a:gd name="connsiteY46" fmla="*/ 1503362 h 1621094"/>
              <a:gd name="connsiteX47" fmla="*/ 5213947 w 9662615"/>
              <a:gd name="connsiteY47" fmla="*/ 1516637 h 1621094"/>
              <a:gd name="connsiteX48" fmla="*/ 5090342 w 9662615"/>
              <a:gd name="connsiteY48" fmla="*/ 1546680 h 1621094"/>
              <a:gd name="connsiteX49" fmla="*/ 5129812 w 9662615"/>
              <a:gd name="connsiteY49" fmla="*/ 1521277 h 1621094"/>
              <a:gd name="connsiteX50" fmla="*/ 5059484 w 9662615"/>
              <a:gd name="connsiteY50" fmla="*/ 1546802 h 1621094"/>
              <a:gd name="connsiteX51" fmla="*/ 5038524 w 9662615"/>
              <a:gd name="connsiteY51" fmla="*/ 1545675 h 1621094"/>
              <a:gd name="connsiteX52" fmla="*/ 5026564 w 9662615"/>
              <a:gd name="connsiteY52" fmla="*/ 1545376 h 1621094"/>
              <a:gd name="connsiteX53" fmla="*/ 4969433 w 9662615"/>
              <a:gd name="connsiteY53" fmla="*/ 1550865 h 1621094"/>
              <a:gd name="connsiteX54" fmla="*/ 4921303 w 9662615"/>
              <a:gd name="connsiteY54" fmla="*/ 1575379 h 1621094"/>
              <a:gd name="connsiteX55" fmla="*/ 4871726 w 9662615"/>
              <a:gd name="connsiteY55" fmla="*/ 1570584 h 1621094"/>
              <a:gd name="connsiteX56" fmla="*/ 4847242 w 9662615"/>
              <a:gd name="connsiteY56" fmla="*/ 1621094 h 1621094"/>
              <a:gd name="connsiteX57" fmla="*/ 4821058 w 9662615"/>
              <a:gd name="connsiteY57" fmla="*/ 1553078 h 1621094"/>
              <a:gd name="connsiteX58" fmla="*/ 4791466 w 9662615"/>
              <a:gd name="connsiteY58" fmla="*/ 1561324 h 1621094"/>
              <a:gd name="connsiteX59" fmla="*/ 4784247 w 9662615"/>
              <a:gd name="connsiteY59" fmla="*/ 1562342 h 1621094"/>
              <a:gd name="connsiteX60" fmla="*/ 4735334 w 9662615"/>
              <a:gd name="connsiteY60" fmla="*/ 1581778 h 1621094"/>
              <a:gd name="connsiteX61" fmla="*/ 4697562 w 9662615"/>
              <a:gd name="connsiteY61" fmla="*/ 1551206 h 1621094"/>
              <a:gd name="connsiteX62" fmla="*/ 4662664 w 9662615"/>
              <a:gd name="connsiteY62" fmla="*/ 1573162 h 1621094"/>
              <a:gd name="connsiteX63" fmla="*/ 4603028 w 9662615"/>
              <a:gd name="connsiteY63" fmla="*/ 1568821 h 1621094"/>
              <a:gd name="connsiteX64" fmla="*/ 4541612 w 9662615"/>
              <a:gd name="connsiteY64" fmla="*/ 1545262 h 1621094"/>
              <a:gd name="connsiteX65" fmla="*/ 4422155 w 9662615"/>
              <a:gd name="connsiteY65" fmla="*/ 1542059 h 1621094"/>
              <a:gd name="connsiteX66" fmla="*/ 4221826 w 9662615"/>
              <a:gd name="connsiteY66" fmla="*/ 1508923 h 1621094"/>
              <a:gd name="connsiteX67" fmla="*/ 4096601 w 9662615"/>
              <a:gd name="connsiteY67" fmla="*/ 1521563 h 1621094"/>
              <a:gd name="connsiteX68" fmla="*/ 3970635 w 9662615"/>
              <a:gd name="connsiteY68" fmla="*/ 1544815 h 1621094"/>
              <a:gd name="connsiteX69" fmla="*/ 3833906 w 9662615"/>
              <a:gd name="connsiteY69" fmla="*/ 1516637 h 1621094"/>
              <a:gd name="connsiteX70" fmla="*/ 3696258 w 9662615"/>
              <a:gd name="connsiteY70" fmla="*/ 1537563 h 1621094"/>
              <a:gd name="connsiteX71" fmla="*/ 3594070 w 9662615"/>
              <a:gd name="connsiteY71" fmla="*/ 1509422 h 1621094"/>
              <a:gd name="connsiteX72" fmla="*/ 3565233 w 9662615"/>
              <a:gd name="connsiteY72" fmla="*/ 1515122 h 1621094"/>
              <a:gd name="connsiteX73" fmla="*/ 3560267 w 9662615"/>
              <a:gd name="connsiteY73" fmla="*/ 1516288 h 1621094"/>
              <a:gd name="connsiteX74" fmla="*/ 3540258 w 9662615"/>
              <a:gd name="connsiteY74" fmla="*/ 1516976 h 1621094"/>
              <a:gd name="connsiteX75" fmla="*/ 3534780 w 9662615"/>
              <a:gd name="connsiteY75" fmla="*/ 1522141 h 1621094"/>
              <a:gd name="connsiteX76" fmla="*/ 3504783 w 9662615"/>
              <a:gd name="connsiteY76" fmla="*/ 1526739 h 1621094"/>
              <a:gd name="connsiteX77" fmla="*/ 3430805 w 9662615"/>
              <a:gd name="connsiteY77" fmla="*/ 1542521 h 1621094"/>
              <a:gd name="connsiteX78" fmla="*/ 3292707 w 9662615"/>
              <a:gd name="connsiteY78" fmla="*/ 1520490 h 1621094"/>
              <a:gd name="connsiteX79" fmla="*/ 3187872 w 9662615"/>
              <a:gd name="connsiteY79" fmla="*/ 1519991 h 1621094"/>
              <a:gd name="connsiteX80" fmla="*/ 3148026 w 9662615"/>
              <a:gd name="connsiteY80" fmla="*/ 1524777 h 1621094"/>
              <a:gd name="connsiteX81" fmla="*/ 3092394 w 9662615"/>
              <a:gd name="connsiteY81" fmla="*/ 1528115 h 1621094"/>
              <a:gd name="connsiteX82" fmla="*/ 2994200 w 9662615"/>
              <a:gd name="connsiteY82" fmla="*/ 1537857 h 1621094"/>
              <a:gd name="connsiteX83" fmla="*/ 2862301 w 9662615"/>
              <a:gd name="connsiteY83" fmla="*/ 1544250 h 1621094"/>
              <a:gd name="connsiteX84" fmla="*/ 2766335 w 9662615"/>
              <a:gd name="connsiteY84" fmla="*/ 1527662 h 1621094"/>
              <a:gd name="connsiteX85" fmla="*/ 2757836 w 9662615"/>
              <a:gd name="connsiteY85" fmla="*/ 1531371 h 1621094"/>
              <a:gd name="connsiteX86" fmla="*/ 2691555 w 9662615"/>
              <a:gd name="connsiteY86" fmla="*/ 1530283 h 1621094"/>
              <a:gd name="connsiteX87" fmla="*/ 2491676 w 9662615"/>
              <a:gd name="connsiteY87" fmla="*/ 1500859 h 1621094"/>
              <a:gd name="connsiteX88" fmla="*/ 2378036 w 9662615"/>
              <a:gd name="connsiteY88" fmla="*/ 1520645 h 1621094"/>
              <a:gd name="connsiteX89" fmla="*/ 2284269 w 9662615"/>
              <a:gd name="connsiteY89" fmla="*/ 1503068 h 1621094"/>
              <a:gd name="connsiteX90" fmla="*/ 2207104 w 9662615"/>
              <a:gd name="connsiteY90" fmla="*/ 1508888 h 1621094"/>
              <a:gd name="connsiteX91" fmla="*/ 2149226 w 9662615"/>
              <a:gd name="connsiteY91" fmla="*/ 1523409 h 1621094"/>
              <a:gd name="connsiteX92" fmla="*/ 2084783 w 9662615"/>
              <a:gd name="connsiteY92" fmla="*/ 1524245 h 1621094"/>
              <a:gd name="connsiteX93" fmla="*/ 2070075 w 9662615"/>
              <a:gd name="connsiteY93" fmla="*/ 1511285 h 1621094"/>
              <a:gd name="connsiteX94" fmla="*/ 2001057 w 9662615"/>
              <a:gd name="connsiteY94" fmla="*/ 1516449 h 1621094"/>
              <a:gd name="connsiteX95" fmla="*/ 1896330 w 9662615"/>
              <a:gd name="connsiteY95" fmla="*/ 1525725 h 1621094"/>
              <a:gd name="connsiteX96" fmla="*/ 1835994 w 9662615"/>
              <a:gd name="connsiteY96" fmla="*/ 1527678 h 1621094"/>
              <a:gd name="connsiteX97" fmla="*/ 1671119 w 9662615"/>
              <a:gd name="connsiteY97" fmla="*/ 1536701 h 1621094"/>
              <a:gd name="connsiteX98" fmla="*/ 1601337 w 9662615"/>
              <a:gd name="connsiteY98" fmla="*/ 1548552 h 1621094"/>
              <a:gd name="connsiteX99" fmla="*/ 1407755 w 9662615"/>
              <a:gd name="connsiteY99" fmla="*/ 1571444 h 1621094"/>
              <a:gd name="connsiteX100" fmla="*/ 1271994 w 9662615"/>
              <a:gd name="connsiteY100" fmla="*/ 1579471 h 1621094"/>
              <a:gd name="connsiteX101" fmla="*/ 1249226 w 9662615"/>
              <a:gd name="connsiteY101" fmla="*/ 1583140 h 1621094"/>
              <a:gd name="connsiteX102" fmla="*/ 1217719 w 9662615"/>
              <a:gd name="connsiteY102" fmla="*/ 1580863 h 1621094"/>
              <a:gd name="connsiteX103" fmla="*/ 1091432 w 9662615"/>
              <a:gd name="connsiteY103" fmla="*/ 1571003 h 1621094"/>
              <a:gd name="connsiteX104" fmla="*/ 992039 w 9662615"/>
              <a:gd name="connsiteY104" fmla="*/ 1556662 h 1621094"/>
              <a:gd name="connsiteX105" fmla="*/ 868264 w 9662615"/>
              <a:gd name="connsiteY105" fmla="*/ 1566392 h 1621094"/>
              <a:gd name="connsiteX106" fmla="*/ 792765 w 9662615"/>
              <a:gd name="connsiteY106" fmla="*/ 1563102 h 1621094"/>
              <a:gd name="connsiteX107" fmla="*/ 669055 w 9662615"/>
              <a:gd name="connsiteY107" fmla="*/ 1543638 h 1621094"/>
              <a:gd name="connsiteX108" fmla="*/ 506152 w 9662615"/>
              <a:gd name="connsiteY108" fmla="*/ 1549124 h 1621094"/>
              <a:gd name="connsiteX109" fmla="*/ 472797 w 9662615"/>
              <a:gd name="connsiteY109" fmla="*/ 1568904 h 1621094"/>
              <a:gd name="connsiteX110" fmla="*/ 427864 w 9662615"/>
              <a:gd name="connsiteY110" fmla="*/ 1580848 h 1621094"/>
              <a:gd name="connsiteX111" fmla="*/ 408381 w 9662615"/>
              <a:gd name="connsiteY111" fmla="*/ 1552940 h 1621094"/>
              <a:gd name="connsiteX112" fmla="*/ 267163 w 9662615"/>
              <a:gd name="connsiteY112" fmla="*/ 1531913 h 1621094"/>
              <a:gd name="connsiteX113" fmla="*/ 196644 w 9662615"/>
              <a:gd name="connsiteY113" fmla="*/ 1524565 h 1621094"/>
              <a:gd name="connsiteX114" fmla="*/ 86819 w 9662615"/>
              <a:gd name="connsiteY114" fmla="*/ 1519517 h 1621094"/>
              <a:gd name="connsiteX115" fmla="*/ 53369 w 9662615"/>
              <a:gd name="connsiteY115" fmla="*/ 1516853 h 1621094"/>
              <a:gd name="connsiteX116" fmla="*/ 2359 w 9662615"/>
              <a:gd name="connsiteY116" fmla="*/ 1515247 h 1621094"/>
              <a:gd name="connsiteX117" fmla="*/ 0 w 9662615"/>
              <a:gd name="connsiteY117" fmla="*/ 1514932 h 1621094"/>
              <a:gd name="connsiteX118" fmla="*/ 0 w 9662615"/>
              <a:gd name="connsiteY118" fmla="*/ 0 h 1621094"/>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1303 w 9662615"/>
              <a:gd name="connsiteY54" fmla="*/ 1575379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5334 w 9662615"/>
              <a:gd name="connsiteY60" fmla="*/ 158177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41612 w 9662615"/>
              <a:gd name="connsiteY64" fmla="*/ 1545262 h 1583140"/>
              <a:gd name="connsiteX65" fmla="*/ 4422155 w 9662615"/>
              <a:gd name="connsiteY65" fmla="*/ 1542059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5334 w 9662615"/>
              <a:gd name="connsiteY60" fmla="*/ 158177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41612 w 9662615"/>
              <a:gd name="connsiteY64" fmla="*/ 1545262 h 1583140"/>
              <a:gd name="connsiteX65" fmla="*/ 4422155 w 9662615"/>
              <a:gd name="connsiteY65" fmla="*/ 1542059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97680"/>
              <a:gd name="connsiteX1" fmla="*/ 9662615 w 9662615"/>
              <a:gd name="connsiteY1" fmla="*/ 0 h 1597680"/>
              <a:gd name="connsiteX2" fmla="*/ 9662615 w 9662615"/>
              <a:gd name="connsiteY2" fmla="*/ 1280346 h 1597680"/>
              <a:gd name="connsiteX3" fmla="*/ 9658420 w 9662615"/>
              <a:gd name="connsiteY3" fmla="*/ 1280106 h 1597680"/>
              <a:gd name="connsiteX4" fmla="*/ 9469546 w 9662615"/>
              <a:gd name="connsiteY4" fmla="*/ 1289837 h 1597680"/>
              <a:gd name="connsiteX5" fmla="*/ 9385895 w 9662615"/>
              <a:gd name="connsiteY5" fmla="*/ 1269203 h 1597680"/>
              <a:gd name="connsiteX6" fmla="*/ 9144767 w 9662615"/>
              <a:gd name="connsiteY6" fmla="*/ 1264120 h 1597680"/>
              <a:gd name="connsiteX7" fmla="*/ 8837252 w 9662615"/>
              <a:gd name="connsiteY7" fmla="*/ 1350515 h 1597680"/>
              <a:gd name="connsiteX8" fmla="*/ 8705466 w 9662615"/>
              <a:gd name="connsiteY8" fmla="*/ 1342419 h 1597680"/>
              <a:gd name="connsiteX9" fmla="*/ 8652221 w 9662615"/>
              <a:gd name="connsiteY9" fmla="*/ 1326906 h 1597680"/>
              <a:gd name="connsiteX10" fmla="*/ 8632312 w 9662615"/>
              <a:gd name="connsiteY10" fmla="*/ 1326025 h 1597680"/>
              <a:gd name="connsiteX11" fmla="*/ 8591582 w 9662615"/>
              <a:gd name="connsiteY11" fmla="*/ 1341666 h 1597680"/>
              <a:gd name="connsiteX12" fmla="*/ 8537336 w 9662615"/>
              <a:gd name="connsiteY12" fmla="*/ 1341684 h 1597680"/>
              <a:gd name="connsiteX13" fmla="*/ 8472508 w 9662615"/>
              <a:gd name="connsiteY13" fmla="*/ 1363109 h 1597680"/>
              <a:gd name="connsiteX14" fmla="*/ 8258477 w 9662615"/>
              <a:gd name="connsiteY14" fmla="*/ 1370666 h 1597680"/>
              <a:gd name="connsiteX15" fmla="*/ 8197961 w 9662615"/>
              <a:gd name="connsiteY15" fmla="*/ 1392804 h 1597680"/>
              <a:gd name="connsiteX16" fmla="*/ 8171196 w 9662615"/>
              <a:gd name="connsiteY16" fmla="*/ 1397216 h 1597680"/>
              <a:gd name="connsiteX17" fmla="*/ 8127667 w 9662615"/>
              <a:gd name="connsiteY17" fmla="*/ 1418254 h 1597680"/>
              <a:gd name="connsiteX18" fmla="*/ 7974579 w 9662615"/>
              <a:gd name="connsiteY18" fmla="*/ 1383439 h 1597680"/>
              <a:gd name="connsiteX19" fmla="*/ 7768351 w 9662615"/>
              <a:gd name="connsiteY19" fmla="*/ 1395051 h 1597680"/>
              <a:gd name="connsiteX20" fmla="*/ 7635985 w 9662615"/>
              <a:gd name="connsiteY20" fmla="*/ 1386363 h 1597680"/>
              <a:gd name="connsiteX21" fmla="*/ 7466069 w 9662615"/>
              <a:gd name="connsiteY21" fmla="*/ 1377654 h 1597680"/>
              <a:gd name="connsiteX22" fmla="*/ 7355642 w 9662615"/>
              <a:gd name="connsiteY22" fmla="*/ 1407761 h 1597680"/>
              <a:gd name="connsiteX23" fmla="*/ 7151610 w 9662615"/>
              <a:gd name="connsiteY23" fmla="*/ 1397856 h 1597680"/>
              <a:gd name="connsiteX24" fmla="*/ 7082147 w 9662615"/>
              <a:gd name="connsiteY24" fmla="*/ 1406113 h 1597680"/>
              <a:gd name="connsiteX25" fmla="*/ 7014958 w 9662615"/>
              <a:gd name="connsiteY25" fmla="*/ 1396883 h 1597680"/>
              <a:gd name="connsiteX26" fmla="*/ 6907567 w 9662615"/>
              <a:gd name="connsiteY26" fmla="*/ 1419149 h 1597680"/>
              <a:gd name="connsiteX27" fmla="*/ 6748428 w 9662615"/>
              <a:gd name="connsiteY27" fmla="*/ 1420308 h 1597680"/>
              <a:gd name="connsiteX28" fmla="*/ 6654257 w 9662615"/>
              <a:gd name="connsiteY28" fmla="*/ 1424143 h 1597680"/>
              <a:gd name="connsiteX29" fmla="*/ 6620123 w 9662615"/>
              <a:gd name="connsiteY29" fmla="*/ 1430535 h 1597680"/>
              <a:gd name="connsiteX30" fmla="*/ 6571355 w 9662615"/>
              <a:gd name="connsiteY30" fmla="*/ 1436144 h 1597680"/>
              <a:gd name="connsiteX31" fmla="*/ 6486557 w 9662615"/>
              <a:gd name="connsiteY31" fmla="*/ 1449861 h 1597680"/>
              <a:gd name="connsiteX32" fmla="*/ 6370419 w 9662615"/>
              <a:gd name="connsiteY32" fmla="*/ 1461649 h 1597680"/>
              <a:gd name="connsiteX33" fmla="*/ 6278839 w 9662615"/>
              <a:gd name="connsiteY33" fmla="*/ 1449160 h 1597680"/>
              <a:gd name="connsiteX34" fmla="*/ 6272455 w 9662615"/>
              <a:gd name="connsiteY34" fmla="*/ 1453191 h 1597680"/>
              <a:gd name="connsiteX35" fmla="*/ 6212659 w 9662615"/>
              <a:gd name="connsiteY35" fmla="*/ 1454850 h 1597680"/>
              <a:gd name="connsiteX36" fmla="*/ 6069317 w 9662615"/>
              <a:gd name="connsiteY36" fmla="*/ 1445838 h 1597680"/>
              <a:gd name="connsiteX37" fmla="*/ 5878477 w 9662615"/>
              <a:gd name="connsiteY37" fmla="*/ 1439180 h 1597680"/>
              <a:gd name="connsiteX38" fmla="*/ 5838387 w 9662615"/>
              <a:gd name="connsiteY38" fmla="*/ 1444679 h 1597680"/>
              <a:gd name="connsiteX39" fmla="*/ 5771136 w 9662615"/>
              <a:gd name="connsiteY39" fmla="*/ 1453639 h 1597680"/>
              <a:gd name="connsiteX40" fmla="*/ 5724081 w 9662615"/>
              <a:gd name="connsiteY40" fmla="*/ 1470431 h 1597680"/>
              <a:gd name="connsiteX41" fmla="*/ 5666577 w 9662615"/>
              <a:gd name="connsiteY41" fmla="*/ 1473921 h 1597680"/>
              <a:gd name="connsiteX42" fmla="*/ 5649068 w 9662615"/>
              <a:gd name="connsiteY42" fmla="*/ 1461676 h 1597680"/>
              <a:gd name="connsiteX43" fmla="*/ 5588902 w 9662615"/>
              <a:gd name="connsiteY43" fmla="*/ 1469647 h 1597680"/>
              <a:gd name="connsiteX44" fmla="*/ 5498090 w 9662615"/>
              <a:gd name="connsiteY44" fmla="*/ 1483173 h 1597680"/>
              <a:gd name="connsiteX45" fmla="*/ 5444641 w 9662615"/>
              <a:gd name="connsiteY45" fmla="*/ 1487602 h 1597680"/>
              <a:gd name="connsiteX46" fmla="*/ 5299812 w 9662615"/>
              <a:gd name="connsiteY46" fmla="*/ 1503362 h 1597680"/>
              <a:gd name="connsiteX47" fmla="*/ 5213947 w 9662615"/>
              <a:gd name="connsiteY47" fmla="*/ 1516637 h 1597680"/>
              <a:gd name="connsiteX48" fmla="*/ 5090342 w 9662615"/>
              <a:gd name="connsiteY48" fmla="*/ 1546680 h 1597680"/>
              <a:gd name="connsiteX49" fmla="*/ 5129812 w 9662615"/>
              <a:gd name="connsiteY49" fmla="*/ 1521277 h 1597680"/>
              <a:gd name="connsiteX50" fmla="*/ 5059484 w 9662615"/>
              <a:gd name="connsiteY50" fmla="*/ 1546802 h 1597680"/>
              <a:gd name="connsiteX51" fmla="*/ 5038524 w 9662615"/>
              <a:gd name="connsiteY51" fmla="*/ 1545675 h 1597680"/>
              <a:gd name="connsiteX52" fmla="*/ 5026564 w 9662615"/>
              <a:gd name="connsiteY52" fmla="*/ 1545376 h 1597680"/>
              <a:gd name="connsiteX53" fmla="*/ 4969433 w 9662615"/>
              <a:gd name="connsiteY53" fmla="*/ 1550865 h 1597680"/>
              <a:gd name="connsiteX54" fmla="*/ 4929254 w 9662615"/>
              <a:gd name="connsiteY54" fmla="*/ 1563452 h 1597680"/>
              <a:gd name="connsiteX55" fmla="*/ 4871726 w 9662615"/>
              <a:gd name="connsiteY55" fmla="*/ 1570584 h 1597680"/>
              <a:gd name="connsiteX56" fmla="*/ 4843267 w 9662615"/>
              <a:gd name="connsiteY56" fmla="*/ 1561459 h 1597680"/>
              <a:gd name="connsiteX57" fmla="*/ 4821058 w 9662615"/>
              <a:gd name="connsiteY57" fmla="*/ 1553078 h 1597680"/>
              <a:gd name="connsiteX58" fmla="*/ 4791466 w 9662615"/>
              <a:gd name="connsiteY58" fmla="*/ 1561324 h 1597680"/>
              <a:gd name="connsiteX59" fmla="*/ 4784247 w 9662615"/>
              <a:gd name="connsiteY59" fmla="*/ 1562342 h 1597680"/>
              <a:gd name="connsiteX60" fmla="*/ 4743285 w 9662615"/>
              <a:gd name="connsiteY60" fmla="*/ 1597680 h 1597680"/>
              <a:gd name="connsiteX61" fmla="*/ 4697562 w 9662615"/>
              <a:gd name="connsiteY61" fmla="*/ 1551206 h 1597680"/>
              <a:gd name="connsiteX62" fmla="*/ 4662664 w 9662615"/>
              <a:gd name="connsiteY62" fmla="*/ 1573162 h 1597680"/>
              <a:gd name="connsiteX63" fmla="*/ 4603028 w 9662615"/>
              <a:gd name="connsiteY63" fmla="*/ 1568821 h 1597680"/>
              <a:gd name="connsiteX64" fmla="*/ 4541612 w 9662615"/>
              <a:gd name="connsiteY64" fmla="*/ 1545262 h 1597680"/>
              <a:gd name="connsiteX65" fmla="*/ 4422155 w 9662615"/>
              <a:gd name="connsiteY65" fmla="*/ 1542059 h 1597680"/>
              <a:gd name="connsiteX66" fmla="*/ 4221826 w 9662615"/>
              <a:gd name="connsiteY66" fmla="*/ 1508923 h 1597680"/>
              <a:gd name="connsiteX67" fmla="*/ 4096601 w 9662615"/>
              <a:gd name="connsiteY67" fmla="*/ 1521563 h 1597680"/>
              <a:gd name="connsiteX68" fmla="*/ 3970635 w 9662615"/>
              <a:gd name="connsiteY68" fmla="*/ 1544815 h 1597680"/>
              <a:gd name="connsiteX69" fmla="*/ 3833906 w 9662615"/>
              <a:gd name="connsiteY69" fmla="*/ 1516637 h 1597680"/>
              <a:gd name="connsiteX70" fmla="*/ 3696258 w 9662615"/>
              <a:gd name="connsiteY70" fmla="*/ 1537563 h 1597680"/>
              <a:gd name="connsiteX71" fmla="*/ 3594070 w 9662615"/>
              <a:gd name="connsiteY71" fmla="*/ 1509422 h 1597680"/>
              <a:gd name="connsiteX72" fmla="*/ 3565233 w 9662615"/>
              <a:gd name="connsiteY72" fmla="*/ 1515122 h 1597680"/>
              <a:gd name="connsiteX73" fmla="*/ 3560267 w 9662615"/>
              <a:gd name="connsiteY73" fmla="*/ 1516288 h 1597680"/>
              <a:gd name="connsiteX74" fmla="*/ 3540258 w 9662615"/>
              <a:gd name="connsiteY74" fmla="*/ 1516976 h 1597680"/>
              <a:gd name="connsiteX75" fmla="*/ 3534780 w 9662615"/>
              <a:gd name="connsiteY75" fmla="*/ 1522141 h 1597680"/>
              <a:gd name="connsiteX76" fmla="*/ 3504783 w 9662615"/>
              <a:gd name="connsiteY76" fmla="*/ 1526739 h 1597680"/>
              <a:gd name="connsiteX77" fmla="*/ 3430805 w 9662615"/>
              <a:gd name="connsiteY77" fmla="*/ 1542521 h 1597680"/>
              <a:gd name="connsiteX78" fmla="*/ 3292707 w 9662615"/>
              <a:gd name="connsiteY78" fmla="*/ 1520490 h 1597680"/>
              <a:gd name="connsiteX79" fmla="*/ 3187872 w 9662615"/>
              <a:gd name="connsiteY79" fmla="*/ 1519991 h 1597680"/>
              <a:gd name="connsiteX80" fmla="*/ 3148026 w 9662615"/>
              <a:gd name="connsiteY80" fmla="*/ 1524777 h 1597680"/>
              <a:gd name="connsiteX81" fmla="*/ 3092394 w 9662615"/>
              <a:gd name="connsiteY81" fmla="*/ 1528115 h 1597680"/>
              <a:gd name="connsiteX82" fmla="*/ 2994200 w 9662615"/>
              <a:gd name="connsiteY82" fmla="*/ 1537857 h 1597680"/>
              <a:gd name="connsiteX83" fmla="*/ 2862301 w 9662615"/>
              <a:gd name="connsiteY83" fmla="*/ 1544250 h 1597680"/>
              <a:gd name="connsiteX84" fmla="*/ 2766335 w 9662615"/>
              <a:gd name="connsiteY84" fmla="*/ 1527662 h 1597680"/>
              <a:gd name="connsiteX85" fmla="*/ 2757836 w 9662615"/>
              <a:gd name="connsiteY85" fmla="*/ 1531371 h 1597680"/>
              <a:gd name="connsiteX86" fmla="*/ 2691555 w 9662615"/>
              <a:gd name="connsiteY86" fmla="*/ 1530283 h 1597680"/>
              <a:gd name="connsiteX87" fmla="*/ 2491676 w 9662615"/>
              <a:gd name="connsiteY87" fmla="*/ 1500859 h 1597680"/>
              <a:gd name="connsiteX88" fmla="*/ 2378036 w 9662615"/>
              <a:gd name="connsiteY88" fmla="*/ 1520645 h 1597680"/>
              <a:gd name="connsiteX89" fmla="*/ 2284269 w 9662615"/>
              <a:gd name="connsiteY89" fmla="*/ 1503068 h 1597680"/>
              <a:gd name="connsiteX90" fmla="*/ 2207104 w 9662615"/>
              <a:gd name="connsiteY90" fmla="*/ 1508888 h 1597680"/>
              <a:gd name="connsiteX91" fmla="*/ 2149226 w 9662615"/>
              <a:gd name="connsiteY91" fmla="*/ 1523409 h 1597680"/>
              <a:gd name="connsiteX92" fmla="*/ 2084783 w 9662615"/>
              <a:gd name="connsiteY92" fmla="*/ 1524245 h 1597680"/>
              <a:gd name="connsiteX93" fmla="*/ 2070075 w 9662615"/>
              <a:gd name="connsiteY93" fmla="*/ 1511285 h 1597680"/>
              <a:gd name="connsiteX94" fmla="*/ 2001057 w 9662615"/>
              <a:gd name="connsiteY94" fmla="*/ 1516449 h 1597680"/>
              <a:gd name="connsiteX95" fmla="*/ 1896330 w 9662615"/>
              <a:gd name="connsiteY95" fmla="*/ 1525725 h 1597680"/>
              <a:gd name="connsiteX96" fmla="*/ 1835994 w 9662615"/>
              <a:gd name="connsiteY96" fmla="*/ 1527678 h 1597680"/>
              <a:gd name="connsiteX97" fmla="*/ 1671119 w 9662615"/>
              <a:gd name="connsiteY97" fmla="*/ 1536701 h 1597680"/>
              <a:gd name="connsiteX98" fmla="*/ 1601337 w 9662615"/>
              <a:gd name="connsiteY98" fmla="*/ 1548552 h 1597680"/>
              <a:gd name="connsiteX99" fmla="*/ 1407755 w 9662615"/>
              <a:gd name="connsiteY99" fmla="*/ 1571444 h 1597680"/>
              <a:gd name="connsiteX100" fmla="*/ 1271994 w 9662615"/>
              <a:gd name="connsiteY100" fmla="*/ 1579471 h 1597680"/>
              <a:gd name="connsiteX101" fmla="*/ 1249226 w 9662615"/>
              <a:gd name="connsiteY101" fmla="*/ 1583140 h 1597680"/>
              <a:gd name="connsiteX102" fmla="*/ 1217719 w 9662615"/>
              <a:gd name="connsiteY102" fmla="*/ 1580863 h 1597680"/>
              <a:gd name="connsiteX103" fmla="*/ 1091432 w 9662615"/>
              <a:gd name="connsiteY103" fmla="*/ 1571003 h 1597680"/>
              <a:gd name="connsiteX104" fmla="*/ 992039 w 9662615"/>
              <a:gd name="connsiteY104" fmla="*/ 1556662 h 1597680"/>
              <a:gd name="connsiteX105" fmla="*/ 868264 w 9662615"/>
              <a:gd name="connsiteY105" fmla="*/ 1566392 h 1597680"/>
              <a:gd name="connsiteX106" fmla="*/ 792765 w 9662615"/>
              <a:gd name="connsiteY106" fmla="*/ 1563102 h 1597680"/>
              <a:gd name="connsiteX107" fmla="*/ 669055 w 9662615"/>
              <a:gd name="connsiteY107" fmla="*/ 1543638 h 1597680"/>
              <a:gd name="connsiteX108" fmla="*/ 506152 w 9662615"/>
              <a:gd name="connsiteY108" fmla="*/ 1549124 h 1597680"/>
              <a:gd name="connsiteX109" fmla="*/ 472797 w 9662615"/>
              <a:gd name="connsiteY109" fmla="*/ 1568904 h 1597680"/>
              <a:gd name="connsiteX110" fmla="*/ 427864 w 9662615"/>
              <a:gd name="connsiteY110" fmla="*/ 1580848 h 1597680"/>
              <a:gd name="connsiteX111" fmla="*/ 408381 w 9662615"/>
              <a:gd name="connsiteY111" fmla="*/ 1552940 h 1597680"/>
              <a:gd name="connsiteX112" fmla="*/ 267163 w 9662615"/>
              <a:gd name="connsiteY112" fmla="*/ 1531913 h 1597680"/>
              <a:gd name="connsiteX113" fmla="*/ 196644 w 9662615"/>
              <a:gd name="connsiteY113" fmla="*/ 1524565 h 1597680"/>
              <a:gd name="connsiteX114" fmla="*/ 86819 w 9662615"/>
              <a:gd name="connsiteY114" fmla="*/ 1519517 h 1597680"/>
              <a:gd name="connsiteX115" fmla="*/ 53369 w 9662615"/>
              <a:gd name="connsiteY115" fmla="*/ 1516853 h 1597680"/>
              <a:gd name="connsiteX116" fmla="*/ 2359 w 9662615"/>
              <a:gd name="connsiteY116" fmla="*/ 1515247 h 1597680"/>
              <a:gd name="connsiteX117" fmla="*/ 0 w 9662615"/>
              <a:gd name="connsiteY117" fmla="*/ 1514932 h 1597680"/>
              <a:gd name="connsiteX118" fmla="*/ 0 w 9662615"/>
              <a:gd name="connsiteY118" fmla="*/ 0 h 1597680"/>
              <a:gd name="connsiteX0" fmla="*/ 0 w 9662615"/>
              <a:gd name="connsiteY0" fmla="*/ 0 h 1603753"/>
              <a:gd name="connsiteX1" fmla="*/ 9662615 w 9662615"/>
              <a:gd name="connsiteY1" fmla="*/ 0 h 1603753"/>
              <a:gd name="connsiteX2" fmla="*/ 9662615 w 9662615"/>
              <a:gd name="connsiteY2" fmla="*/ 1280346 h 1603753"/>
              <a:gd name="connsiteX3" fmla="*/ 9658420 w 9662615"/>
              <a:gd name="connsiteY3" fmla="*/ 1280106 h 1603753"/>
              <a:gd name="connsiteX4" fmla="*/ 9469546 w 9662615"/>
              <a:gd name="connsiteY4" fmla="*/ 1289837 h 1603753"/>
              <a:gd name="connsiteX5" fmla="*/ 9385895 w 9662615"/>
              <a:gd name="connsiteY5" fmla="*/ 1269203 h 1603753"/>
              <a:gd name="connsiteX6" fmla="*/ 9144767 w 9662615"/>
              <a:gd name="connsiteY6" fmla="*/ 1264120 h 1603753"/>
              <a:gd name="connsiteX7" fmla="*/ 8837252 w 9662615"/>
              <a:gd name="connsiteY7" fmla="*/ 1350515 h 1603753"/>
              <a:gd name="connsiteX8" fmla="*/ 8705466 w 9662615"/>
              <a:gd name="connsiteY8" fmla="*/ 1342419 h 1603753"/>
              <a:gd name="connsiteX9" fmla="*/ 8652221 w 9662615"/>
              <a:gd name="connsiteY9" fmla="*/ 1326906 h 1603753"/>
              <a:gd name="connsiteX10" fmla="*/ 8632312 w 9662615"/>
              <a:gd name="connsiteY10" fmla="*/ 1326025 h 1603753"/>
              <a:gd name="connsiteX11" fmla="*/ 8591582 w 9662615"/>
              <a:gd name="connsiteY11" fmla="*/ 1341666 h 1603753"/>
              <a:gd name="connsiteX12" fmla="*/ 8537336 w 9662615"/>
              <a:gd name="connsiteY12" fmla="*/ 1341684 h 1603753"/>
              <a:gd name="connsiteX13" fmla="*/ 8472508 w 9662615"/>
              <a:gd name="connsiteY13" fmla="*/ 1363109 h 1603753"/>
              <a:gd name="connsiteX14" fmla="*/ 8258477 w 9662615"/>
              <a:gd name="connsiteY14" fmla="*/ 1370666 h 1603753"/>
              <a:gd name="connsiteX15" fmla="*/ 8197961 w 9662615"/>
              <a:gd name="connsiteY15" fmla="*/ 1392804 h 1603753"/>
              <a:gd name="connsiteX16" fmla="*/ 8171196 w 9662615"/>
              <a:gd name="connsiteY16" fmla="*/ 1397216 h 1603753"/>
              <a:gd name="connsiteX17" fmla="*/ 8127667 w 9662615"/>
              <a:gd name="connsiteY17" fmla="*/ 1418254 h 1603753"/>
              <a:gd name="connsiteX18" fmla="*/ 7974579 w 9662615"/>
              <a:gd name="connsiteY18" fmla="*/ 1383439 h 1603753"/>
              <a:gd name="connsiteX19" fmla="*/ 7768351 w 9662615"/>
              <a:gd name="connsiteY19" fmla="*/ 1395051 h 1603753"/>
              <a:gd name="connsiteX20" fmla="*/ 7635985 w 9662615"/>
              <a:gd name="connsiteY20" fmla="*/ 1386363 h 1603753"/>
              <a:gd name="connsiteX21" fmla="*/ 7466069 w 9662615"/>
              <a:gd name="connsiteY21" fmla="*/ 1377654 h 1603753"/>
              <a:gd name="connsiteX22" fmla="*/ 7355642 w 9662615"/>
              <a:gd name="connsiteY22" fmla="*/ 1407761 h 1603753"/>
              <a:gd name="connsiteX23" fmla="*/ 7151610 w 9662615"/>
              <a:gd name="connsiteY23" fmla="*/ 1397856 h 1603753"/>
              <a:gd name="connsiteX24" fmla="*/ 7082147 w 9662615"/>
              <a:gd name="connsiteY24" fmla="*/ 1406113 h 1603753"/>
              <a:gd name="connsiteX25" fmla="*/ 7014958 w 9662615"/>
              <a:gd name="connsiteY25" fmla="*/ 1396883 h 1603753"/>
              <a:gd name="connsiteX26" fmla="*/ 6907567 w 9662615"/>
              <a:gd name="connsiteY26" fmla="*/ 1419149 h 1603753"/>
              <a:gd name="connsiteX27" fmla="*/ 6748428 w 9662615"/>
              <a:gd name="connsiteY27" fmla="*/ 1420308 h 1603753"/>
              <a:gd name="connsiteX28" fmla="*/ 6654257 w 9662615"/>
              <a:gd name="connsiteY28" fmla="*/ 1424143 h 1603753"/>
              <a:gd name="connsiteX29" fmla="*/ 6620123 w 9662615"/>
              <a:gd name="connsiteY29" fmla="*/ 1430535 h 1603753"/>
              <a:gd name="connsiteX30" fmla="*/ 6571355 w 9662615"/>
              <a:gd name="connsiteY30" fmla="*/ 1436144 h 1603753"/>
              <a:gd name="connsiteX31" fmla="*/ 6486557 w 9662615"/>
              <a:gd name="connsiteY31" fmla="*/ 1449861 h 1603753"/>
              <a:gd name="connsiteX32" fmla="*/ 6370419 w 9662615"/>
              <a:gd name="connsiteY32" fmla="*/ 1461649 h 1603753"/>
              <a:gd name="connsiteX33" fmla="*/ 6278839 w 9662615"/>
              <a:gd name="connsiteY33" fmla="*/ 1449160 h 1603753"/>
              <a:gd name="connsiteX34" fmla="*/ 6272455 w 9662615"/>
              <a:gd name="connsiteY34" fmla="*/ 1453191 h 1603753"/>
              <a:gd name="connsiteX35" fmla="*/ 6212659 w 9662615"/>
              <a:gd name="connsiteY35" fmla="*/ 1454850 h 1603753"/>
              <a:gd name="connsiteX36" fmla="*/ 6069317 w 9662615"/>
              <a:gd name="connsiteY36" fmla="*/ 1445838 h 1603753"/>
              <a:gd name="connsiteX37" fmla="*/ 5878477 w 9662615"/>
              <a:gd name="connsiteY37" fmla="*/ 1439180 h 1603753"/>
              <a:gd name="connsiteX38" fmla="*/ 5838387 w 9662615"/>
              <a:gd name="connsiteY38" fmla="*/ 1444679 h 1603753"/>
              <a:gd name="connsiteX39" fmla="*/ 5771136 w 9662615"/>
              <a:gd name="connsiteY39" fmla="*/ 1453639 h 1603753"/>
              <a:gd name="connsiteX40" fmla="*/ 5724081 w 9662615"/>
              <a:gd name="connsiteY40" fmla="*/ 1470431 h 1603753"/>
              <a:gd name="connsiteX41" fmla="*/ 5666577 w 9662615"/>
              <a:gd name="connsiteY41" fmla="*/ 1473921 h 1603753"/>
              <a:gd name="connsiteX42" fmla="*/ 5649068 w 9662615"/>
              <a:gd name="connsiteY42" fmla="*/ 1461676 h 1603753"/>
              <a:gd name="connsiteX43" fmla="*/ 5588902 w 9662615"/>
              <a:gd name="connsiteY43" fmla="*/ 1469647 h 1603753"/>
              <a:gd name="connsiteX44" fmla="*/ 5498090 w 9662615"/>
              <a:gd name="connsiteY44" fmla="*/ 1483173 h 1603753"/>
              <a:gd name="connsiteX45" fmla="*/ 5444641 w 9662615"/>
              <a:gd name="connsiteY45" fmla="*/ 1487602 h 1603753"/>
              <a:gd name="connsiteX46" fmla="*/ 5299812 w 9662615"/>
              <a:gd name="connsiteY46" fmla="*/ 1503362 h 1603753"/>
              <a:gd name="connsiteX47" fmla="*/ 5213947 w 9662615"/>
              <a:gd name="connsiteY47" fmla="*/ 1516637 h 1603753"/>
              <a:gd name="connsiteX48" fmla="*/ 5090342 w 9662615"/>
              <a:gd name="connsiteY48" fmla="*/ 1546680 h 1603753"/>
              <a:gd name="connsiteX49" fmla="*/ 5129812 w 9662615"/>
              <a:gd name="connsiteY49" fmla="*/ 1521277 h 1603753"/>
              <a:gd name="connsiteX50" fmla="*/ 5059484 w 9662615"/>
              <a:gd name="connsiteY50" fmla="*/ 1546802 h 1603753"/>
              <a:gd name="connsiteX51" fmla="*/ 5038524 w 9662615"/>
              <a:gd name="connsiteY51" fmla="*/ 1545675 h 1603753"/>
              <a:gd name="connsiteX52" fmla="*/ 5026564 w 9662615"/>
              <a:gd name="connsiteY52" fmla="*/ 1545376 h 1603753"/>
              <a:gd name="connsiteX53" fmla="*/ 4969433 w 9662615"/>
              <a:gd name="connsiteY53" fmla="*/ 1550865 h 1603753"/>
              <a:gd name="connsiteX54" fmla="*/ 4929254 w 9662615"/>
              <a:gd name="connsiteY54" fmla="*/ 1563452 h 1603753"/>
              <a:gd name="connsiteX55" fmla="*/ 4871726 w 9662615"/>
              <a:gd name="connsiteY55" fmla="*/ 1570584 h 1603753"/>
              <a:gd name="connsiteX56" fmla="*/ 4843267 w 9662615"/>
              <a:gd name="connsiteY56" fmla="*/ 1561459 h 1603753"/>
              <a:gd name="connsiteX57" fmla="*/ 4821058 w 9662615"/>
              <a:gd name="connsiteY57" fmla="*/ 1553078 h 1603753"/>
              <a:gd name="connsiteX58" fmla="*/ 4791466 w 9662615"/>
              <a:gd name="connsiteY58" fmla="*/ 1561324 h 1603753"/>
              <a:gd name="connsiteX59" fmla="*/ 4784247 w 9662615"/>
              <a:gd name="connsiteY59" fmla="*/ 1562342 h 1603753"/>
              <a:gd name="connsiteX60" fmla="*/ 4743285 w 9662615"/>
              <a:gd name="connsiteY60" fmla="*/ 1597680 h 1603753"/>
              <a:gd name="connsiteX61" fmla="*/ 4697562 w 9662615"/>
              <a:gd name="connsiteY61" fmla="*/ 1551206 h 1603753"/>
              <a:gd name="connsiteX62" fmla="*/ 4662664 w 9662615"/>
              <a:gd name="connsiteY62" fmla="*/ 1573162 h 1603753"/>
              <a:gd name="connsiteX63" fmla="*/ 4603028 w 9662615"/>
              <a:gd name="connsiteY63" fmla="*/ 1568821 h 1603753"/>
              <a:gd name="connsiteX64" fmla="*/ 4541612 w 9662615"/>
              <a:gd name="connsiteY64" fmla="*/ 1545262 h 1603753"/>
              <a:gd name="connsiteX65" fmla="*/ 4422155 w 9662615"/>
              <a:gd name="connsiteY65" fmla="*/ 1542059 h 1603753"/>
              <a:gd name="connsiteX66" fmla="*/ 4221826 w 9662615"/>
              <a:gd name="connsiteY66" fmla="*/ 1508923 h 1603753"/>
              <a:gd name="connsiteX67" fmla="*/ 4096601 w 9662615"/>
              <a:gd name="connsiteY67" fmla="*/ 1521563 h 1603753"/>
              <a:gd name="connsiteX68" fmla="*/ 3970635 w 9662615"/>
              <a:gd name="connsiteY68" fmla="*/ 1544815 h 1603753"/>
              <a:gd name="connsiteX69" fmla="*/ 3833906 w 9662615"/>
              <a:gd name="connsiteY69" fmla="*/ 1516637 h 1603753"/>
              <a:gd name="connsiteX70" fmla="*/ 3696258 w 9662615"/>
              <a:gd name="connsiteY70" fmla="*/ 1537563 h 1603753"/>
              <a:gd name="connsiteX71" fmla="*/ 3594070 w 9662615"/>
              <a:gd name="connsiteY71" fmla="*/ 1509422 h 1603753"/>
              <a:gd name="connsiteX72" fmla="*/ 3565233 w 9662615"/>
              <a:gd name="connsiteY72" fmla="*/ 1515122 h 1603753"/>
              <a:gd name="connsiteX73" fmla="*/ 3560267 w 9662615"/>
              <a:gd name="connsiteY73" fmla="*/ 1516288 h 1603753"/>
              <a:gd name="connsiteX74" fmla="*/ 3540258 w 9662615"/>
              <a:gd name="connsiteY74" fmla="*/ 1516976 h 1603753"/>
              <a:gd name="connsiteX75" fmla="*/ 3534780 w 9662615"/>
              <a:gd name="connsiteY75" fmla="*/ 1522141 h 1603753"/>
              <a:gd name="connsiteX76" fmla="*/ 3504783 w 9662615"/>
              <a:gd name="connsiteY76" fmla="*/ 1526739 h 1603753"/>
              <a:gd name="connsiteX77" fmla="*/ 3430805 w 9662615"/>
              <a:gd name="connsiteY77" fmla="*/ 1542521 h 1603753"/>
              <a:gd name="connsiteX78" fmla="*/ 3292707 w 9662615"/>
              <a:gd name="connsiteY78" fmla="*/ 1520490 h 1603753"/>
              <a:gd name="connsiteX79" fmla="*/ 3187872 w 9662615"/>
              <a:gd name="connsiteY79" fmla="*/ 1519991 h 1603753"/>
              <a:gd name="connsiteX80" fmla="*/ 3148026 w 9662615"/>
              <a:gd name="connsiteY80" fmla="*/ 1524777 h 1603753"/>
              <a:gd name="connsiteX81" fmla="*/ 3092394 w 9662615"/>
              <a:gd name="connsiteY81" fmla="*/ 1528115 h 1603753"/>
              <a:gd name="connsiteX82" fmla="*/ 2994200 w 9662615"/>
              <a:gd name="connsiteY82" fmla="*/ 1537857 h 1603753"/>
              <a:gd name="connsiteX83" fmla="*/ 2862301 w 9662615"/>
              <a:gd name="connsiteY83" fmla="*/ 1544250 h 1603753"/>
              <a:gd name="connsiteX84" fmla="*/ 2766335 w 9662615"/>
              <a:gd name="connsiteY84" fmla="*/ 1527662 h 1603753"/>
              <a:gd name="connsiteX85" fmla="*/ 2757836 w 9662615"/>
              <a:gd name="connsiteY85" fmla="*/ 1531371 h 1603753"/>
              <a:gd name="connsiteX86" fmla="*/ 2691555 w 9662615"/>
              <a:gd name="connsiteY86" fmla="*/ 1530283 h 1603753"/>
              <a:gd name="connsiteX87" fmla="*/ 2491676 w 9662615"/>
              <a:gd name="connsiteY87" fmla="*/ 1500859 h 1603753"/>
              <a:gd name="connsiteX88" fmla="*/ 2378036 w 9662615"/>
              <a:gd name="connsiteY88" fmla="*/ 1520645 h 1603753"/>
              <a:gd name="connsiteX89" fmla="*/ 2284269 w 9662615"/>
              <a:gd name="connsiteY89" fmla="*/ 1503068 h 1603753"/>
              <a:gd name="connsiteX90" fmla="*/ 2207104 w 9662615"/>
              <a:gd name="connsiteY90" fmla="*/ 1508888 h 1603753"/>
              <a:gd name="connsiteX91" fmla="*/ 2149226 w 9662615"/>
              <a:gd name="connsiteY91" fmla="*/ 1523409 h 1603753"/>
              <a:gd name="connsiteX92" fmla="*/ 2084783 w 9662615"/>
              <a:gd name="connsiteY92" fmla="*/ 1524245 h 1603753"/>
              <a:gd name="connsiteX93" fmla="*/ 2070075 w 9662615"/>
              <a:gd name="connsiteY93" fmla="*/ 1511285 h 1603753"/>
              <a:gd name="connsiteX94" fmla="*/ 2001057 w 9662615"/>
              <a:gd name="connsiteY94" fmla="*/ 1516449 h 1603753"/>
              <a:gd name="connsiteX95" fmla="*/ 1896330 w 9662615"/>
              <a:gd name="connsiteY95" fmla="*/ 1525725 h 1603753"/>
              <a:gd name="connsiteX96" fmla="*/ 1835994 w 9662615"/>
              <a:gd name="connsiteY96" fmla="*/ 1527678 h 1603753"/>
              <a:gd name="connsiteX97" fmla="*/ 1671119 w 9662615"/>
              <a:gd name="connsiteY97" fmla="*/ 1536701 h 1603753"/>
              <a:gd name="connsiteX98" fmla="*/ 1601337 w 9662615"/>
              <a:gd name="connsiteY98" fmla="*/ 1548552 h 1603753"/>
              <a:gd name="connsiteX99" fmla="*/ 1407755 w 9662615"/>
              <a:gd name="connsiteY99" fmla="*/ 1571444 h 1603753"/>
              <a:gd name="connsiteX100" fmla="*/ 1271994 w 9662615"/>
              <a:gd name="connsiteY100" fmla="*/ 1579471 h 1603753"/>
              <a:gd name="connsiteX101" fmla="*/ 1249226 w 9662615"/>
              <a:gd name="connsiteY101" fmla="*/ 1583140 h 1603753"/>
              <a:gd name="connsiteX102" fmla="*/ 1217719 w 9662615"/>
              <a:gd name="connsiteY102" fmla="*/ 1580863 h 1603753"/>
              <a:gd name="connsiteX103" fmla="*/ 1091432 w 9662615"/>
              <a:gd name="connsiteY103" fmla="*/ 1571003 h 1603753"/>
              <a:gd name="connsiteX104" fmla="*/ 992039 w 9662615"/>
              <a:gd name="connsiteY104" fmla="*/ 1556662 h 1603753"/>
              <a:gd name="connsiteX105" fmla="*/ 868264 w 9662615"/>
              <a:gd name="connsiteY105" fmla="*/ 1566392 h 1603753"/>
              <a:gd name="connsiteX106" fmla="*/ 792765 w 9662615"/>
              <a:gd name="connsiteY106" fmla="*/ 1563102 h 1603753"/>
              <a:gd name="connsiteX107" fmla="*/ 669055 w 9662615"/>
              <a:gd name="connsiteY107" fmla="*/ 1543638 h 1603753"/>
              <a:gd name="connsiteX108" fmla="*/ 506152 w 9662615"/>
              <a:gd name="connsiteY108" fmla="*/ 1549124 h 1603753"/>
              <a:gd name="connsiteX109" fmla="*/ 472797 w 9662615"/>
              <a:gd name="connsiteY109" fmla="*/ 1568904 h 1603753"/>
              <a:gd name="connsiteX110" fmla="*/ 427864 w 9662615"/>
              <a:gd name="connsiteY110" fmla="*/ 1580848 h 1603753"/>
              <a:gd name="connsiteX111" fmla="*/ 408381 w 9662615"/>
              <a:gd name="connsiteY111" fmla="*/ 1552940 h 1603753"/>
              <a:gd name="connsiteX112" fmla="*/ 267163 w 9662615"/>
              <a:gd name="connsiteY112" fmla="*/ 1531913 h 1603753"/>
              <a:gd name="connsiteX113" fmla="*/ 196644 w 9662615"/>
              <a:gd name="connsiteY113" fmla="*/ 1524565 h 1603753"/>
              <a:gd name="connsiteX114" fmla="*/ 86819 w 9662615"/>
              <a:gd name="connsiteY114" fmla="*/ 1519517 h 1603753"/>
              <a:gd name="connsiteX115" fmla="*/ 53369 w 9662615"/>
              <a:gd name="connsiteY115" fmla="*/ 1516853 h 1603753"/>
              <a:gd name="connsiteX116" fmla="*/ 2359 w 9662615"/>
              <a:gd name="connsiteY116" fmla="*/ 1515247 h 1603753"/>
              <a:gd name="connsiteX117" fmla="*/ 0 w 9662615"/>
              <a:gd name="connsiteY117" fmla="*/ 1514932 h 1603753"/>
              <a:gd name="connsiteX118" fmla="*/ 0 w 9662615"/>
              <a:gd name="connsiteY118" fmla="*/ 0 h 1603753"/>
              <a:gd name="connsiteX0" fmla="*/ 0 w 9662615"/>
              <a:gd name="connsiteY0" fmla="*/ 0 h 1603753"/>
              <a:gd name="connsiteX1" fmla="*/ 9662615 w 9662615"/>
              <a:gd name="connsiteY1" fmla="*/ 0 h 1603753"/>
              <a:gd name="connsiteX2" fmla="*/ 9662615 w 9662615"/>
              <a:gd name="connsiteY2" fmla="*/ 1280346 h 1603753"/>
              <a:gd name="connsiteX3" fmla="*/ 9658420 w 9662615"/>
              <a:gd name="connsiteY3" fmla="*/ 1280106 h 1603753"/>
              <a:gd name="connsiteX4" fmla="*/ 9469546 w 9662615"/>
              <a:gd name="connsiteY4" fmla="*/ 1289837 h 1603753"/>
              <a:gd name="connsiteX5" fmla="*/ 9385895 w 9662615"/>
              <a:gd name="connsiteY5" fmla="*/ 1269203 h 1603753"/>
              <a:gd name="connsiteX6" fmla="*/ 9144767 w 9662615"/>
              <a:gd name="connsiteY6" fmla="*/ 1264120 h 1603753"/>
              <a:gd name="connsiteX7" fmla="*/ 8837252 w 9662615"/>
              <a:gd name="connsiteY7" fmla="*/ 1350515 h 1603753"/>
              <a:gd name="connsiteX8" fmla="*/ 8705466 w 9662615"/>
              <a:gd name="connsiteY8" fmla="*/ 1342419 h 1603753"/>
              <a:gd name="connsiteX9" fmla="*/ 8652221 w 9662615"/>
              <a:gd name="connsiteY9" fmla="*/ 1326906 h 1603753"/>
              <a:gd name="connsiteX10" fmla="*/ 8632312 w 9662615"/>
              <a:gd name="connsiteY10" fmla="*/ 1326025 h 1603753"/>
              <a:gd name="connsiteX11" fmla="*/ 8591582 w 9662615"/>
              <a:gd name="connsiteY11" fmla="*/ 1341666 h 1603753"/>
              <a:gd name="connsiteX12" fmla="*/ 8537336 w 9662615"/>
              <a:gd name="connsiteY12" fmla="*/ 1341684 h 1603753"/>
              <a:gd name="connsiteX13" fmla="*/ 8472508 w 9662615"/>
              <a:gd name="connsiteY13" fmla="*/ 1363109 h 1603753"/>
              <a:gd name="connsiteX14" fmla="*/ 8258477 w 9662615"/>
              <a:gd name="connsiteY14" fmla="*/ 1370666 h 1603753"/>
              <a:gd name="connsiteX15" fmla="*/ 8197961 w 9662615"/>
              <a:gd name="connsiteY15" fmla="*/ 1392804 h 1603753"/>
              <a:gd name="connsiteX16" fmla="*/ 8171196 w 9662615"/>
              <a:gd name="connsiteY16" fmla="*/ 1397216 h 1603753"/>
              <a:gd name="connsiteX17" fmla="*/ 8127667 w 9662615"/>
              <a:gd name="connsiteY17" fmla="*/ 1418254 h 1603753"/>
              <a:gd name="connsiteX18" fmla="*/ 7974579 w 9662615"/>
              <a:gd name="connsiteY18" fmla="*/ 1383439 h 1603753"/>
              <a:gd name="connsiteX19" fmla="*/ 7768351 w 9662615"/>
              <a:gd name="connsiteY19" fmla="*/ 1395051 h 1603753"/>
              <a:gd name="connsiteX20" fmla="*/ 7635985 w 9662615"/>
              <a:gd name="connsiteY20" fmla="*/ 1386363 h 1603753"/>
              <a:gd name="connsiteX21" fmla="*/ 7466069 w 9662615"/>
              <a:gd name="connsiteY21" fmla="*/ 1377654 h 1603753"/>
              <a:gd name="connsiteX22" fmla="*/ 7355642 w 9662615"/>
              <a:gd name="connsiteY22" fmla="*/ 1407761 h 1603753"/>
              <a:gd name="connsiteX23" fmla="*/ 7151610 w 9662615"/>
              <a:gd name="connsiteY23" fmla="*/ 1397856 h 1603753"/>
              <a:gd name="connsiteX24" fmla="*/ 7082147 w 9662615"/>
              <a:gd name="connsiteY24" fmla="*/ 1406113 h 1603753"/>
              <a:gd name="connsiteX25" fmla="*/ 7014958 w 9662615"/>
              <a:gd name="connsiteY25" fmla="*/ 1396883 h 1603753"/>
              <a:gd name="connsiteX26" fmla="*/ 6907567 w 9662615"/>
              <a:gd name="connsiteY26" fmla="*/ 1419149 h 1603753"/>
              <a:gd name="connsiteX27" fmla="*/ 6748428 w 9662615"/>
              <a:gd name="connsiteY27" fmla="*/ 1420308 h 1603753"/>
              <a:gd name="connsiteX28" fmla="*/ 6654257 w 9662615"/>
              <a:gd name="connsiteY28" fmla="*/ 1424143 h 1603753"/>
              <a:gd name="connsiteX29" fmla="*/ 6620123 w 9662615"/>
              <a:gd name="connsiteY29" fmla="*/ 1430535 h 1603753"/>
              <a:gd name="connsiteX30" fmla="*/ 6571355 w 9662615"/>
              <a:gd name="connsiteY30" fmla="*/ 1436144 h 1603753"/>
              <a:gd name="connsiteX31" fmla="*/ 6486557 w 9662615"/>
              <a:gd name="connsiteY31" fmla="*/ 1449861 h 1603753"/>
              <a:gd name="connsiteX32" fmla="*/ 6370419 w 9662615"/>
              <a:gd name="connsiteY32" fmla="*/ 1461649 h 1603753"/>
              <a:gd name="connsiteX33" fmla="*/ 6278839 w 9662615"/>
              <a:gd name="connsiteY33" fmla="*/ 1449160 h 1603753"/>
              <a:gd name="connsiteX34" fmla="*/ 6272455 w 9662615"/>
              <a:gd name="connsiteY34" fmla="*/ 1453191 h 1603753"/>
              <a:gd name="connsiteX35" fmla="*/ 6212659 w 9662615"/>
              <a:gd name="connsiteY35" fmla="*/ 1454850 h 1603753"/>
              <a:gd name="connsiteX36" fmla="*/ 6069317 w 9662615"/>
              <a:gd name="connsiteY36" fmla="*/ 1445838 h 1603753"/>
              <a:gd name="connsiteX37" fmla="*/ 5878477 w 9662615"/>
              <a:gd name="connsiteY37" fmla="*/ 1439180 h 1603753"/>
              <a:gd name="connsiteX38" fmla="*/ 5838387 w 9662615"/>
              <a:gd name="connsiteY38" fmla="*/ 1444679 h 1603753"/>
              <a:gd name="connsiteX39" fmla="*/ 5771136 w 9662615"/>
              <a:gd name="connsiteY39" fmla="*/ 1453639 h 1603753"/>
              <a:gd name="connsiteX40" fmla="*/ 5724081 w 9662615"/>
              <a:gd name="connsiteY40" fmla="*/ 1470431 h 1603753"/>
              <a:gd name="connsiteX41" fmla="*/ 5666577 w 9662615"/>
              <a:gd name="connsiteY41" fmla="*/ 1473921 h 1603753"/>
              <a:gd name="connsiteX42" fmla="*/ 5649068 w 9662615"/>
              <a:gd name="connsiteY42" fmla="*/ 1461676 h 1603753"/>
              <a:gd name="connsiteX43" fmla="*/ 5588902 w 9662615"/>
              <a:gd name="connsiteY43" fmla="*/ 1469647 h 1603753"/>
              <a:gd name="connsiteX44" fmla="*/ 5498090 w 9662615"/>
              <a:gd name="connsiteY44" fmla="*/ 1483173 h 1603753"/>
              <a:gd name="connsiteX45" fmla="*/ 5444641 w 9662615"/>
              <a:gd name="connsiteY45" fmla="*/ 1487602 h 1603753"/>
              <a:gd name="connsiteX46" fmla="*/ 5299812 w 9662615"/>
              <a:gd name="connsiteY46" fmla="*/ 1503362 h 1603753"/>
              <a:gd name="connsiteX47" fmla="*/ 5213947 w 9662615"/>
              <a:gd name="connsiteY47" fmla="*/ 1516637 h 1603753"/>
              <a:gd name="connsiteX48" fmla="*/ 5090342 w 9662615"/>
              <a:gd name="connsiteY48" fmla="*/ 1546680 h 1603753"/>
              <a:gd name="connsiteX49" fmla="*/ 5129812 w 9662615"/>
              <a:gd name="connsiteY49" fmla="*/ 1521277 h 1603753"/>
              <a:gd name="connsiteX50" fmla="*/ 5059484 w 9662615"/>
              <a:gd name="connsiteY50" fmla="*/ 1546802 h 1603753"/>
              <a:gd name="connsiteX51" fmla="*/ 5038524 w 9662615"/>
              <a:gd name="connsiteY51" fmla="*/ 1545675 h 1603753"/>
              <a:gd name="connsiteX52" fmla="*/ 5026564 w 9662615"/>
              <a:gd name="connsiteY52" fmla="*/ 1545376 h 1603753"/>
              <a:gd name="connsiteX53" fmla="*/ 4969433 w 9662615"/>
              <a:gd name="connsiteY53" fmla="*/ 1550865 h 1603753"/>
              <a:gd name="connsiteX54" fmla="*/ 4929254 w 9662615"/>
              <a:gd name="connsiteY54" fmla="*/ 1563452 h 1603753"/>
              <a:gd name="connsiteX55" fmla="*/ 4871726 w 9662615"/>
              <a:gd name="connsiteY55" fmla="*/ 1570584 h 1603753"/>
              <a:gd name="connsiteX56" fmla="*/ 4843267 w 9662615"/>
              <a:gd name="connsiteY56" fmla="*/ 1561459 h 1603753"/>
              <a:gd name="connsiteX57" fmla="*/ 4821058 w 9662615"/>
              <a:gd name="connsiteY57" fmla="*/ 1553078 h 1603753"/>
              <a:gd name="connsiteX58" fmla="*/ 4791466 w 9662615"/>
              <a:gd name="connsiteY58" fmla="*/ 1561324 h 1603753"/>
              <a:gd name="connsiteX59" fmla="*/ 4784247 w 9662615"/>
              <a:gd name="connsiteY59" fmla="*/ 1562342 h 1603753"/>
              <a:gd name="connsiteX60" fmla="*/ 4743285 w 9662615"/>
              <a:gd name="connsiteY60" fmla="*/ 1597680 h 1603753"/>
              <a:gd name="connsiteX61" fmla="*/ 4697562 w 9662615"/>
              <a:gd name="connsiteY61" fmla="*/ 1551206 h 1603753"/>
              <a:gd name="connsiteX62" fmla="*/ 4662664 w 9662615"/>
              <a:gd name="connsiteY62" fmla="*/ 1573162 h 1603753"/>
              <a:gd name="connsiteX63" fmla="*/ 4603028 w 9662615"/>
              <a:gd name="connsiteY63" fmla="*/ 1568821 h 1603753"/>
              <a:gd name="connsiteX64" fmla="*/ 4541612 w 9662615"/>
              <a:gd name="connsiteY64" fmla="*/ 1545262 h 1603753"/>
              <a:gd name="connsiteX65" fmla="*/ 4422155 w 9662615"/>
              <a:gd name="connsiteY65" fmla="*/ 1542059 h 1603753"/>
              <a:gd name="connsiteX66" fmla="*/ 4221826 w 9662615"/>
              <a:gd name="connsiteY66" fmla="*/ 1508923 h 1603753"/>
              <a:gd name="connsiteX67" fmla="*/ 4096601 w 9662615"/>
              <a:gd name="connsiteY67" fmla="*/ 1521563 h 1603753"/>
              <a:gd name="connsiteX68" fmla="*/ 3970635 w 9662615"/>
              <a:gd name="connsiteY68" fmla="*/ 1544815 h 1603753"/>
              <a:gd name="connsiteX69" fmla="*/ 3833906 w 9662615"/>
              <a:gd name="connsiteY69" fmla="*/ 1516637 h 1603753"/>
              <a:gd name="connsiteX70" fmla="*/ 3696258 w 9662615"/>
              <a:gd name="connsiteY70" fmla="*/ 1537563 h 1603753"/>
              <a:gd name="connsiteX71" fmla="*/ 3594070 w 9662615"/>
              <a:gd name="connsiteY71" fmla="*/ 1509422 h 1603753"/>
              <a:gd name="connsiteX72" fmla="*/ 3565233 w 9662615"/>
              <a:gd name="connsiteY72" fmla="*/ 1515122 h 1603753"/>
              <a:gd name="connsiteX73" fmla="*/ 3560267 w 9662615"/>
              <a:gd name="connsiteY73" fmla="*/ 1516288 h 1603753"/>
              <a:gd name="connsiteX74" fmla="*/ 3540258 w 9662615"/>
              <a:gd name="connsiteY74" fmla="*/ 1516976 h 1603753"/>
              <a:gd name="connsiteX75" fmla="*/ 3534780 w 9662615"/>
              <a:gd name="connsiteY75" fmla="*/ 1522141 h 1603753"/>
              <a:gd name="connsiteX76" fmla="*/ 3504783 w 9662615"/>
              <a:gd name="connsiteY76" fmla="*/ 1526739 h 1603753"/>
              <a:gd name="connsiteX77" fmla="*/ 3430805 w 9662615"/>
              <a:gd name="connsiteY77" fmla="*/ 1542521 h 1603753"/>
              <a:gd name="connsiteX78" fmla="*/ 3292707 w 9662615"/>
              <a:gd name="connsiteY78" fmla="*/ 1520490 h 1603753"/>
              <a:gd name="connsiteX79" fmla="*/ 3187872 w 9662615"/>
              <a:gd name="connsiteY79" fmla="*/ 1519991 h 1603753"/>
              <a:gd name="connsiteX80" fmla="*/ 3148026 w 9662615"/>
              <a:gd name="connsiteY80" fmla="*/ 1524777 h 1603753"/>
              <a:gd name="connsiteX81" fmla="*/ 3092394 w 9662615"/>
              <a:gd name="connsiteY81" fmla="*/ 1528115 h 1603753"/>
              <a:gd name="connsiteX82" fmla="*/ 2994200 w 9662615"/>
              <a:gd name="connsiteY82" fmla="*/ 1537857 h 1603753"/>
              <a:gd name="connsiteX83" fmla="*/ 2862301 w 9662615"/>
              <a:gd name="connsiteY83" fmla="*/ 1544250 h 1603753"/>
              <a:gd name="connsiteX84" fmla="*/ 2766335 w 9662615"/>
              <a:gd name="connsiteY84" fmla="*/ 1527662 h 1603753"/>
              <a:gd name="connsiteX85" fmla="*/ 2757836 w 9662615"/>
              <a:gd name="connsiteY85" fmla="*/ 1531371 h 1603753"/>
              <a:gd name="connsiteX86" fmla="*/ 2691555 w 9662615"/>
              <a:gd name="connsiteY86" fmla="*/ 1530283 h 1603753"/>
              <a:gd name="connsiteX87" fmla="*/ 2491676 w 9662615"/>
              <a:gd name="connsiteY87" fmla="*/ 1500859 h 1603753"/>
              <a:gd name="connsiteX88" fmla="*/ 2378036 w 9662615"/>
              <a:gd name="connsiteY88" fmla="*/ 1520645 h 1603753"/>
              <a:gd name="connsiteX89" fmla="*/ 2284269 w 9662615"/>
              <a:gd name="connsiteY89" fmla="*/ 1503068 h 1603753"/>
              <a:gd name="connsiteX90" fmla="*/ 2207104 w 9662615"/>
              <a:gd name="connsiteY90" fmla="*/ 1508888 h 1603753"/>
              <a:gd name="connsiteX91" fmla="*/ 2149226 w 9662615"/>
              <a:gd name="connsiteY91" fmla="*/ 1523409 h 1603753"/>
              <a:gd name="connsiteX92" fmla="*/ 2084783 w 9662615"/>
              <a:gd name="connsiteY92" fmla="*/ 1524245 h 1603753"/>
              <a:gd name="connsiteX93" fmla="*/ 2070075 w 9662615"/>
              <a:gd name="connsiteY93" fmla="*/ 1511285 h 1603753"/>
              <a:gd name="connsiteX94" fmla="*/ 2001057 w 9662615"/>
              <a:gd name="connsiteY94" fmla="*/ 1516449 h 1603753"/>
              <a:gd name="connsiteX95" fmla="*/ 1896330 w 9662615"/>
              <a:gd name="connsiteY95" fmla="*/ 1525725 h 1603753"/>
              <a:gd name="connsiteX96" fmla="*/ 1835994 w 9662615"/>
              <a:gd name="connsiteY96" fmla="*/ 1527678 h 1603753"/>
              <a:gd name="connsiteX97" fmla="*/ 1671119 w 9662615"/>
              <a:gd name="connsiteY97" fmla="*/ 1536701 h 1603753"/>
              <a:gd name="connsiteX98" fmla="*/ 1601337 w 9662615"/>
              <a:gd name="connsiteY98" fmla="*/ 1548552 h 1603753"/>
              <a:gd name="connsiteX99" fmla="*/ 1407755 w 9662615"/>
              <a:gd name="connsiteY99" fmla="*/ 1571444 h 1603753"/>
              <a:gd name="connsiteX100" fmla="*/ 1271994 w 9662615"/>
              <a:gd name="connsiteY100" fmla="*/ 1579471 h 1603753"/>
              <a:gd name="connsiteX101" fmla="*/ 1249226 w 9662615"/>
              <a:gd name="connsiteY101" fmla="*/ 1583140 h 1603753"/>
              <a:gd name="connsiteX102" fmla="*/ 1217719 w 9662615"/>
              <a:gd name="connsiteY102" fmla="*/ 1580863 h 1603753"/>
              <a:gd name="connsiteX103" fmla="*/ 1091432 w 9662615"/>
              <a:gd name="connsiteY103" fmla="*/ 1571003 h 1603753"/>
              <a:gd name="connsiteX104" fmla="*/ 992039 w 9662615"/>
              <a:gd name="connsiteY104" fmla="*/ 1556662 h 1603753"/>
              <a:gd name="connsiteX105" fmla="*/ 868264 w 9662615"/>
              <a:gd name="connsiteY105" fmla="*/ 1566392 h 1603753"/>
              <a:gd name="connsiteX106" fmla="*/ 792765 w 9662615"/>
              <a:gd name="connsiteY106" fmla="*/ 1563102 h 1603753"/>
              <a:gd name="connsiteX107" fmla="*/ 669055 w 9662615"/>
              <a:gd name="connsiteY107" fmla="*/ 1543638 h 1603753"/>
              <a:gd name="connsiteX108" fmla="*/ 506152 w 9662615"/>
              <a:gd name="connsiteY108" fmla="*/ 1549124 h 1603753"/>
              <a:gd name="connsiteX109" fmla="*/ 472797 w 9662615"/>
              <a:gd name="connsiteY109" fmla="*/ 1568904 h 1603753"/>
              <a:gd name="connsiteX110" fmla="*/ 427864 w 9662615"/>
              <a:gd name="connsiteY110" fmla="*/ 1580848 h 1603753"/>
              <a:gd name="connsiteX111" fmla="*/ 408381 w 9662615"/>
              <a:gd name="connsiteY111" fmla="*/ 1552940 h 1603753"/>
              <a:gd name="connsiteX112" fmla="*/ 267163 w 9662615"/>
              <a:gd name="connsiteY112" fmla="*/ 1531913 h 1603753"/>
              <a:gd name="connsiteX113" fmla="*/ 196644 w 9662615"/>
              <a:gd name="connsiteY113" fmla="*/ 1524565 h 1603753"/>
              <a:gd name="connsiteX114" fmla="*/ 86819 w 9662615"/>
              <a:gd name="connsiteY114" fmla="*/ 1519517 h 1603753"/>
              <a:gd name="connsiteX115" fmla="*/ 53369 w 9662615"/>
              <a:gd name="connsiteY115" fmla="*/ 1516853 h 1603753"/>
              <a:gd name="connsiteX116" fmla="*/ 2359 w 9662615"/>
              <a:gd name="connsiteY116" fmla="*/ 1515247 h 1603753"/>
              <a:gd name="connsiteX117" fmla="*/ 0 w 9662615"/>
              <a:gd name="connsiteY117" fmla="*/ 1514932 h 1603753"/>
              <a:gd name="connsiteX118" fmla="*/ 0 w 9662615"/>
              <a:gd name="connsiteY118" fmla="*/ 0 h 1603753"/>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41612 w 9662615"/>
              <a:gd name="connsiteY64" fmla="*/ 1545262 h 1583140"/>
              <a:gd name="connsiteX65" fmla="*/ 4422155 w 9662615"/>
              <a:gd name="connsiteY65" fmla="*/ 1542059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41612 w 9662615"/>
              <a:gd name="connsiteY64" fmla="*/ 1545262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595077 w 9662615"/>
              <a:gd name="connsiteY63" fmla="*/ 1552918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595077 w 9662615"/>
              <a:gd name="connsiteY63" fmla="*/ 1552918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3966659 w 9662615"/>
              <a:gd name="connsiteY68" fmla="*/ 1528913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96499"/>
              <a:gd name="connsiteX1" fmla="*/ 9662615 w 9662615"/>
              <a:gd name="connsiteY1" fmla="*/ 0 h 1596499"/>
              <a:gd name="connsiteX2" fmla="*/ 9662615 w 9662615"/>
              <a:gd name="connsiteY2" fmla="*/ 1280346 h 1596499"/>
              <a:gd name="connsiteX3" fmla="*/ 9658420 w 9662615"/>
              <a:gd name="connsiteY3" fmla="*/ 1280106 h 1596499"/>
              <a:gd name="connsiteX4" fmla="*/ 9469546 w 9662615"/>
              <a:gd name="connsiteY4" fmla="*/ 1289837 h 1596499"/>
              <a:gd name="connsiteX5" fmla="*/ 9385895 w 9662615"/>
              <a:gd name="connsiteY5" fmla="*/ 1269203 h 1596499"/>
              <a:gd name="connsiteX6" fmla="*/ 9144767 w 9662615"/>
              <a:gd name="connsiteY6" fmla="*/ 1264120 h 1596499"/>
              <a:gd name="connsiteX7" fmla="*/ 8837252 w 9662615"/>
              <a:gd name="connsiteY7" fmla="*/ 1350515 h 1596499"/>
              <a:gd name="connsiteX8" fmla="*/ 8705466 w 9662615"/>
              <a:gd name="connsiteY8" fmla="*/ 1342419 h 1596499"/>
              <a:gd name="connsiteX9" fmla="*/ 8652221 w 9662615"/>
              <a:gd name="connsiteY9" fmla="*/ 1326906 h 1596499"/>
              <a:gd name="connsiteX10" fmla="*/ 8632312 w 9662615"/>
              <a:gd name="connsiteY10" fmla="*/ 1326025 h 1596499"/>
              <a:gd name="connsiteX11" fmla="*/ 8591582 w 9662615"/>
              <a:gd name="connsiteY11" fmla="*/ 1341666 h 1596499"/>
              <a:gd name="connsiteX12" fmla="*/ 8537336 w 9662615"/>
              <a:gd name="connsiteY12" fmla="*/ 1341684 h 1596499"/>
              <a:gd name="connsiteX13" fmla="*/ 8472508 w 9662615"/>
              <a:gd name="connsiteY13" fmla="*/ 1363109 h 1596499"/>
              <a:gd name="connsiteX14" fmla="*/ 8258477 w 9662615"/>
              <a:gd name="connsiteY14" fmla="*/ 1370666 h 1596499"/>
              <a:gd name="connsiteX15" fmla="*/ 8197961 w 9662615"/>
              <a:gd name="connsiteY15" fmla="*/ 1392804 h 1596499"/>
              <a:gd name="connsiteX16" fmla="*/ 8171196 w 9662615"/>
              <a:gd name="connsiteY16" fmla="*/ 1397216 h 1596499"/>
              <a:gd name="connsiteX17" fmla="*/ 8127667 w 9662615"/>
              <a:gd name="connsiteY17" fmla="*/ 1418254 h 1596499"/>
              <a:gd name="connsiteX18" fmla="*/ 7974579 w 9662615"/>
              <a:gd name="connsiteY18" fmla="*/ 1383439 h 1596499"/>
              <a:gd name="connsiteX19" fmla="*/ 7768351 w 9662615"/>
              <a:gd name="connsiteY19" fmla="*/ 1395051 h 1596499"/>
              <a:gd name="connsiteX20" fmla="*/ 7635985 w 9662615"/>
              <a:gd name="connsiteY20" fmla="*/ 1386363 h 1596499"/>
              <a:gd name="connsiteX21" fmla="*/ 7466069 w 9662615"/>
              <a:gd name="connsiteY21" fmla="*/ 1377654 h 1596499"/>
              <a:gd name="connsiteX22" fmla="*/ 7355642 w 9662615"/>
              <a:gd name="connsiteY22" fmla="*/ 1407761 h 1596499"/>
              <a:gd name="connsiteX23" fmla="*/ 7151610 w 9662615"/>
              <a:gd name="connsiteY23" fmla="*/ 1397856 h 1596499"/>
              <a:gd name="connsiteX24" fmla="*/ 7082147 w 9662615"/>
              <a:gd name="connsiteY24" fmla="*/ 1406113 h 1596499"/>
              <a:gd name="connsiteX25" fmla="*/ 7014958 w 9662615"/>
              <a:gd name="connsiteY25" fmla="*/ 1396883 h 1596499"/>
              <a:gd name="connsiteX26" fmla="*/ 6907567 w 9662615"/>
              <a:gd name="connsiteY26" fmla="*/ 1419149 h 1596499"/>
              <a:gd name="connsiteX27" fmla="*/ 6748428 w 9662615"/>
              <a:gd name="connsiteY27" fmla="*/ 1420308 h 1596499"/>
              <a:gd name="connsiteX28" fmla="*/ 6654257 w 9662615"/>
              <a:gd name="connsiteY28" fmla="*/ 1424143 h 1596499"/>
              <a:gd name="connsiteX29" fmla="*/ 6620123 w 9662615"/>
              <a:gd name="connsiteY29" fmla="*/ 1430535 h 1596499"/>
              <a:gd name="connsiteX30" fmla="*/ 6571355 w 9662615"/>
              <a:gd name="connsiteY30" fmla="*/ 1436144 h 1596499"/>
              <a:gd name="connsiteX31" fmla="*/ 6486557 w 9662615"/>
              <a:gd name="connsiteY31" fmla="*/ 1449861 h 1596499"/>
              <a:gd name="connsiteX32" fmla="*/ 6370419 w 9662615"/>
              <a:gd name="connsiteY32" fmla="*/ 1461649 h 1596499"/>
              <a:gd name="connsiteX33" fmla="*/ 6278839 w 9662615"/>
              <a:gd name="connsiteY33" fmla="*/ 1449160 h 1596499"/>
              <a:gd name="connsiteX34" fmla="*/ 6272455 w 9662615"/>
              <a:gd name="connsiteY34" fmla="*/ 1453191 h 1596499"/>
              <a:gd name="connsiteX35" fmla="*/ 6212659 w 9662615"/>
              <a:gd name="connsiteY35" fmla="*/ 1454850 h 1596499"/>
              <a:gd name="connsiteX36" fmla="*/ 6069317 w 9662615"/>
              <a:gd name="connsiteY36" fmla="*/ 1445838 h 1596499"/>
              <a:gd name="connsiteX37" fmla="*/ 5878477 w 9662615"/>
              <a:gd name="connsiteY37" fmla="*/ 1439180 h 1596499"/>
              <a:gd name="connsiteX38" fmla="*/ 5838387 w 9662615"/>
              <a:gd name="connsiteY38" fmla="*/ 1444679 h 1596499"/>
              <a:gd name="connsiteX39" fmla="*/ 5771136 w 9662615"/>
              <a:gd name="connsiteY39" fmla="*/ 1453639 h 1596499"/>
              <a:gd name="connsiteX40" fmla="*/ 5724081 w 9662615"/>
              <a:gd name="connsiteY40" fmla="*/ 1470431 h 1596499"/>
              <a:gd name="connsiteX41" fmla="*/ 5666577 w 9662615"/>
              <a:gd name="connsiteY41" fmla="*/ 1473921 h 1596499"/>
              <a:gd name="connsiteX42" fmla="*/ 5649068 w 9662615"/>
              <a:gd name="connsiteY42" fmla="*/ 1461676 h 1596499"/>
              <a:gd name="connsiteX43" fmla="*/ 5588902 w 9662615"/>
              <a:gd name="connsiteY43" fmla="*/ 1469647 h 1596499"/>
              <a:gd name="connsiteX44" fmla="*/ 5498090 w 9662615"/>
              <a:gd name="connsiteY44" fmla="*/ 1483173 h 1596499"/>
              <a:gd name="connsiteX45" fmla="*/ 5444641 w 9662615"/>
              <a:gd name="connsiteY45" fmla="*/ 1487602 h 1596499"/>
              <a:gd name="connsiteX46" fmla="*/ 5299812 w 9662615"/>
              <a:gd name="connsiteY46" fmla="*/ 1503362 h 1596499"/>
              <a:gd name="connsiteX47" fmla="*/ 5213947 w 9662615"/>
              <a:gd name="connsiteY47" fmla="*/ 1516637 h 1596499"/>
              <a:gd name="connsiteX48" fmla="*/ 5090342 w 9662615"/>
              <a:gd name="connsiteY48" fmla="*/ 1546680 h 1596499"/>
              <a:gd name="connsiteX49" fmla="*/ 5129812 w 9662615"/>
              <a:gd name="connsiteY49" fmla="*/ 1521277 h 1596499"/>
              <a:gd name="connsiteX50" fmla="*/ 5059484 w 9662615"/>
              <a:gd name="connsiteY50" fmla="*/ 1546802 h 1596499"/>
              <a:gd name="connsiteX51" fmla="*/ 5038524 w 9662615"/>
              <a:gd name="connsiteY51" fmla="*/ 1545675 h 1596499"/>
              <a:gd name="connsiteX52" fmla="*/ 5026564 w 9662615"/>
              <a:gd name="connsiteY52" fmla="*/ 1545376 h 1596499"/>
              <a:gd name="connsiteX53" fmla="*/ 4969433 w 9662615"/>
              <a:gd name="connsiteY53" fmla="*/ 1550865 h 1596499"/>
              <a:gd name="connsiteX54" fmla="*/ 4929254 w 9662615"/>
              <a:gd name="connsiteY54" fmla="*/ 1563452 h 1596499"/>
              <a:gd name="connsiteX55" fmla="*/ 4871726 w 9662615"/>
              <a:gd name="connsiteY55" fmla="*/ 1570584 h 1596499"/>
              <a:gd name="connsiteX56" fmla="*/ 4843267 w 9662615"/>
              <a:gd name="connsiteY56" fmla="*/ 1561459 h 1596499"/>
              <a:gd name="connsiteX57" fmla="*/ 4821058 w 9662615"/>
              <a:gd name="connsiteY57" fmla="*/ 1553078 h 1596499"/>
              <a:gd name="connsiteX58" fmla="*/ 4791466 w 9662615"/>
              <a:gd name="connsiteY58" fmla="*/ 1561324 h 1596499"/>
              <a:gd name="connsiteX59" fmla="*/ 4784247 w 9662615"/>
              <a:gd name="connsiteY59" fmla="*/ 1562342 h 1596499"/>
              <a:gd name="connsiteX60" fmla="*/ 4739309 w 9662615"/>
              <a:gd name="connsiteY60" fmla="*/ 1553948 h 1596499"/>
              <a:gd name="connsiteX61" fmla="*/ 4697562 w 9662615"/>
              <a:gd name="connsiteY61" fmla="*/ 1551206 h 1596499"/>
              <a:gd name="connsiteX62" fmla="*/ 4650737 w 9662615"/>
              <a:gd name="connsiteY62" fmla="*/ 1537381 h 1596499"/>
              <a:gd name="connsiteX63" fmla="*/ 4583150 w 9662615"/>
              <a:gd name="connsiteY63" fmla="*/ 1529064 h 1596499"/>
              <a:gd name="connsiteX64" fmla="*/ 4521734 w 9662615"/>
              <a:gd name="connsiteY64" fmla="*/ 1529359 h 1596499"/>
              <a:gd name="connsiteX65" fmla="*/ 4382398 w 9662615"/>
              <a:gd name="connsiteY65" fmla="*/ 1534108 h 1596499"/>
              <a:gd name="connsiteX66" fmla="*/ 4221826 w 9662615"/>
              <a:gd name="connsiteY66" fmla="*/ 1500972 h 1596499"/>
              <a:gd name="connsiteX67" fmla="*/ 4096601 w 9662615"/>
              <a:gd name="connsiteY67" fmla="*/ 1521563 h 1596499"/>
              <a:gd name="connsiteX68" fmla="*/ 3978586 w 9662615"/>
              <a:gd name="connsiteY68" fmla="*/ 1596499 h 1596499"/>
              <a:gd name="connsiteX69" fmla="*/ 3833906 w 9662615"/>
              <a:gd name="connsiteY69" fmla="*/ 1516637 h 1596499"/>
              <a:gd name="connsiteX70" fmla="*/ 3696258 w 9662615"/>
              <a:gd name="connsiteY70" fmla="*/ 1537563 h 1596499"/>
              <a:gd name="connsiteX71" fmla="*/ 3594070 w 9662615"/>
              <a:gd name="connsiteY71" fmla="*/ 1509422 h 1596499"/>
              <a:gd name="connsiteX72" fmla="*/ 3565233 w 9662615"/>
              <a:gd name="connsiteY72" fmla="*/ 1515122 h 1596499"/>
              <a:gd name="connsiteX73" fmla="*/ 3560267 w 9662615"/>
              <a:gd name="connsiteY73" fmla="*/ 1516288 h 1596499"/>
              <a:gd name="connsiteX74" fmla="*/ 3540258 w 9662615"/>
              <a:gd name="connsiteY74" fmla="*/ 1516976 h 1596499"/>
              <a:gd name="connsiteX75" fmla="*/ 3534780 w 9662615"/>
              <a:gd name="connsiteY75" fmla="*/ 1522141 h 1596499"/>
              <a:gd name="connsiteX76" fmla="*/ 3504783 w 9662615"/>
              <a:gd name="connsiteY76" fmla="*/ 1526739 h 1596499"/>
              <a:gd name="connsiteX77" fmla="*/ 3430805 w 9662615"/>
              <a:gd name="connsiteY77" fmla="*/ 1542521 h 1596499"/>
              <a:gd name="connsiteX78" fmla="*/ 3292707 w 9662615"/>
              <a:gd name="connsiteY78" fmla="*/ 1520490 h 1596499"/>
              <a:gd name="connsiteX79" fmla="*/ 3187872 w 9662615"/>
              <a:gd name="connsiteY79" fmla="*/ 1519991 h 1596499"/>
              <a:gd name="connsiteX80" fmla="*/ 3148026 w 9662615"/>
              <a:gd name="connsiteY80" fmla="*/ 1524777 h 1596499"/>
              <a:gd name="connsiteX81" fmla="*/ 3092394 w 9662615"/>
              <a:gd name="connsiteY81" fmla="*/ 1528115 h 1596499"/>
              <a:gd name="connsiteX82" fmla="*/ 2994200 w 9662615"/>
              <a:gd name="connsiteY82" fmla="*/ 1537857 h 1596499"/>
              <a:gd name="connsiteX83" fmla="*/ 2862301 w 9662615"/>
              <a:gd name="connsiteY83" fmla="*/ 1544250 h 1596499"/>
              <a:gd name="connsiteX84" fmla="*/ 2766335 w 9662615"/>
              <a:gd name="connsiteY84" fmla="*/ 1527662 h 1596499"/>
              <a:gd name="connsiteX85" fmla="*/ 2757836 w 9662615"/>
              <a:gd name="connsiteY85" fmla="*/ 1531371 h 1596499"/>
              <a:gd name="connsiteX86" fmla="*/ 2691555 w 9662615"/>
              <a:gd name="connsiteY86" fmla="*/ 1530283 h 1596499"/>
              <a:gd name="connsiteX87" fmla="*/ 2491676 w 9662615"/>
              <a:gd name="connsiteY87" fmla="*/ 1500859 h 1596499"/>
              <a:gd name="connsiteX88" fmla="*/ 2378036 w 9662615"/>
              <a:gd name="connsiteY88" fmla="*/ 1520645 h 1596499"/>
              <a:gd name="connsiteX89" fmla="*/ 2284269 w 9662615"/>
              <a:gd name="connsiteY89" fmla="*/ 1503068 h 1596499"/>
              <a:gd name="connsiteX90" fmla="*/ 2207104 w 9662615"/>
              <a:gd name="connsiteY90" fmla="*/ 1508888 h 1596499"/>
              <a:gd name="connsiteX91" fmla="*/ 2149226 w 9662615"/>
              <a:gd name="connsiteY91" fmla="*/ 1523409 h 1596499"/>
              <a:gd name="connsiteX92" fmla="*/ 2084783 w 9662615"/>
              <a:gd name="connsiteY92" fmla="*/ 1524245 h 1596499"/>
              <a:gd name="connsiteX93" fmla="*/ 2070075 w 9662615"/>
              <a:gd name="connsiteY93" fmla="*/ 1511285 h 1596499"/>
              <a:gd name="connsiteX94" fmla="*/ 2001057 w 9662615"/>
              <a:gd name="connsiteY94" fmla="*/ 1516449 h 1596499"/>
              <a:gd name="connsiteX95" fmla="*/ 1896330 w 9662615"/>
              <a:gd name="connsiteY95" fmla="*/ 1525725 h 1596499"/>
              <a:gd name="connsiteX96" fmla="*/ 1835994 w 9662615"/>
              <a:gd name="connsiteY96" fmla="*/ 1527678 h 1596499"/>
              <a:gd name="connsiteX97" fmla="*/ 1671119 w 9662615"/>
              <a:gd name="connsiteY97" fmla="*/ 1536701 h 1596499"/>
              <a:gd name="connsiteX98" fmla="*/ 1601337 w 9662615"/>
              <a:gd name="connsiteY98" fmla="*/ 1548552 h 1596499"/>
              <a:gd name="connsiteX99" fmla="*/ 1407755 w 9662615"/>
              <a:gd name="connsiteY99" fmla="*/ 1571444 h 1596499"/>
              <a:gd name="connsiteX100" fmla="*/ 1271994 w 9662615"/>
              <a:gd name="connsiteY100" fmla="*/ 1579471 h 1596499"/>
              <a:gd name="connsiteX101" fmla="*/ 1249226 w 9662615"/>
              <a:gd name="connsiteY101" fmla="*/ 1583140 h 1596499"/>
              <a:gd name="connsiteX102" fmla="*/ 1217719 w 9662615"/>
              <a:gd name="connsiteY102" fmla="*/ 1580863 h 1596499"/>
              <a:gd name="connsiteX103" fmla="*/ 1091432 w 9662615"/>
              <a:gd name="connsiteY103" fmla="*/ 1571003 h 1596499"/>
              <a:gd name="connsiteX104" fmla="*/ 992039 w 9662615"/>
              <a:gd name="connsiteY104" fmla="*/ 1556662 h 1596499"/>
              <a:gd name="connsiteX105" fmla="*/ 868264 w 9662615"/>
              <a:gd name="connsiteY105" fmla="*/ 1566392 h 1596499"/>
              <a:gd name="connsiteX106" fmla="*/ 792765 w 9662615"/>
              <a:gd name="connsiteY106" fmla="*/ 1563102 h 1596499"/>
              <a:gd name="connsiteX107" fmla="*/ 669055 w 9662615"/>
              <a:gd name="connsiteY107" fmla="*/ 1543638 h 1596499"/>
              <a:gd name="connsiteX108" fmla="*/ 506152 w 9662615"/>
              <a:gd name="connsiteY108" fmla="*/ 1549124 h 1596499"/>
              <a:gd name="connsiteX109" fmla="*/ 472797 w 9662615"/>
              <a:gd name="connsiteY109" fmla="*/ 1568904 h 1596499"/>
              <a:gd name="connsiteX110" fmla="*/ 427864 w 9662615"/>
              <a:gd name="connsiteY110" fmla="*/ 1580848 h 1596499"/>
              <a:gd name="connsiteX111" fmla="*/ 408381 w 9662615"/>
              <a:gd name="connsiteY111" fmla="*/ 1552940 h 1596499"/>
              <a:gd name="connsiteX112" fmla="*/ 267163 w 9662615"/>
              <a:gd name="connsiteY112" fmla="*/ 1531913 h 1596499"/>
              <a:gd name="connsiteX113" fmla="*/ 196644 w 9662615"/>
              <a:gd name="connsiteY113" fmla="*/ 1524565 h 1596499"/>
              <a:gd name="connsiteX114" fmla="*/ 86819 w 9662615"/>
              <a:gd name="connsiteY114" fmla="*/ 1519517 h 1596499"/>
              <a:gd name="connsiteX115" fmla="*/ 53369 w 9662615"/>
              <a:gd name="connsiteY115" fmla="*/ 1516853 h 1596499"/>
              <a:gd name="connsiteX116" fmla="*/ 2359 w 9662615"/>
              <a:gd name="connsiteY116" fmla="*/ 1515247 h 1596499"/>
              <a:gd name="connsiteX117" fmla="*/ 0 w 9662615"/>
              <a:gd name="connsiteY117" fmla="*/ 1514932 h 1596499"/>
              <a:gd name="connsiteX118" fmla="*/ 0 w 9662615"/>
              <a:gd name="connsiteY118" fmla="*/ 0 h 1596499"/>
              <a:gd name="connsiteX0" fmla="*/ 0 w 9662615"/>
              <a:gd name="connsiteY0" fmla="*/ 0 h 1600474"/>
              <a:gd name="connsiteX1" fmla="*/ 9662615 w 9662615"/>
              <a:gd name="connsiteY1" fmla="*/ 0 h 1600474"/>
              <a:gd name="connsiteX2" fmla="*/ 9662615 w 9662615"/>
              <a:gd name="connsiteY2" fmla="*/ 1280346 h 1600474"/>
              <a:gd name="connsiteX3" fmla="*/ 9658420 w 9662615"/>
              <a:gd name="connsiteY3" fmla="*/ 1280106 h 1600474"/>
              <a:gd name="connsiteX4" fmla="*/ 9469546 w 9662615"/>
              <a:gd name="connsiteY4" fmla="*/ 1289837 h 1600474"/>
              <a:gd name="connsiteX5" fmla="*/ 9385895 w 9662615"/>
              <a:gd name="connsiteY5" fmla="*/ 1269203 h 1600474"/>
              <a:gd name="connsiteX6" fmla="*/ 9144767 w 9662615"/>
              <a:gd name="connsiteY6" fmla="*/ 1264120 h 1600474"/>
              <a:gd name="connsiteX7" fmla="*/ 8837252 w 9662615"/>
              <a:gd name="connsiteY7" fmla="*/ 1350515 h 1600474"/>
              <a:gd name="connsiteX8" fmla="*/ 8705466 w 9662615"/>
              <a:gd name="connsiteY8" fmla="*/ 1342419 h 1600474"/>
              <a:gd name="connsiteX9" fmla="*/ 8652221 w 9662615"/>
              <a:gd name="connsiteY9" fmla="*/ 1326906 h 1600474"/>
              <a:gd name="connsiteX10" fmla="*/ 8632312 w 9662615"/>
              <a:gd name="connsiteY10" fmla="*/ 1326025 h 1600474"/>
              <a:gd name="connsiteX11" fmla="*/ 8591582 w 9662615"/>
              <a:gd name="connsiteY11" fmla="*/ 1341666 h 1600474"/>
              <a:gd name="connsiteX12" fmla="*/ 8537336 w 9662615"/>
              <a:gd name="connsiteY12" fmla="*/ 1341684 h 1600474"/>
              <a:gd name="connsiteX13" fmla="*/ 8472508 w 9662615"/>
              <a:gd name="connsiteY13" fmla="*/ 1363109 h 1600474"/>
              <a:gd name="connsiteX14" fmla="*/ 8258477 w 9662615"/>
              <a:gd name="connsiteY14" fmla="*/ 1370666 h 1600474"/>
              <a:gd name="connsiteX15" fmla="*/ 8197961 w 9662615"/>
              <a:gd name="connsiteY15" fmla="*/ 1392804 h 1600474"/>
              <a:gd name="connsiteX16" fmla="*/ 8171196 w 9662615"/>
              <a:gd name="connsiteY16" fmla="*/ 1397216 h 1600474"/>
              <a:gd name="connsiteX17" fmla="*/ 8127667 w 9662615"/>
              <a:gd name="connsiteY17" fmla="*/ 1418254 h 1600474"/>
              <a:gd name="connsiteX18" fmla="*/ 7974579 w 9662615"/>
              <a:gd name="connsiteY18" fmla="*/ 1383439 h 1600474"/>
              <a:gd name="connsiteX19" fmla="*/ 7768351 w 9662615"/>
              <a:gd name="connsiteY19" fmla="*/ 1395051 h 1600474"/>
              <a:gd name="connsiteX20" fmla="*/ 7635985 w 9662615"/>
              <a:gd name="connsiteY20" fmla="*/ 1386363 h 1600474"/>
              <a:gd name="connsiteX21" fmla="*/ 7466069 w 9662615"/>
              <a:gd name="connsiteY21" fmla="*/ 1377654 h 1600474"/>
              <a:gd name="connsiteX22" fmla="*/ 7355642 w 9662615"/>
              <a:gd name="connsiteY22" fmla="*/ 1407761 h 1600474"/>
              <a:gd name="connsiteX23" fmla="*/ 7151610 w 9662615"/>
              <a:gd name="connsiteY23" fmla="*/ 1397856 h 1600474"/>
              <a:gd name="connsiteX24" fmla="*/ 7082147 w 9662615"/>
              <a:gd name="connsiteY24" fmla="*/ 1406113 h 1600474"/>
              <a:gd name="connsiteX25" fmla="*/ 7014958 w 9662615"/>
              <a:gd name="connsiteY25" fmla="*/ 1396883 h 1600474"/>
              <a:gd name="connsiteX26" fmla="*/ 6907567 w 9662615"/>
              <a:gd name="connsiteY26" fmla="*/ 1419149 h 1600474"/>
              <a:gd name="connsiteX27" fmla="*/ 6748428 w 9662615"/>
              <a:gd name="connsiteY27" fmla="*/ 1420308 h 1600474"/>
              <a:gd name="connsiteX28" fmla="*/ 6654257 w 9662615"/>
              <a:gd name="connsiteY28" fmla="*/ 1424143 h 1600474"/>
              <a:gd name="connsiteX29" fmla="*/ 6620123 w 9662615"/>
              <a:gd name="connsiteY29" fmla="*/ 1430535 h 1600474"/>
              <a:gd name="connsiteX30" fmla="*/ 6571355 w 9662615"/>
              <a:gd name="connsiteY30" fmla="*/ 1436144 h 1600474"/>
              <a:gd name="connsiteX31" fmla="*/ 6486557 w 9662615"/>
              <a:gd name="connsiteY31" fmla="*/ 1449861 h 1600474"/>
              <a:gd name="connsiteX32" fmla="*/ 6370419 w 9662615"/>
              <a:gd name="connsiteY32" fmla="*/ 1461649 h 1600474"/>
              <a:gd name="connsiteX33" fmla="*/ 6278839 w 9662615"/>
              <a:gd name="connsiteY33" fmla="*/ 1449160 h 1600474"/>
              <a:gd name="connsiteX34" fmla="*/ 6272455 w 9662615"/>
              <a:gd name="connsiteY34" fmla="*/ 1453191 h 1600474"/>
              <a:gd name="connsiteX35" fmla="*/ 6212659 w 9662615"/>
              <a:gd name="connsiteY35" fmla="*/ 1454850 h 1600474"/>
              <a:gd name="connsiteX36" fmla="*/ 6069317 w 9662615"/>
              <a:gd name="connsiteY36" fmla="*/ 1445838 h 1600474"/>
              <a:gd name="connsiteX37" fmla="*/ 5878477 w 9662615"/>
              <a:gd name="connsiteY37" fmla="*/ 1439180 h 1600474"/>
              <a:gd name="connsiteX38" fmla="*/ 5838387 w 9662615"/>
              <a:gd name="connsiteY38" fmla="*/ 1444679 h 1600474"/>
              <a:gd name="connsiteX39" fmla="*/ 5771136 w 9662615"/>
              <a:gd name="connsiteY39" fmla="*/ 1453639 h 1600474"/>
              <a:gd name="connsiteX40" fmla="*/ 5724081 w 9662615"/>
              <a:gd name="connsiteY40" fmla="*/ 1470431 h 1600474"/>
              <a:gd name="connsiteX41" fmla="*/ 5666577 w 9662615"/>
              <a:gd name="connsiteY41" fmla="*/ 1473921 h 1600474"/>
              <a:gd name="connsiteX42" fmla="*/ 5649068 w 9662615"/>
              <a:gd name="connsiteY42" fmla="*/ 1461676 h 1600474"/>
              <a:gd name="connsiteX43" fmla="*/ 5588902 w 9662615"/>
              <a:gd name="connsiteY43" fmla="*/ 1469647 h 1600474"/>
              <a:gd name="connsiteX44" fmla="*/ 5498090 w 9662615"/>
              <a:gd name="connsiteY44" fmla="*/ 1483173 h 1600474"/>
              <a:gd name="connsiteX45" fmla="*/ 5444641 w 9662615"/>
              <a:gd name="connsiteY45" fmla="*/ 1487602 h 1600474"/>
              <a:gd name="connsiteX46" fmla="*/ 5299812 w 9662615"/>
              <a:gd name="connsiteY46" fmla="*/ 1503362 h 1600474"/>
              <a:gd name="connsiteX47" fmla="*/ 5213947 w 9662615"/>
              <a:gd name="connsiteY47" fmla="*/ 1516637 h 1600474"/>
              <a:gd name="connsiteX48" fmla="*/ 5090342 w 9662615"/>
              <a:gd name="connsiteY48" fmla="*/ 1546680 h 1600474"/>
              <a:gd name="connsiteX49" fmla="*/ 5129812 w 9662615"/>
              <a:gd name="connsiteY49" fmla="*/ 1521277 h 1600474"/>
              <a:gd name="connsiteX50" fmla="*/ 5059484 w 9662615"/>
              <a:gd name="connsiteY50" fmla="*/ 1546802 h 1600474"/>
              <a:gd name="connsiteX51" fmla="*/ 5038524 w 9662615"/>
              <a:gd name="connsiteY51" fmla="*/ 1545675 h 1600474"/>
              <a:gd name="connsiteX52" fmla="*/ 5026564 w 9662615"/>
              <a:gd name="connsiteY52" fmla="*/ 1545376 h 1600474"/>
              <a:gd name="connsiteX53" fmla="*/ 4969433 w 9662615"/>
              <a:gd name="connsiteY53" fmla="*/ 1550865 h 1600474"/>
              <a:gd name="connsiteX54" fmla="*/ 4929254 w 9662615"/>
              <a:gd name="connsiteY54" fmla="*/ 1563452 h 1600474"/>
              <a:gd name="connsiteX55" fmla="*/ 4871726 w 9662615"/>
              <a:gd name="connsiteY55" fmla="*/ 1570584 h 1600474"/>
              <a:gd name="connsiteX56" fmla="*/ 4843267 w 9662615"/>
              <a:gd name="connsiteY56" fmla="*/ 1561459 h 1600474"/>
              <a:gd name="connsiteX57" fmla="*/ 4821058 w 9662615"/>
              <a:gd name="connsiteY57" fmla="*/ 1553078 h 1600474"/>
              <a:gd name="connsiteX58" fmla="*/ 4791466 w 9662615"/>
              <a:gd name="connsiteY58" fmla="*/ 1561324 h 1600474"/>
              <a:gd name="connsiteX59" fmla="*/ 4784247 w 9662615"/>
              <a:gd name="connsiteY59" fmla="*/ 1562342 h 1600474"/>
              <a:gd name="connsiteX60" fmla="*/ 4739309 w 9662615"/>
              <a:gd name="connsiteY60" fmla="*/ 1553948 h 1600474"/>
              <a:gd name="connsiteX61" fmla="*/ 4697562 w 9662615"/>
              <a:gd name="connsiteY61" fmla="*/ 1551206 h 1600474"/>
              <a:gd name="connsiteX62" fmla="*/ 4650737 w 9662615"/>
              <a:gd name="connsiteY62" fmla="*/ 1537381 h 1600474"/>
              <a:gd name="connsiteX63" fmla="*/ 4583150 w 9662615"/>
              <a:gd name="connsiteY63" fmla="*/ 1529064 h 1600474"/>
              <a:gd name="connsiteX64" fmla="*/ 4521734 w 9662615"/>
              <a:gd name="connsiteY64" fmla="*/ 1529359 h 1600474"/>
              <a:gd name="connsiteX65" fmla="*/ 4382398 w 9662615"/>
              <a:gd name="connsiteY65" fmla="*/ 1534108 h 1600474"/>
              <a:gd name="connsiteX66" fmla="*/ 4221826 w 9662615"/>
              <a:gd name="connsiteY66" fmla="*/ 1500972 h 1600474"/>
              <a:gd name="connsiteX67" fmla="*/ 4096601 w 9662615"/>
              <a:gd name="connsiteY67" fmla="*/ 1521563 h 1600474"/>
              <a:gd name="connsiteX68" fmla="*/ 4046172 w 9662615"/>
              <a:gd name="connsiteY68" fmla="*/ 1600474 h 1600474"/>
              <a:gd name="connsiteX69" fmla="*/ 3833906 w 9662615"/>
              <a:gd name="connsiteY69" fmla="*/ 1516637 h 1600474"/>
              <a:gd name="connsiteX70" fmla="*/ 3696258 w 9662615"/>
              <a:gd name="connsiteY70" fmla="*/ 1537563 h 1600474"/>
              <a:gd name="connsiteX71" fmla="*/ 3594070 w 9662615"/>
              <a:gd name="connsiteY71" fmla="*/ 1509422 h 1600474"/>
              <a:gd name="connsiteX72" fmla="*/ 3565233 w 9662615"/>
              <a:gd name="connsiteY72" fmla="*/ 1515122 h 1600474"/>
              <a:gd name="connsiteX73" fmla="*/ 3560267 w 9662615"/>
              <a:gd name="connsiteY73" fmla="*/ 1516288 h 1600474"/>
              <a:gd name="connsiteX74" fmla="*/ 3540258 w 9662615"/>
              <a:gd name="connsiteY74" fmla="*/ 1516976 h 1600474"/>
              <a:gd name="connsiteX75" fmla="*/ 3534780 w 9662615"/>
              <a:gd name="connsiteY75" fmla="*/ 1522141 h 1600474"/>
              <a:gd name="connsiteX76" fmla="*/ 3504783 w 9662615"/>
              <a:gd name="connsiteY76" fmla="*/ 1526739 h 1600474"/>
              <a:gd name="connsiteX77" fmla="*/ 3430805 w 9662615"/>
              <a:gd name="connsiteY77" fmla="*/ 1542521 h 1600474"/>
              <a:gd name="connsiteX78" fmla="*/ 3292707 w 9662615"/>
              <a:gd name="connsiteY78" fmla="*/ 1520490 h 1600474"/>
              <a:gd name="connsiteX79" fmla="*/ 3187872 w 9662615"/>
              <a:gd name="connsiteY79" fmla="*/ 1519991 h 1600474"/>
              <a:gd name="connsiteX80" fmla="*/ 3148026 w 9662615"/>
              <a:gd name="connsiteY80" fmla="*/ 1524777 h 1600474"/>
              <a:gd name="connsiteX81" fmla="*/ 3092394 w 9662615"/>
              <a:gd name="connsiteY81" fmla="*/ 1528115 h 1600474"/>
              <a:gd name="connsiteX82" fmla="*/ 2994200 w 9662615"/>
              <a:gd name="connsiteY82" fmla="*/ 1537857 h 1600474"/>
              <a:gd name="connsiteX83" fmla="*/ 2862301 w 9662615"/>
              <a:gd name="connsiteY83" fmla="*/ 1544250 h 1600474"/>
              <a:gd name="connsiteX84" fmla="*/ 2766335 w 9662615"/>
              <a:gd name="connsiteY84" fmla="*/ 1527662 h 1600474"/>
              <a:gd name="connsiteX85" fmla="*/ 2757836 w 9662615"/>
              <a:gd name="connsiteY85" fmla="*/ 1531371 h 1600474"/>
              <a:gd name="connsiteX86" fmla="*/ 2691555 w 9662615"/>
              <a:gd name="connsiteY86" fmla="*/ 1530283 h 1600474"/>
              <a:gd name="connsiteX87" fmla="*/ 2491676 w 9662615"/>
              <a:gd name="connsiteY87" fmla="*/ 1500859 h 1600474"/>
              <a:gd name="connsiteX88" fmla="*/ 2378036 w 9662615"/>
              <a:gd name="connsiteY88" fmla="*/ 1520645 h 1600474"/>
              <a:gd name="connsiteX89" fmla="*/ 2284269 w 9662615"/>
              <a:gd name="connsiteY89" fmla="*/ 1503068 h 1600474"/>
              <a:gd name="connsiteX90" fmla="*/ 2207104 w 9662615"/>
              <a:gd name="connsiteY90" fmla="*/ 1508888 h 1600474"/>
              <a:gd name="connsiteX91" fmla="*/ 2149226 w 9662615"/>
              <a:gd name="connsiteY91" fmla="*/ 1523409 h 1600474"/>
              <a:gd name="connsiteX92" fmla="*/ 2084783 w 9662615"/>
              <a:gd name="connsiteY92" fmla="*/ 1524245 h 1600474"/>
              <a:gd name="connsiteX93" fmla="*/ 2070075 w 9662615"/>
              <a:gd name="connsiteY93" fmla="*/ 1511285 h 1600474"/>
              <a:gd name="connsiteX94" fmla="*/ 2001057 w 9662615"/>
              <a:gd name="connsiteY94" fmla="*/ 1516449 h 1600474"/>
              <a:gd name="connsiteX95" fmla="*/ 1896330 w 9662615"/>
              <a:gd name="connsiteY95" fmla="*/ 1525725 h 1600474"/>
              <a:gd name="connsiteX96" fmla="*/ 1835994 w 9662615"/>
              <a:gd name="connsiteY96" fmla="*/ 1527678 h 1600474"/>
              <a:gd name="connsiteX97" fmla="*/ 1671119 w 9662615"/>
              <a:gd name="connsiteY97" fmla="*/ 1536701 h 1600474"/>
              <a:gd name="connsiteX98" fmla="*/ 1601337 w 9662615"/>
              <a:gd name="connsiteY98" fmla="*/ 1548552 h 1600474"/>
              <a:gd name="connsiteX99" fmla="*/ 1407755 w 9662615"/>
              <a:gd name="connsiteY99" fmla="*/ 1571444 h 1600474"/>
              <a:gd name="connsiteX100" fmla="*/ 1271994 w 9662615"/>
              <a:gd name="connsiteY100" fmla="*/ 1579471 h 1600474"/>
              <a:gd name="connsiteX101" fmla="*/ 1249226 w 9662615"/>
              <a:gd name="connsiteY101" fmla="*/ 1583140 h 1600474"/>
              <a:gd name="connsiteX102" fmla="*/ 1217719 w 9662615"/>
              <a:gd name="connsiteY102" fmla="*/ 1580863 h 1600474"/>
              <a:gd name="connsiteX103" fmla="*/ 1091432 w 9662615"/>
              <a:gd name="connsiteY103" fmla="*/ 1571003 h 1600474"/>
              <a:gd name="connsiteX104" fmla="*/ 992039 w 9662615"/>
              <a:gd name="connsiteY104" fmla="*/ 1556662 h 1600474"/>
              <a:gd name="connsiteX105" fmla="*/ 868264 w 9662615"/>
              <a:gd name="connsiteY105" fmla="*/ 1566392 h 1600474"/>
              <a:gd name="connsiteX106" fmla="*/ 792765 w 9662615"/>
              <a:gd name="connsiteY106" fmla="*/ 1563102 h 1600474"/>
              <a:gd name="connsiteX107" fmla="*/ 669055 w 9662615"/>
              <a:gd name="connsiteY107" fmla="*/ 1543638 h 1600474"/>
              <a:gd name="connsiteX108" fmla="*/ 506152 w 9662615"/>
              <a:gd name="connsiteY108" fmla="*/ 1549124 h 1600474"/>
              <a:gd name="connsiteX109" fmla="*/ 472797 w 9662615"/>
              <a:gd name="connsiteY109" fmla="*/ 1568904 h 1600474"/>
              <a:gd name="connsiteX110" fmla="*/ 427864 w 9662615"/>
              <a:gd name="connsiteY110" fmla="*/ 1580848 h 1600474"/>
              <a:gd name="connsiteX111" fmla="*/ 408381 w 9662615"/>
              <a:gd name="connsiteY111" fmla="*/ 1552940 h 1600474"/>
              <a:gd name="connsiteX112" fmla="*/ 267163 w 9662615"/>
              <a:gd name="connsiteY112" fmla="*/ 1531913 h 1600474"/>
              <a:gd name="connsiteX113" fmla="*/ 196644 w 9662615"/>
              <a:gd name="connsiteY113" fmla="*/ 1524565 h 1600474"/>
              <a:gd name="connsiteX114" fmla="*/ 86819 w 9662615"/>
              <a:gd name="connsiteY114" fmla="*/ 1519517 h 1600474"/>
              <a:gd name="connsiteX115" fmla="*/ 53369 w 9662615"/>
              <a:gd name="connsiteY115" fmla="*/ 1516853 h 1600474"/>
              <a:gd name="connsiteX116" fmla="*/ 2359 w 9662615"/>
              <a:gd name="connsiteY116" fmla="*/ 1515247 h 1600474"/>
              <a:gd name="connsiteX117" fmla="*/ 0 w 9662615"/>
              <a:gd name="connsiteY117" fmla="*/ 1514932 h 1600474"/>
              <a:gd name="connsiteX118" fmla="*/ 0 w 9662615"/>
              <a:gd name="connsiteY118" fmla="*/ 0 h 1600474"/>
              <a:gd name="connsiteX0" fmla="*/ 0 w 9662615"/>
              <a:gd name="connsiteY0" fmla="*/ 0 h 1679987"/>
              <a:gd name="connsiteX1" fmla="*/ 9662615 w 9662615"/>
              <a:gd name="connsiteY1" fmla="*/ 0 h 1679987"/>
              <a:gd name="connsiteX2" fmla="*/ 9662615 w 9662615"/>
              <a:gd name="connsiteY2" fmla="*/ 1280346 h 1679987"/>
              <a:gd name="connsiteX3" fmla="*/ 9658420 w 9662615"/>
              <a:gd name="connsiteY3" fmla="*/ 1280106 h 1679987"/>
              <a:gd name="connsiteX4" fmla="*/ 9469546 w 9662615"/>
              <a:gd name="connsiteY4" fmla="*/ 1289837 h 1679987"/>
              <a:gd name="connsiteX5" fmla="*/ 9385895 w 9662615"/>
              <a:gd name="connsiteY5" fmla="*/ 1269203 h 1679987"/>
              <a:gd name="connsiteX6" fmla="*/ 9144767 w 9662615"/>
              <a:gd name="connsiteY6" fmla="*/ 1264120 h 1679987"/>
              <a:gd name="connsiteX7" fmla="*/ 8837252 w 9662615"/>
              <a:gd name="connsiteY7" fmla="*/ 1350515 h 1679987"/>
              <a:gd name="connsiteX8" fmla="*/ 8705466 w 9662615"/>
              <a:gd name="connsiteY8" fmla="*/ 1342419 h 1679987"/>
              <a:gd name="connsiteX9" fmla="*/ 8652221 w 9662615"/>
              <a:gd name="connsiteY9" fmla="*/ 1326906 h 1679987"/>
              <a:gd name="connsiteX10" fmla="*/ 8632312 w 9662615"/>
              <a:gd name="connsiteY10" fmla="*/ 1326025 h 1679987"/>
              <a:gd name="connsiteX11" fmla="*/ 8591582 w 9662615"/>
              <a:gd name="connsiteY11" fmla="*/ 1341666 h 1679987"/>
              <a:gd name="connsiteX12" fmla="*/ 8537336 w 9662615"/>
              <a:gd name="connsiteY12" fmla="*/ 1341684 h 1679987"/>
              <a:gd name="connsiteX13" fmla="*/ 8472508 w 9662615"/>
              <a:gd name="connsiteY13" fmla="*/ 1363109 h 1679987"/>
              <a:gd name="connsiteX14" fmla="*/ 8258477 w 9662615"/>
              <a:gd name="connsiteY14" fmla="*/ 1370666 h 1679987"/>
              <a:gd name="connsiteX15" fmla="*/ 8197961 w 9662615"/>
              <a:gd name="connsiteY15" fmla="*/ 1392804 h 1679987"/>
              <a:gd name="connsiteX16" fmla="*/ 8171196 w 9662615"/>
              <a:gd name="connsiteY16" fmla="*/ 1397216 h 1679987"/>
              <a:gd name="connsiteX17" fmla="*/ 8127667 w 9662615"/>
              <a:gd name="connsiteY17" fmla="*/ 1418254 h 1679987"/>
              <a:gd name="connsiteX18" fmla="*/ 7974579 w 9662615"/>
              <a:gd name="connsiteY18" fmla="*/ 1383439 h 1679987"/>
              <a:gd name="connsiteX19" fmla="*/ 7768351 w 9662615"/>
              <a:gd name="connsiteY19" fmla="*/ 1395051 h 1679987"/>
              <a:gd name="connsiteX20" fmla="*/ 7635985 w 9662615"/>
              <a:gd name="connsiteY20" fmla="*/ 1386363 h 1679987"/>
              <a:gd name="connsiteX21" fmla="*/ 7466069 w 9662615"/>
              <a:gd name="connsiteY21" fmla="*/ 1377654 h 1679987"/>
              <a:gd name="connsiteX22" fmla="*/ 7355642 w 9662615"/>
              <a:gd name="connsiteY22" fmla="*/ 1407761 h 1679987"/>
              <a:gd name="connsiteX23" fmla="*/ 7151610 w 9662615"/>
              <a:gd name="connsiteY23" fmla="*/ 1397856 h 1679987"/>
              <a:gd name="connsiteX24" fmla="*/ 7082147 w 9662615"/>
              <a:gd name="connsiteY24" fmla="*/ 1406113 h 1679987"/>
              <a:gd name="connsiteX25" fmla="*/ 7014958 w 9662615"/>
              <a:gd name="connsiteY25" fmla="*/ 1396883 h 1679987"/>
              <a:gd name="connsiteX26" fmla="*/ 6907567 w 9662615"/>
              <a:gd name="connsiteY26" fmla="*/ 1419149 h 1679987"/>
              <a:gd name="connsiteX27" fmla="*/ 6748428 w 9662615"/>
              <a:gd name="connsiteY27" fmla="*/ 1420308 h 1679987"/>
              <a:gd name="connsiteX28" fmla="*/ 6654257 w 9662615"/>
              <a:gd name="connsiteY28" fmla="*/ 1424143 h 1679987"/>
              <a:gd name="connsiteX29" fmla="*/ 6620123 w 9662615"/>
              <a:gd name="connsiteY29" fmla="*/ 1430535 h 1679987"/>
              <a:gd name="connsiteX30" fmla="*/ 6571355 w 9662615"/>
              <a:gd name="connsiteY30" fmla="*/ 1436144 h 1679987"/>
              <a:gd name="connsiteX31" fmla="*/ 6486557 w 9662615"/>
              <a:gd name="connsiteY31" fmla="*/ 1449861 h 1679987"/>
              <a:gd name="connsiteX32" fmla="*/ 6370419 w 9662615"/>
              <a:gd name="connsiteY32" fmla="*/ 1461649 h 1679987"/>
              <a:gd name="connsiteX33" fmla="*/ 6278839 w 9662615"/>
              <a:gd name="connsiteY33" fmla="*/ 1449160 h 1679987"/>
              <a:gd name="connsiteX34" fmla="*/ 6272455 w 9662615"/>
              <a:gd name="connsiteY34" fmla="*/ 1453191 h 1679987"/>
              <a:gd name="connsiteX35" fmla="*/ 6212659 w 9662615"/>
              <a:gd name="connsiteY35" fmla="*/ 1454850 h 1679987"/>
              <a:gd name="connsiteX36" fmla="*/ 6069317 w 9662615"/>
              <a:gd name="connsiteY36" fmla="*/ 1445838 h 1679987"/>
              <a:gd name="connsiteX37" fmla="*/ 5878477 w 9662615"/>
              <a:gd name="connsiteY37" fmla="*/ 1439180 h 1679987"/>
              <a:gd name="connsiteX38" fmla="*/ 5838387 w 9662615"/>
              <a:gd name="connsiteY38" fmla="*/ 1444679 h 1679987"/>
              <a:gd name="connsiteX39" fmla="*/ 5771136 w 9662615"/>
              <a:gd name="connsiteY39" fmla="*/ 1453639 h 1679987"/>
              <a:gd name="connsiteX40" fmla="*/ 5724081 w 9662615"/>
              <a:gd name="connsiteY40" fmla="*/ 1470431 h 1679987"/>
              <a:gd name="connsiteX41" fmla="*/ 5666577 w 9662615"/>
              <a:gd name="connsiteY41" fmla="*/ 1473921 h 1679987"/>
              <a:gd name="connsiteX42" fmla="*/ 5649068 w 9662615"/>
              <a:gd name="connsiteY42" fmla="*/ 1461676 h 1679987"/>
              <a:gd name="connsiteX43" fmla="*/ 5588902 w 9662615"/>
              <a:gd name="connsiteY43" fmla="*/ 1469647 h 1679987"/>
              <a:gd name="connsiteX44" fmla="*/ 5498090 w 9662615"/>
              <a:gd name="connsiteY44" fmla="*/ 1483173 h 1679987"/>
              <a:gd name="connsiteX45" fmla="*/ 5444641 w 9662615"/>
              <a:gd name="connsiteY45" fmla="*/ 1487602 h 1679987"/>
              <a:gd name="connsiteX46" fmla="*/ 5299812 w 9662615"/>
              <a:gd name="connsiteY46" fmla="*/ 1503362 h 1679987"/>
              <a:gd name="connsiteX47" fmla="*/ 5213947 w 9662615"/>
              <a:gd name="connsiteY47" fmla="*/ 1516637 h 1679987"/>
              <a:gd name="connsiteX48" fmla="*/ 5090342 w 9662615"/>
              <a:gd name="connsiteY48" fmla="*/ 1546680 h 1679987"/>
              <a:gd name="connsiteX49" fmla="*/ 5129812 w 9662615"/>
              <a:gd name="connsiteY49" fmla="*/ 1521277 h 1679987"/>
              <a:gd name="connsiteX50" fmla="*/ 5059484 w 9662615"/>
              <a:gd name="connsiteY50" fmla="*/ 1546802 h 1679987"/>
              <a:gd name="connsiteX51" fmla="*/ 5038524 w 9662615"/>
              <a:gd name="connsiteY51" fmla="*/ 1545675 h 1679987"/>
              <a:gd name="connsiteX52" fmla="*/ 5026564 w 9662615"/>
              <a:gd name="connsiteY52" fmla="*/ 1545376 h 1679987"/>
              <a:gd name="connsiteX53" fmla="*/ 4969433 w 9662615"/>
              <a:gd name="connsiteY53" fmla="*/ 1550865 h 1679987"/>
              <a:gd name="connsiteX54" fmla="*/ 4929254 w 9662615"/>
              <a:gd name="connsiteY54" fmla="*/ 1563452 h 1679987"/>
              <a:gd name="connsiteX55" fmla="*/ 4871726 w 9662615"/>
              <a:gd name="connsiteY55" fmla="*/ 1570584 h 1679987"/>
              <a:gd name="connsiteX56" fmla="*/ 4843267 w 9662615"/>
              <a:gd name="connsiteY56" fmla="*/ 1561459 h 1679987"/>
              <a:gd name="connsiteX57" fmla="*/ 4821058 w 9662615"/>
              <a:gd name="connsiteY57" fmla="*/ 1553078 h 1679987"/>
              <a:gd name="connsiteX58" fmla="*/ 4791466 w 9662615"/>
              <a:gd name="connsiteY58" fmla="*/ 1561324 h 1679987"/>
              <a:gd name="connsiteX59" fmla="*/ 4784247 w 9662615"/>
              <a:gd name="connsiteY59" fmla="*/ 1562342 h 1679987"/>
              <a:gd name="connsiteX60" fmla="*/ 4739309 w 9662615"/>
              <a:gd name="connsiteY60" fmla="*/ 1553948 h 1679987"/>
              <a:gd name="connsiteX61" fmla="*/ 4697562 w 9662615"/>
              <a:gd name="connsiteY61" fmla="*/ 1551206 h 1679987"/>
              <a:gd name="connsiteX62" fmla="*/ 4650737 w 9662615"/>
              <a:gd name="connsiteY62" fmla="*/ 1537381 h 1679987"/>
              <a:gd name="connsiteX63" fmla="*/ 4583150 w 9662615"/>
              <a:gd name="connsiteY63" fmla="*/ 1529064 h 1679987"/>
              <a:gd name="connsiteX64" fmla="*/ 4521734 w 9662615"/>
              <a:gd name="connsiteY64" fmla="*/ 1529359 h 1679987"/>
              <a:gd name="connsiteX65" fmla="*/ 4382398 w 9662615"/>
              <a:gd name="connsiteY65" fmla="*/ 1534108 h 1679987"/>
              <a:gd name="connsiteX66" fmla="*/ 4221826 w 9662615"/>
              <a:gd name="connsiteY66" fmla="*/ 1500972 h 1679987"/>
              <a:gd name="connsiteX67" fmla="*/ 4096601 w 9662615"/>
              <a:gd name="connsiteY67" fmla="*/ 1521563 h 1679987"/>
              <a:gd name="connsiteX68" fmla="*/ 3879195 w 9662615"/>
              <a:gd name="connsiteY68" fmla="*/ 1679987 h 1679987"/>
              <a:gd name="connsiteX69" fmla="*/ 3833906 w 9662615"/>
              <a:gd name="connsiteY69" fmla="*/ 1516637 h 1679987"/>
              <a:gd name="connsiteX70" fmla="*/ 3696258 w 9662615"/>
              <a:gd name="connsiteY70" fmla="*/ 1537563 h 1679987"/>
              <a:gd name="connsiteX71" fmla="*/ 3594070 w 9662615"/>
              <a:gd name="connsiteY71" fmla="*/ 1509422 h 1679987"/>
              <a:gd name="connsiteX72" fmla="*/ 3565233 w 9662615"/>
              <a:gd name="connsiteY72" fmla="*/ 1515122 h 1679987"/>
              <a:gd name="connsiteX73" fmla="*/ 3560267 w 9662615"/>
              <a:gd name="connsiteY73" fmla="*/ 1516288 h 1679987"/>
              <a:gd name="connsiteX74" fmla="*/ 3540258 w 9662615"/>
              <a:gd name="connsiteY74" fmla="*/ 1516976 h 1679987"/>
              <a:gd name="connsiteX75" fmla="*/ 3534780 w 9662615"/>
              <a:gd name="connsiteY75" fmla="*/ 1522141 h 1679987"/>
              <a:gd name="connsiteX76" fmla="*/ 3504783 w 9662615"/>
              <a:gd name="connsiteY76" fmla="*/ 1526739 h 1679987"/>
              <a:gd name="connsiteX77" fmla="*/ 3430805 w 9662615"/>
              <a:gd name="connsiteY77" fmla="*/ 1542521 h 1679987"/>
              <a:gd name="connsiteX78" fmla="*/ 3292707 w 9662615"/>
              <a:gd name="connsiteY78" fmla="*/ 1520490 h 1679987"/>
              <a:gd name="connsiteX79" fmla="*/ 3187872 w 9662615"/>
              <a:gd name="connsiteY79" fmla="*/ 1519991 h 1679987"/>
              <a:gd name="connsiteX80" fmla="*/ 3148026 w 9662615"/>
              <a:gd name="connsiteY80" fmla="*/ 1524777 h 1679987"/>
              <a:gd name="connsiteX81" fmla="*/ 3092394 w 9662615"/>
              <a:gd name="connsiteY81" fmla="*/ 1528115 h 1679987"/>
              <a:gd name="connsiteX82" fmla="*/ 2994200 w 9662615"/>
              <a:gd name="connsiteY82" fmla="*/ 1537857 h 1679987"/>
              <a:gd name="connsiteX83" fmla="*/ 2862301 w 9662615"/>
              <a:gd name="connsiteY83" fmla="*/ 1544250 h 1679987"/>
              <a:gd name="connsiteX84" fmla="*/ 2766335 w 9662615"/>
              <a:gd name="connsiteY84" fmla="*/ 1527662 h 1679987"/>
              <a:gd name="connsiteX85" fmla="*/ 2757836 w 9662615"/>
              <a:gd name="connsiteY85" fmla="*/ 1531371 h 1679987"/>
              <a:gd name="connsiteX86" fmla="*/ 2691555 w 9662615"/>
              <a:gd name="connsiteY86" fmla="*/ 1530283 h 1679987"/>
              <a:gd name="connsiteX87" fmla="*/ 2491676 w 9662615"/>
              <a:gd name="connsiteY87" fmla="*/ 1500859 h 1679987"/>
              <a:gd name="connsiteX88" fmla="*/ 2378036 w 9662615"/>
              <a:gd name="connsiteY88" fmla="*/ 1520645 h 1679987"/>
              <a:gd name="connsiteX89" fmla="*/ 2284269 w 9662615"/>
              <a:gd name="connsiteY89" fmla="*/ 1503068 h 1679987"/>
              <a:gd name="connsiteX90" fmla="*/ 2207104 w 9662615"/>
              <a:gd name="connsiteY90" fmla="*/ 1508888 h 1679987"/>
              <a:gd name="connsiteX91" fmla="*/ 2149226 w 9662615"/>
              <a:gd name="connsiteY91" fmla="*/ 1523409 h 1679987"/>
              <a:gd name="connsiteX92" fmla="*/ 2084783 w 9662615"/>
              <a:gd name="connsiteY92" fmla="*/ 1524245 h 1679987"/>
              <a:gd name="connsiteX93" fmla="*/ 2070075 w 9662615"/>
              <a:gd name="connsiteY93" fmla="*/ 1511285 h 1679987"/>
              <a:gd name="connsiteX94" fmla="*/ 2001057 w 9662615"/>
              <a:gd name="connsiteY94" fmla="*/ 1516449 h 1679987"/>
              <a:gd name="connsiteX95" fmla="*/ 1896330 w 9662615"/>
              <a:gd name="connsiteY95" fmla="*/ 1525725 h 1679987"/>
              <a:gd name="connsiteX96" fmla="*/ 1835994 w 9662615"/>
              <a:gd name="connsiteY96" fmla="*/ 1527678 h 1679987"/>
              <a:gd name="connsiteX97" fmla="*/ 1671119 w 9662615"/>
              <a:gd name="connsiteY97" fmla="*/ 1536701 h 1679987"/>
              <a:gd name="connsiteX98" fmla="*/ 1601337 w 9662615"/>
              <a:gd name="connsiteY98" fmla="*/ 1548552 h 1679987"/>
              <a:gd name="connsiteX99" fmla="*/ 1407755 w 9662615"/>
              <a:gd name="connsiteY99" fmla="*/ 1571444 h 1679987"/>
              <a:gd name="connsiteX100" fmla="*/ 1271994 w 9662615"/>
              <a:gd name="connsiteY100" fmla="*/ 1579471 h 1679987"/>
              <a:gd name="connsiteX101" fmla="*/ 1249226 w 9662615"/>
              <a:gd name="connsiteY101" fmla="*/ 1583140 h 1679987"/>
              <a:gd name="connsiteX102" fmla="*/ 1217719 w 9662615"/>
              <a:gd name="connsiteY102" fmla="*/ 1580863 h 1679987"/>
              <a:gd name="connsiteX103" fmla="*/ 1091432 w 9662615"/>
              <a:gd name="connsiteY103" fmla="*/ 1571003 h 1679987"/>
              <a:gd name="connsiteX104" fmla="*/ 992039 w 9662615"/>
              <a:gd name="connsiteY104" fmla="*/ 1556662 h 1679987"/>
              <a:gd name="connsiteX105" fmla="*/ 868264 w 9662615"/>
              <a:gd name="connsiteY105" fmla="*/ 1566392 h 1679987"/>
              <a:gd name="connsiteX106" fmla="*/ 792765 w 9662615"/>
              <a:gd name="connsiteY106" fmla="*/ 1563102 h 1679987"/>
              <a:gd name="connsiteX107" fmla="*/ 669055 w 9662615"/>
              <a:gd name="connsiteY107" fmla="*/ 1543638 h 1679987"/>
              <a:gd name="connsiteX108" fmla="*/ 506152 w 9662615"/>
              <a:gd name="connsiteY108" fmla="*/ 1549124 h 1679987"/>
              <a:gd name="connsiteX109" fmla="*/ 472797 w 9662615"/>
              <a:gd name="connsiteY109" fmla="*/ 1568904 h 1679987"/>
              <a:gd name="connsiteX110" fmla="*/ 427864 w 9662615"/>
              <a:gd name="connsiteY110" fmla="*/ 1580848 h 1679987"/>
              <a:gd name="connsiteX111" fmla="*/ 408381 w 9662615"/>
              <a:gd name="connsiteY111" fmla="*/ 1552940 h 1679987"/>
              <a:gd name="connsiteX112" fmla="*/ 267163 w 9662615"/>
              <a:gd name="connsiteY112" fmla="*/ 1531913 h 1679987"/>
              <a:gd name="connsiteX113" fmla="*/ 196644 w 9662615"/>
              <a:gd name="connsiteY113" fmla="*/ 1524565 h 1679987"/>
              <a:gd name="connsiteX114" fmla="*/ 86819 w 9662615"/>
              <a:gd name="connsiteY114" fmla="*/ 1519517 h 1679987"/>
              <a:gd name="connsiteX115" fmla="*/ 53369 w 9662615"/>
              <a:gd name="connsiteY115" fmla="*/ 1516853 h 1679987"/>
              <a:gd name="connsiteX116" fmla="*/ 2359 w 9662615"/>
              <a:gd name="connsiteY116" fmla="*/ 1515247 h 1679987"/>
              <a:gd name="connsiteX117" fmla="*/ 0 w 9662615"/>
              <a:gd name="connsiteY117" fmla="*/ 1514932 h 1679987"/>
              <a:gd name="connsiteX118" fmla="*/ 0 w 9662615"/>
              <a:gd name="connsiteY118" fmla="*/ 0 h 1679987"/>
              <a:gd name="connsiteX0" fmla="*/ 0 w 9662615"/>
              <a:gd name="connsiteY0" fmla="*/ 0 h 1648182"/>
              <a:gd name="connsiteX1" fmla="*/ 9662615 w 9662615"/>
              <a:gd name="connsiteY1" fmla="*/ 0 h 1648182"/>
              <a:gd name="connsiteX2" fmla="*/ 9662615 w 9662615"/>
              <a:gd name="connsiteY2" fmla="*/ 1280346 h 1648182"/>
              <a:gd name="connsiteX3" fmla="*/ 9658420 w 9662615"/>
              <a:gd name="connsiteY3" fmla="*/ 1280106 h 1648182"/>
              <a:gd name="connsiteX4" fmla="*/ 9469546 w 9662615"/>
              <a:gd name="connsiteY4" fmla="*/ 1289837 h 1648182"/>
              <a:gd name="connsiteX5" fmla="*/ 9385895 w 9662615"/>
              <a:gd name="connsiteY5" fmla="*/ 1269203 h 1648182"/>
              <a:gd name="connsiteX6" fmla="*/ 9144767 w 9662615"/>
              <a:gd name="connsiteY6" fmla="*/ 1264120 h 1648182"/>
              <a:gd name="connsiteX7" fmla="*/ 8837252 w 9662615"/>
              <a:gd name="connsiteY7" fmla="*/ 1350515 h 1648182"/>
              <a:gd name="connsiteX8" fmla="*/ 8705466 w 9662615"/>
              <a:gd name="connsiteY8" fmla="*/ 1342419 h 1648182"/>
              <a:gd name="connsiteX9" fmla="*/ 8652221 w 9662615"/>
              <a:gd name="connsiteY9" fmla="*/ 1326906 h 1648182"/>
              <a:gd name="connsiteX10" fmla="*/ 8632312 w 9662615"/>
              <a:gd name="connsiteY10" fmla="*/ 1326025 h 1648182"/>
              <a:gd name="connsiteX11" fmla="*/ 8591582 w 9662615"/>
              <a:gd name="connsiteY11" fmla="*/ 1341666 h 1648182"/>
              <a:gd name="connsiteX12" fmla="*/ 8537336 w 9662615"/>
              <a:gd name="connsiteY12" fmla="*/ 1341684 h 1648182"/>
              <a:gd name="connsiteX13" fmla="*/ 8472508 w 9662615"/>
              <a:gd name="connsiteY13" fmla="*/ 1363109 h 1648182"/>
              <a:gd name="connsiteX14" fmla="*/ 8258477 w 9662615"/>
              <a:gd name="connsiteY14" fmla="*/ 1370666 h 1648182"/>
              <a:gd name="connsiteX15" fmla="*/ 8197961 w 9662615"/>
              <a:gd name="connsiteY15" fmla="*/ 1392804 h 1648182"/>
              <a:gd name="connsiteX16" fmla="*/ 8171196 w 9662615"/>
              <a:gd name="connsiteY16" fmla="*/ 1397216 h 1648182"/>
              <a:gd name="connsiteX17" fmla="*/ 8127667 w 9662615"/>
              <a:gd name="connsiteY17" fmla="*/ 1418254 h 1648182"/>
              <a:gd name="connsiteX18" fmla="*/ 7974579 w 9662615"/>
              <a:gd name="connsiteY18" fmla="*/ 1383439 h 1648182"/>
              <a:gd name="connsiteX19" fmla="*/ 7768351 w 9662615"/>
              <a:gd name="connsiteY19" fmla="*/ 1395051 h 1648182"/>
              <a:gd name="connsiteX20" fmla="*/ 7635985 w 9662615"/>
              <a:gd name="connsiteY20" fmla="*/ 1386363 h 1648182"/>
              <a:gd name="connsiteX21" fmla="*/ 7466069 w 9662615"/>
              <a:gd name="connsiteY21" fmla="*/ 1377654 h 1648182"/>
              <a:gd name="connsiteX22" fmla="*/ 7355642 w 9662615"/>
              <a:gd name="connsiteY22" fmla="*/ 1407761 h 1648182"/>
              <a:gd name="connsiteX23" fmla="*/ 7151610 w 9662615"/>
              <a:gd name="connsiteY23" fmla="*/ 1397856 h 1648182"/>
              <a:gd name="connsiteX24" fmla="*/ 7082147 w 9662615"/>
              <a:gd name="connsiteY24" fmla="*/ 1406113 h 1648182"/>
              <a:gd name="connsiteX25" fmla="*/ 7014958 w 9662615"/>
              <a:gd name="connsiteY25" fmla="*/ 1396883 h 1648182"/>
              <a:gd name="connsiteX26" fmla="*/ 6907567 w 9662615"/>
              <a:gd name="connsiteY26" fmla="*/ 1419149 h 1648182"/>
              <a:gd name="connsiteX27" fmla="*/ 6748428 w 9662615"/>
              <a:gd name="connsiteY27" fmla="*/ 1420308 h 1648182"/>
              <a:gd name="connsiteX28" fmla="*/ 6654257 w 9662615"/>
              <a:gd name="connsiteY28" fmla="*/ 1424143 h 1648182"/>
              <a:gd name="connsiteX29" fmla="*/ 6620123 w 9662615"/>
              <a:gd name="connsiteY29" fmla="*/ 1430535 h 1648182"/>
              <a:gd name="connsiteX30" fmla="*/ 6571355 w 9662615"/>
              <a:gd name="connsiteY30" fmla="*/ 1436144 h 1648182"/>
              <a:gd name="connsiteX31" fmla="*/ 6486557 w 9662615"/>
              <a:gd name="connsiteY31" fmla="*/ 1449861 h 1648182"/>
              <a:gd name="connsiteX32" fmla="*/ 6370419 w 9662615"/>
              <a:gd name="connsiteY32" fmla="*/ 1461649 h 1648182"/>
              <a:gd name="connsiteX33" fmla="*/ 6278839 w 9662615"/>
              <a:gd name="connsiteY33" fmla="*/ 1449160 h 1648182"/>
              <a:gd name="connsiteX34" fmla="*/ 6272455 w 9662615"/>
              <a:gd name="connsiteY34" fmla="*/ 1453191 h 1648182"/>
              <a:gd name="connsiteX35" fmla="*/ 6212659 w 9662615"/>
              <a:gd name="connsiteY35" fmla="*/ 1454850 h 1648182"/>
              <a:gd name="connsiteX36" fmla="*/ 6069317 w 9662615"/>
              <a:gd name="connsiteY36" fmla="*/ 1445838 h 1648182"/>
              <a:gd name="connsiteX37" fmla="*/ 5878477 w 9662615"/>
              <a:gd name="connsiteY37" fmla="*/ 1439180 h 1648182"/>
              <a:gd name="connsiteX38" fmla="*/ 5838387 w 9662615"/>
              <a:gd name="connsiteY38" fmla="*/ 1444679 h 1648182"/>
              <a:gd name="connsiteX39" fmla="*/ 5771136 w 9662615"/>
              <a:gd name="connsiteY39" fmla="*/ 1453639 h 1648182"/>
              <a:gd name="connsiteX40" fmla="*/ 5724081 w 9662615"/>
              <a:gd name="connsiteY40" fmla="*/ 1470431 h 1648182"/>
              <a:gd name="connsiteX41" fmla="*/ 5666577 w 9662615"/>
              <a:gd name="connsiteY41" fmla="*/ 1473921 h 1648182"/>
              <a:gd name="connsiteX42" fmla="*/ 5649068 w 9662615"/>
              <a:gd name="connsiteY42" fmla="*/ 1461676 h 1648182"/>
              <a:gd name="connsiteX43" fmla="*/ 5588902 w 9662615"/>
              <a:gd name="connsiteY43" fmla="*/ 1469647 h 1648182"/>
              <a:gd name="connsiteX44" fmla="*/ 5498090 w 9662615"/>
              <a:gd name="connsiteY44" fmla="*/ 1483173 h 1648182"/>
              <a:gd name="connsiteX45" fmla="*/ 5444641 w 9662615"/>
              <a:gd name="connsiteY45" fmla="*/ 1487602 h 1648182"/>
              <a:gd name="connsiteX46" fmla="*/ 5299812 w 9662615"/>
              <a:gd name="connsiteY46" fmla="*/ 1503362 h 1648182"/>
              <a:gd name="connsiteX47" fmla="*/ 5213947 w 9662615"/>
              <a:gd name="connsiteY47" fmla="*/ 1516637 h 1648182"/>
              <a:gd name="connsiteX48" fmla="*/ 5090342 w 9662615"/>
              <a:gd name="connsiteY48" fmla="*/ 1546680 h 1648182"/>
              <a:gd name="connsiteX49" fmla="*/ 5129812 w 9662615"/>
              <a:gd name="connsiteY49" fmla="*/ 1521277 h 1648182"/>
              <a:gd name="connsiteX50" fmla="*/ 5059484 w 9662615"/>
              <a:gd name="connsiteY50" fmla="*/ 1546802 h 1648182"/>
              <a:gd name="connsiteX51" fmla="*/ 5038524 w 9662615"/>
              <a:gd name="connsiteY51" fmla="*/ 1545675 h 1648182"/>
              <a:gd name="connsiteX52" fmla="*/ 5026564 w 9662615"/>
              <a:gd name="connsiteY52" fmla="*/ 1545376 h 1648182"/>
              <a:gd name="connsiteX53" fmla="*/ 4969433 w 9662615"/>
              <a:gd name="connsiteY53" fmla="*/ 1550865 h 1648182"/>
              <a:gd name="connsiteX54" fmla="*/ 4929254 w 9662615"/>
              <a:gd name="connsiteY54" fmla="*/ 1563452 h 1648182"/>
              <a:gd name="connsiteX55" fmla="*/ 4871726 w 9662615"/>
              <a:gd name="connsiteY55" fmla="*/ 1570584 h 1648182"/>
              <a:gd name="connsiteX56" fmla="*/ 4843267 w 9662615"/>
              <a:gd name="connsiteY56" fmla="*/ 1561459 h 1648182"/>
              <a:gd name="connsiteX57" fmla="*/ 4821058 w 9662615"/>
              <a:gd name="connsiteY57" fmla="*/ 1553078 h 1648182"/>
              <a:gd name="connsiteX58" fmla="*/ 4791466 w 9662615"/>
              <a:gd name="connsiteY58" fmla="*/ 1561324 h 1648182"/>
              <a:gd name="connsiteX59" fmla="*/ 4784247 w 9662615"/>
              <a:gd name="connsiteY59" fmla="*/ 1562342 h 1648182"/>
              <a:gd name="connsiteX60" fmla="*/ 4739309 w 9662615"/>
              <a:gd name="connsiteY60" fmla="*/ 1553948 h 1648182"/>
              <a:gd name="connsiteX61" fmla="*/ 4697562 w 9662615"/>
              <a:gd name="connsiteY61" fmla="*/ 1551206 h 1648182"/>
              <a:gd name="connsiteX62" fmla="*/ 4650737 w 9662615"/>
              <a:gd name="connsiteY62" fmla="*/ 1537381 h 1648182"/>
              <a:gd name="connsiteX63" fmla="*/ 4583150 w 9662615"/>
              <a:gd name="connsiteY63" fmla="*/ 1529064 h 1648182"/>
              <a:gd name="connsiteX64" fmla="*/ 4521734 w 9662615"/>
              <a:gd name="connsiteY64" fmla="*/ 1529359 h 1648182"/>
              <a:gd name="connsiteX65" fmla="*/ 4382398 w 9662615"/>
              <a:gd name="connsiteY65" fmla="*/ 1534108 h 1648182"/>
              <a:gd name="connsiteX66" fmla="*/ 4221826 w 9662615"/>
              <a:gd name="connsiteY66" fmla="*/ 1500972 h 1648182"/>
              <a:gd name="connsiteX67" fmla="*/ 4096601 w 9662615"/>
              <a:gd name="connsiteY67" fmla="*/ 1521563 h 1648182"/>
              <a:gd name="connsiteX68" fmla="*/ 4058099 w 9662615"/>
              <a:gd name="connsiteY68" fmla="*/ 1648182 h 1648182"/>
              <a:gd name="connsiteX69" fmla="*/ 3833906 w 9662615"/>
              <a:gd name="connsiteY69" fmla="*/ 1516637 h 1648182"/>
              <a:gd name="connsiteX70" fmla="*/ 3696258 w 9662615"/>
              <a:gd name="connsiteY70" fmla="*/ 1537563 h 1648182"/>
              <a:gd name="connsiteX71" fmla="*/ 3594070 w 9662615"/>
              <a:gd name="connsiteY71" fmla="*/ 1509422 h 1648182"/>
              <a:gd name="connsiteX72" fmla="*/ 3565233 w 9662615"/>
              <a:gd name="connsiteY72" fmla="*/ 1515122 h 1648182"/>
              <a:gd name="connsiteX73" fmla="*/ 3560267 w 9662615"/>
              <a:gd name="connsiteY73" fmla="*/ 1516288 h 1648182"/>
              <a:gd name="connsiteX74" fmla="*/ 3540258 w 9662615"/>
              <a:gd name="connsiteY74" fmla="*/ 1516976 h 1648182"/>
              <a:gd name="connsiteX75" fmla="*/ 3534780 w 9662615"/>
              <a:gd name="connsiteY75" fmla="*/ 1522141 h 1648182"/>
              <a:gd name="connsiteX76" fmla="*/ 3504783 w 9662615"/>
              <a:gd name="connsiteY76" fmla="*/ 1526739 h 1648182"/>
              <a:gd name="connsiteX77" fmla="*/ 3430805 w 9662615"/>
              <a:gd name="connsiteY77" fmla="*/ 1542521 h 1648182"/>
              <a:gd name="connsiteX78" fmla="*/ 3292707 w 9662615"/>
              <a:gd name="connsiteY78" fmla="*/ 1520490 h 1648182"/>
              <a:gd name="connsiteX79" fmla="*/ 3187872 w 9662615"/>
              <a:gd name="connsiteY79" fmla="*/ 1519991 h 1648182"/>
              <a:gd name="connsiteX80" fmla="*/ 3148026 w 9662615"/>
              <a:gd name="connsiteY80" fmla="*/ 1524777 h 1648182"/>
              <a:gd name="connsiteX81" fmla="*/ 3092394 w 9662615"/>
              <a:gd name="connsiteY81" fmla="*/ 1528115 h 1648182"/>
              <a:gd name="connsiteX82" fmla="*/ 2994200 w 9662615"/>
              <a:gd name="connsiteY82" fmla="*/ 1537857 h 1648182"/>
              <a:gd name="connsiteX83" fmla="*/ 2862301 w 9662615"/>
              <a:gd name="connsiteY83" fmla="*/ 1544250 h 1648182"/>
              <a:gd name="connsiteX84" fmla="*/ 2766335 w 9662615"/>
              <a:gd name="connsiteY84" fmla="*/ 1527662 h 1648182"/>
              <a:gd name="connsiteX85" fmla="*/ 2757836 w 9662615"/>
              <a:gd name="connsiteY85" fmla="*/ 1531371 h 1648182"/>
              <a:gd name="connsiteX86" fmla="*/ 2691555 w 9662615"/>
              <a:gd name="connsiteY86" fmla="*/ 1530283 h 1648182"/>
              <a:gd name="connsiteX87" fmla="*/ 2491676 w 9662615"/>
              <a:gd name="connsiteY87" fmla="*/ 1500859 h 1648182"/>
              <a:gd name="connsiteX88" fmla="*/ 2378036 w 9662615"/>
              <a:gd name="connsiteY88" fmla="*/ 1520645 h 1648182"/>
              <a:gd name="connsiteX89" fmla="*/ 2284269 w 9662615"/>
              <a:gd name="connsiteY89" fmla="*/ 1503068 h 1648182"/>
              <a:gd name="connsiteX90" fmla="*/ 2207104 w 9662615"/>
              <a:gd name="connsiteY90" fmla="*/ 1508888 h 1648182"/>
              <a:gd name="connsiteX91" fmla="*/ 2149226 w 9662615"/>
              <a:gd name="connsiteY91" fmla="*/ 1523409 h 1648182"/>
              <a:gd name="connsiteX92" fmla="*/ 2084783 w 9662615"/>
              <a:gd name="connsiteY92" fmla="*/ 1524245 h 1648182"/>
              <a:gd name="connsiteX93" fmla="*/ 2070075 w 9662615"/>
              <a:gd name="connsiteY93" fmla="*/ 1511285 h 1648182"/>
              <a:gd name="connsiteX94" fmla="*/ 2001057 w 9662615"/>
              <a:gd name="connsiteY94" fmla="*/ 1516449 h 1648182"/>
              <a:gd name="connsiteX95" fmla="*/ 1896330 w 9662615"/>
              <a:gd name="connsiteY95" fmla="*/ 1525725 h 1648182"/>
              <a:gd name="connsiteX96" fmla="*/ 1835994 w 9662615"/>
              <a:gd name="connsiteY96" fmla="*/ 1527678 h 1648182"/>
              <a:gd name="connsiteX97" fmla="*/ 1671119 w 9662615"/>
              <a:gd name="connsiteY97" fmla="*/ 1536701 h 1648182"/>
              <a:gd name="connsiteX98" fmla="*/ 1601337 w 9662615"/>
              <a:gd name="connsiteY98" fmla="*/ 1548552 h 1648182"/>
              <a:gd name="connsiteX99" fmla="*/ 1407755 w 9662615"/>
              <a:gd name="connsiteY99" fmla="*/ 1571444 h 1648182"/>
              <a:gd name="connsiteX100" fmla="*/ 1271994 w 9662615"/>
              <a:gd name="connsiteY100" fmla="*/ 1579471 h 1648182"/>
              <a:gd name="connsiteX101" fmla="*/ 1249226 w 9662615"/>
              <a:gd name="connsiteY101" fmla="*/ 1583140 h 1648182"/>
              <a:gd name="connsiteX102" fmla="*/ 1217719 w 9662615"/>
              <a:gd name="connsiteY102" fmla="*/ 1580863 h 1648182"/>
              <a:gd name="connsiteX103" fmla="*/ 1091432 w 9662615"/>
              <a:gd name="connsiteY103" fmla="*/ 1571003 h 1648182"/>
              <a:gd name="connsiteX104" fmla="*/ 992039 w 9662615"/>
              <a:gd name="connsiteY104" fmla="*/ 1556662 h 1648182"/>
              <a:gd name="connsiteX105" fmla="*/ 868264 w 9662615"/>
              <a:gd name="connsiteY105" fmla="*/ 1566392 h 1648182"/>
              <a:gd name="connsiteX106" fmla="*/ 792765 w 9662615"/>
              <a:gd name="connsiteY106" fmla="*/ 1563102 h 1648182"/>
              <a:gd name="connsiteX107" fmla="*/ 669055 w 9662615"/>
              <a:gd name="connsiteY107" fmla="*/ 1543638 h 1648182"/>
              <a:gd name="connsiteX108" fmla="*/ 506152 w 9662615"/>
              <a:gd name="connsiteY108" fmla="*/ 1549124 h 1648182"/>
              <a:gd name="connsiteX109" fmla="*/ 472797 w 9662615"/>
              <a:gd name="connsiteY109" fmla="*/ 1568904 h 1648182"/>
              <a:gd name="connsiteX110" fmla="*/ 427864 w 9662615"/>
              <a:gd name="connsiteY110" fmla="*/ 1580848 h 1648182"/>
              <a:gd name="connsiteX111" fmla="*/ 408381 w 9662615"/>
              <a:gd name="connsiteY111" fmla="*/ 1552940 h 1648182"/>
              <a:gd name="connsiteX112" fmla="*/ 267163 w 9662615"/>
              <a:gd name="connsiteY112" fmla="*/ 1531913 h 1648182"/>
              <a:gd name="connsiteX113" fmla="*/ 196644 w 9662615"/>
              <a:gd name="connsiteY113" fmla="*/ 1524565 h 1648182"/>
              <a:gd name="connsiteX114" fmla="*/ 86819 w 9662615"/>
              <a:gd name="connsiteY114" fmla="*/ 1519517 h 1648182"/>
              <a:gd name="connsiteX115" fmla="*/ 53369 w 9662615"/>
              <a:gd name="connsiteY115" fmla="*/ 1516853 h 1648182"/>
              <a:gd name="connsiteX116" fmla="*/ 2359 w 9662615"/>
              <a:gd name="connsiteY116" fmla="*/ 1515247 h 1648182"/>
              <a:gd name="connsiteX117" fmla="*/ 0 w 9662615"/>
              <a:gd name="connsiteY117" fmla="*/ 1514932 h 1648182"/>
              <a:gd name="connsiteX118" fmla="*/ 0 w 9662615"/>
              <a:gd name="connsiteY118" fmla="*/ 0 h 1648182"/>
              <a:gd name="connsiteX0" fmla="*/ 0 w 9662615"/>
              <a:gd name="connsiteY0" fmla="*/ 0 h 1648182"/>
              <a:gd name="connsiteX1" fmla="*/ 9662615 w 9662615"/>
              <a:gd name="connsiteY1" fmla="*/ 0 h 1648182"/>
              <a:gd name="connsiteX2" fmla="*/ 9662615 w 9662615"/>
              <a:gd name="connsiteY2" fmla="*/ 1280346 h 1648182"/>
              <a:gd name="connsiteX3" fmla="*/ 9658420 w 9662615"/>
              <a:gd name="connsiteY3" fmla="*/ 1280106 h 1648182"/>
              <a:gd name="connsiteX4" fmla="*/ 9469546 w 9662615"/>
              <a:gd name="connsiteY4" fmla="*/ 1289837 h 1648182"/>
              <a:gd name="connsiteX5" fmla="*/ 9385895 w 9662615"/>
              <a:gd name="connsiteY5" fmla="*/ 1269203 h 1648182"/>
              <a:gd name="connsiteX6" fmla="*/ 9144767 w 9662615"/>
              <a:gd name="connsiteY6" fmla="*/ 1264120 h 1648182"/>
              <a:gd name="connsiteX7" fmla="*/ 8837252 w 9662615"/>
              <a:gd name="connsiteY7" fmla="*/ 1350515 h 1648182"/>
              <a:gd name="connsiteX8" fmla="*/ 8705466 w 9662615"/>
              <a:gd name="connsiteY8" fmla="*/ 1342419 h 1648182"/>
              <a:gd name="connsiteX9" fmla="*/ 8652221 w 9662615"/>
              <a:gd name="connsiteY9" fmla="*/ 1326906 h 1648182"/>
              <a:gd name="connsiteX10" fmla="*/ 8632312 w 9662615"/>
              <a:gd name="connsiteY10" fmla="*/ 1326025 h 1648182"/>
              <a:gd name="connsiteX11" fmla="*/ 8591582 w 9662615"/>
              <a:gd name="connsiteY11" fmla="*/ 1341666 h 1648182"/>
              <a:gd name="connsiteX12" fmla="*/ 8537336 w 9662615"/>
              <a:gd name="connsiteY12" fmla="*/ 1341684 h 1648182"/>
              <a:gd name="connsiteX13" fmla="*/ 8472508 w 9662615"/>
              <a:gd name="connsiteY13" fmla="*/ 1363109 h 1648182"/>
              <a:gd name="connsiteX14" fmla="*/ 8258477 w 9662615"/>
              <a:gd name="connsiteY14" fmla="*/ 1370666 h 1648182"/>
              <a:gd name="connsiteX15" fmla="*/ 8197961 w 9662615"/>
              <a:gd name="connsiteY15" fmla="*/ 1392804 h 1648182"/>
              <a:gd name="connsiteX16" fmla="*/ 8171196 w 9662615"/>
              <a:gd name="connsiteY16" fmla="*/ 1397216 h 1648182"/>
              <a:gd name="connsiteX17" fmla="*/ 8127667 w 9662615"/>
              <a:gd name="connsiteY17" fmla="*/ 1418254 h 1648182"/>
              <a:gd name="connsiteX18" fmla="*/ 7974579 w 9662615"/>
              <a:gd name="connsiteY18" fmla="*/ 1383439 h 1648182"/>
              <a:gd name="connsiteX19" fmla="*/ 7768351 w 9662615"/>
              <a:gd name="connsiteY19" fmla="*/ 1395051 h 1648182"/>
              <a:gd name="connsiteX20" fmla="*/ 7635985 w 9662615"/>
              <a:gd name="connsiteY20" fmla="*/ 1386363 h 1648182"/>
              <a:gd name="connsiteX21" fmla="*/ 7466069 w 9662615"/>
              <a:gd name="connsiteY21" fmla="*/ 1377654 h 1648182"/>
              <a:gd name="connsiteX22" fmla="*/ 7355642 w 9662615"/>
              <a:gd name="connsiteY22" fmla="*/ 1407761 h 1648182"/>
              <a:gd name="connsiteX23" fmla="*/ 7151610 w 9662615"/>
              <a:gd name="connsiteY23" fmla="*/ 1397856 h 1648182"/>
              <a:gd name="connsiteX24" fmla="*/ 7082147 w 9662615"/>
              <a:gd name="connsiteY24" fmla="*/ 1406113 h 1648182"/>
              <a:gd name="connsiteX25" fmla="*/ 7014958 w 9662615"/>
              <a:gd name="connsiteY25" fmla="*/ 1396883 h 1648182"/>
              <a:gd name="connsiteX26" fmla="*/ 6907567 w 9662615"/>
              <a:gd name="connsiteY26" fmla="*/ 1419149 h 1648182"/>
              <a:gd name="connsiteX27" fmla="*/ 6748428 w 9662615"/>
              <a:gd name="connsiteY27" fmla="*/ 1420308 h 1648182"/>
              <a:gd name="connsiteX28" fmla="*/ 6654257 w 9662615"/>
              <a:gd name="connsiteY28" fmla="*/ 1424143 h 1648182"/>
              <a:gd name="connsiteX29" fmla="*/ 6620123 w 9662615"/>
              <a:gd name="connsiteY29" fmla="*/ 1430535 h 1648182"/>
              <a:gd name="connsiteX30" fmla="*/ 6571355 w 9662615"/>
              <a:gd name="connsiteY30" fmla="*/ 1436144 h 1648182"/>
              <a:gd name="connsiteX31" fmla="*/ 6486557 w 9662615"/>
              <a:gd name="connsiteY31" fmla="*/ 1449861 h 1648182"/>
              <a:gd name="connsiteX32" fmla="*/ 6370419 w 9662615"/>
              <a:gd name="connsiteY32" fmla="*/ 1461649 h 1648182"/>
              <a:gd name="connsiteX33" fmla="*/ 6278839 w 9662615"/>
              <a:gd name="connsiteY33" fmla="*/ 1449160 h 1648182"/>
              <a:gd name="connsiteX34" fmla="*/ 6272455 w 9662615"/>
              <a:gd name="connsiteY34" fmla="*/ 1453191 h 1648182"/>
              <a:gd name="connsiteX35" fmla="*/ 6212659 w 9662615"/>
              <a:gd name="connsiteY35" fmla="*/ 1454850 h 1648182"/>
              <a:gd name="connsiteX36" fmla="*/ 6069317 w 9662615"/>
              <a:gd name="connsiteY36" fmla="*/ 1445838 h 1648182"/>
              <a:gd name="connsiteX37" fmla="*/ 5878477 w 9662615"/>
              <a:gd name="connsiteY37" fmla="*/ 1439180 h 1648182"/>
              <a:gd name="connsiteX38" fmla="*/ 5838387 w 9662615"/>
              <a:gd name="connsiteY38" fmla="*/ 1444679 h 1648182"/>
              <a:gd name="connsiteX39" fmla="*/ 5771136 w 9662615"/>
              <a:gd name="connsiteY39" fmla="*/ 1453639 h 1648182"/>
              <a:gd name="connsiteX40" fmla="*/ 5724081 w 9662615"/>
              <a:gd name="connsiteY40" fmla="*/ 1470431 h 1648182"/>
              <a:gd name="connsiteX41" fmla="*/ 5666577 w 9662615"/>
              <a:gd name="connsiteY41" fmla="*/ 1473921 h 1648182"/>
              <a:gd name="connsiteX42" fmla="*/ 5649068 w 9662615"/>
              <a:gd name="connsiteY42" fmla="*/ 1461676 h 1648182"/>
              <a:gd name="connsiteX43" fmla="*/ 5588902 w 9662615"/>
              <a:gd name="connsiteY43" fmla="*/ 1469647 h 1648182"/>
              <a:gd name="connsiteX44" fmla="*/ 5498090 w 9662615"/>
              <a:gd name="connsiteY44" fmla="*/ 1483173 h 1648182"/>
              <a:gd name="connsiteX45" fmla="*/ 5444641 w 9662615"/>
              <a:gd name="connsiteY45" fmla="*/ 1487602 h 1648182"/>
              <a:gd name="connsiteX46" fmla="*/ 5299812 w 9662615"/>
              <a:gd name="connsiteY46" fmla="*/ 1503362 h 1648182"/>
              <a:gd name="connsiteX47" fmla="*/ 5213947 w 9662615"/>
              <a:gd name="connsiteY47" fmla="*/ 1516637 h 1648182"/>
              <a:gd name="connsiteX48" fmla="*/ 5090342 w 9662615"/>
              <a:gd name="connsiteY48" fmla="*/ 1546680 h 1648182"/>
              <a:gd name="connsiteX49" fmla="*/ 5129812 w 9662615"/>
              <a:gd name="connsiteY49" fmla="*/ 1521277 h 1648182"/>
              <a:gd name="connsiteX50" fmla="*/ 5059484 w 9662615"/>
              <a:gd name="connsiteY50" fmla="*/ 1546802 h 1648182"/>
              <a:gd name="connsiteX51" fmla="*/ 5038524 w 9662615"/>
              <a:gd name="connsiteY51" fmla="*/ 1545675 h 1648182"/>
              <a:gd name="connsiteX52" fmla="*/ 5026564 w 9662615"/>
              <a:gd name="connsiteY52" fmla="*/ 1545376 h 1648182"/>
              <a:gd name="connsiteX53" fmla="*/ 4969433 w 9662615"/>
              <a:gd name="connsiteY53" fmla="*/ 1550865 h 1648182"/>
              <a:gd name="connsiteX54" fmla="*/ 4929254 w 9662615"/>
              <a:gd name="connsiteY54" fmla="*/ 1563452 h 1648182"/>
              <a:gd name="connsiteX55" fmla="*/ 4871726 w 9662615"/>
              <a:gd name="connsiteY55" fmla="*/ 1570584 h 1648182"/>
              <a:gd name="connsiteX56" fmla="*/ 4843267 w 9662615"/>
              <a:gd name="connsiteY56" fmla="*/ 1561459 h 1648182"/>
              <a:gd name="connsiteX57" fmla="*/ 4821058 w 9662615"/>
              <a:gd name="connsiteY57" fmla="*/ 1553078 h 1648182"/>
              <a:gd name="connsiteX58" fmla="*/ 4791466 w 9662615"/>
              <a:gd name="connsiteY58" fmla="*/ 1561324 h 1648182"/>
              <a:gd name="connsiteX59" fmla="*/ 4784247 w 9662615"/>
              <a:gd name="connsiteY59" fmla="*/ 1562342 h 1648182"/>
              <a:gd name="connsiteX60" fmla="*/ 4739309 w 9662615"/>
              <a:gd name="connsiteY60" fmla="*/ 1553948 h 1648182"/>
              <a:gd name="connsiteX61" fmla="*/ 4697562 w 9662615"/>
              <a:gd name="connsiteY61" fmla="*/ 1551206 h 1648182"/>
              <a:gd name="connsiteX62" fmla="*/ 4650737 w 9662615"/>
              <a:gd name="connsiteY62" fmla="*/ 1537381 h 1648182"/>
              <a:gd name="connsiteX63" fmla="*/ 4583150 w 9662615"/>
              <a:gd name="connsiteY63" fmla="*/ 1529064 h 1648182"/>
              <a:gd name="connsiteX64" fmla="*/ 4521734 w 9662615"/>
              <a:gd name="connsiteY64" fmla="*/ 1529359 h 1648182"/>
              <a:gd name="connsiteX65" fmla="*/ 4382398 w 9662615"/>
              <a:gd name="connsiteY65" fmla="*/ 1534108 h 1648182"/>
              <a:gd name="connsiteX66" fmla="*/ 4221826 w 9662615"/>
              <a:gd name="connsiteY66" fmla="*/ 1500972 h 1648182"/>
              <a:gd name="connsiteX67" fmla="*/ 4096601 w 9662615"/>
              <a:gd name="connsiteY67" fmla="*/ 1521563 h 1648182"/>
              <a:gd name="connsiteX68" fmla="*/ 4058099 w 9662615"/>
              <a:gd name="connsiteY68" fmla="*/ 1648182 h 1648182"/>
              <a:gd name="connsiteX69" fmla="*/ 3833906 w 9662615"/>
              <a:gd name="connsiteY69" fmla="*/ 1516637 h 1648182"/>
              <a:gd name="connsiteX70" fmla="*/ 3696258 w 9662615"/>
              <a:gd name="connsiteY70" fmla="*/ 1537563 h 1648182"/>
              <a:gd name="connsiteX71" fmla="*/ 3594070 w 9662615"/>
              <a:gd name="connsiteY71" fmla="*/ 1509422 h 1648182"/>
              <a:gd name="connsiteX72" fmla="*/ 3565233 w 9662615"/>
              <a:gd name="connsiteY72" fmla="*/ 1515122 h 1648182"/>
              <a:gd name="connsiteX73" fmla="*/ 3560267 w 9662615"/>
              <a:gd name="connsiteY73" fmla="*/ 1516288 h 1648182"/>
              <a:gd name="connsiteX74" fmla="*/ 3540258 w 9662615"/>
              <a:gd name="connsiteY74" fmla="*/ 1516976 h 1648182"/>
              <a:gd name="connsiteX75" fmla="*/ 3534780 w 9662615"/>
              <a:gd name="connsiteY75" fmla="*/ 1522141 h 1648182"/>
              <a:gd name="connsiteX76" fmla="*/ 3504783 w 9662615"/>
              <a:gd name="connsiteY76" fmla="*/ 1526739 h 1648182"/>
              <a:gd name="connsiteX77" fmla="*/ 3430805 w 9662615"/>
              <a:gd name="connsiteY77" fmla="*/ 1542521 h 1648182"/>
              <a:gd name="connsiteX78" fmla="*/ 3292707 w 9662615"/>
              <a:gd name="connsiteY78" fmla="*/ 1520490 h 1648182"/>
              <a:gd name="connsiteX79" fmla="*/ 3187872 w 9662615"/>
              <a:gd name="connsiteY79" fmla="*/ 1519991 h 1648182"/>
              <a:gd name="connsiteX80" fmla="*/ 3148026 w 9662615"/>
              <a:gd name="connsiteY80" fmla="*/ 1524777 h 1648182"/>
              <a:gd name="connsiteX81" fmla="*/ 3092394 w 9662615"/>
              <a:gd name="connsiteY81" fmla="*/ 1528115 h 1648182"/>
              <a:gd name="connsiteX82" fmla="*/ 2994200 w 9662615"/>
              <a:gd name="connsiteY82" fmla="*/ 1537857 h 1648182"/>
              <a:gd name="connsiteX83" fmla="*/ 2862301 w 9662615"/>
              <a:gd name="connsiteY83" fmla="*/ 1544250 h 1648182"/>
              <a:gd name="connsiteX84" fmla="*/ 2766335 w 9662615"/>
              <a:gd name="connsiteY84" fmla="*/ 1527662 h 1648182"/>
              <a:gd name="connsiteX85" fmla="*/ 2757836 w 9662615"/>
              <a:gd name="connsiteY85" fmla="*/ 1531371 h 1648182"/>
              <a:gd name="connsiteX86" fmla="*/ 2691555 w 9662615"/>
              <a:gd name="connsiteY86" fmla="*/ 1530283 h 1648182"/>
              <a:gd name="connsiteX87" fmla="*/ 2491676 w 9662615"/>
              <a:gd name="connsiteY87" fmla="*/ 1500859 h 1648182"/>
              <a:gd name="connsiteX88" fmla="*/ 2378036 w 9662615"/>
              <a:gd name="connsiteY88" fmla="*/ 1520645 h 1648182"/>
              <a:gd name="connsiteX89" fmla="*/ 2284269 w 9662615"/>
              <a:gd name="connsiteY89" fmla="*/ 1503068 h 1648182"/>
              <a:gd name="connsiteX90" fmla="*/ 2207104 w 9662615"/>
              <a:gd name="connsiteY90" fmla="*/ 1508888 h 1648182"/>
              <a:gd name="connsiteX91" fmla="*/ 2149226 w 9662615"/>
              <a:gd name="connsiteY91" fmla="*/ 1523409 h 1648182"/>
              <a:gd name="connsiteX92" fmla="*/ 2084783 w 9662615"/>
              <a:gd name="connsiteY92" fmla="*/ 1524245 h 1648182"/>
              <a:gd name="connsiteX93" fmla="*/ 2070075 w 9662615"/>
              <a:gd name="connsiteY93" fmla="*/ 1511285 h 1648182"/>
              <a:gd name="connsiteX94" fmla="*/ 2001057 w 9662615"/>
              <a:gd name="connsiteY94" fmla="*/ 1516449 h 1648182"/>
              <a:gd name="connsiteX95" fmla="*/ 1896330 w 9662615"/>
              <a:gd name="connsiteY95" fmla="*/ 1525725 h 1648182"/>
              <a:gd name="connsiteX96" fmla="*/ 1835994 w 9662615"/>
              <a:gd name="connsiteY96" fmla="*/ 1527678 h 1648182"/>
              <a:gd name="connsiteX97" fmla="*/ 1671119 w 9662615"/>
              <a:gd name="connsiteY97" fmla="*/ 1536701 h 1648182"/>
              <a:gd name="connsiteX98" fmla="*/ 1601337 w 9662615"/>
              <a:gd name="connsiteY98" fmla="*/ 1548552 h 1648182"/>
              <a:gd name="connsiteX99" fmla="*/ 1407755 w 9662615"/>
              <a:gd name="connsiteY99" fmla="*/ 1571444 h 1648182"/>
              <a:gd name="connsiteX100" fmla="*/ 1271994 w 9662615"/>
              <a:gd name="connsiteY100" fmla="*/ 1579471 h 1648182"/>
              <a:gd name="connsiteX101" fmla="*/ 1249226 w 9662615"/>
              <a:gd name="connsiteY101" fmla="*/ 1583140 h 1648182"/>
              <a:gd name="connsiteX102" fmla="*/ 1217719 w 9662615"/>
              <a:gd name="connsiteY102" fmla="*/ 1580863 h 1648182"/>
              <a:gd name="connsiteX103" fmla="*/ 1091432 w 9662615"/>
              <a:gd name="connsiteY103" fmla="*/ 1571003 h 1648182"/>
              <a:gd name="connsiteX104" fmla="*/ 992039 w 9662615"/>
              <a:gd name="connsiteY104" fmla="*/ 1556662 h 1648182"/>
              <a:gd name="connsiteX105" fmla="*/ 868264 w 9662615"/>
              <a:gd name="connsiteY105" fmla="*/ 1566392 h 1648182"/>
              <a:gd name="connsiteX106" fmla="*/ 792765 w 9662615"/>
              <a:gd name="connsiteY106" fmla="*/ 1563102 h 1648182"/>
              <a:gd name="connsiteX107" fmla="*/ 669055 w 9662615"/>
              <a:gd name="connsiteY107" fmla="*/ 1543638 h 1648182"/>
              <a:gd name="connsiteX108" fmla="*/ 506152 w 9662615"/>
              <a:gd name="connsiteY108" fmla="*/ 1549124 h 1648182"/>
              <a:gd name="connsiteX109" fmla="*/ 472797 w 9662615"/>
              <a:gd name="connsiteY109" fmla="*/ 1568904 h 1648182"/>
              <a:gd name="connsiteX110" fmla="*/ 427864 w 9662615"/>
              <a:gd name="connsiteY110" fmla="*/ 1580848 h 1648182"/>
              <a:gd name="connsiteX111" fmla="*/ 408381 w 9662615"/>
              <a:gd name="connsiteY111" fmla="*/ 1552940 h 1648182"/>
              <a:gd name="connsiteX112" fmla="*/ 267163 w 9662615"/>
              <a:gd name="connsiteY112" fmla="*/ 1531913 h 1648182"/>
              <a:gd name="connsiteX113" fmla="*/ 196644 w 9662615"/>
              <a:gd name="connsiteY113" fmla="*/ 1524565 h 1648182"/>
              <a:gd name="connsiteX114" fmla="*/ 86819 w 9662615"/>
              <a:gd name="connsiteY114" fmla="*/ 1519517 h 1648182"/>
              <a:gd name="connsiteX115" fmla="*/ 53369 w 9662615"/>
              <a:gd name="connsiteY115" fmla="*/ 1516853 h 1648182"/>
              <a:gd name="connsiteX116" fmla="*/ 2359 w 9662615"/>
              <a:gd name="connsiteY116" fmla="*/ 1515247 h 1648182"/>
              <a:gd name="connsiteX117" fmla="*/ 0 w 9662615"/>
              <a:gd name="connsiteY117" fmla="*/ 1514932 h 1648182"/>
              <a:gd name="connsiteX118" fmla="*/ 0 w 9662615"/>
              <a:gd name="connsiteY118" fmla="*/ 0 h 1648182"/>
              <a:gd name="connsiteX0" fmla="*/ 0 w 9662615"/>
              <a:gd name="connsiteY0" fmla="*/ 0 h 1723719"/>
              <a:gd name="connsiteX1" fmla="*/ 9662615 w 9662615"/>
              <a:gd name="connsiteY1" fmla="*/ 0 h 1723719"/>
              <a:gd name="connsiteX2" fmla="*/ 9662615 w 9662615"/>
              <a:gd name="connsiteY2" fmla="*/ 1280346 h 1723719"/>
              <a:gd name="connsiteX3" fmla="*/ 9658420 w 9662615"/>
              <a:gd name="connsiteY3" fmla="*/ 1280106 h 1723719"/>
              <a:gd name="connsiteX4" fmla="*/ 9469546 w 9662615"/>
              <a:gd name="connsiteY4" fmla="*/ 1289837 h 1723719"/>
              <a:gd name="connsiteX5" fmla="*/ 9385895 w 9662615"/>
              <a:gd name="connsiteY5" fmla="*/ 1269203 h 1723719"/>
              <a:gd name="connsiteX6" fmla="*/ 9144767 w 9662615"/>
              <a:gd name="connsiteY6" fmla="*/ 1264120 h 1723719"/>
              <a:gd name="connsiteX7" fmla="*/ 8837252 w 9662615"/>
              <a:gd name="connsiteY7" fmla="*/ 1350515 h 1723719"/>
              <a:gd name="connsiteX8" fmla="*/ 8705466 w 9662615"/>
              <a:gd name="connsiteY8" fmla="*/ 1342419 h 1723719"/>
              <a:gd name="connsiteX9" fmla="*/ 8652221 w 9662615"/>
              <a:gd name="connsiteY9" fmla="*/ 1326906 h 1723719"/>
              <a:gd name="connsiteX10" fmla="*/ 8632312 w 9662615"/>
              <a:gd name="connsiteY10" fmla="*/ 1326025 h 1723719"/>
              <a:gd name="connsiteX11" fmla="*/ 8591582 w 9662615"/>
              <a:gd name="connsiteY11" fmla="*/ 1341666 h 1723719"/>
              <a:gd name="connsiteX12" fmla="*/ 8537336 w 9662615"/>
              <a:gd name="connsiteY12" fmla="*/ 1341684 h 1723719"/>
              <a:gd name="connsiteX13" fmla="*/ 8472508 w 9662615"/>
              <a:gd name="connsiteY13" fmla="*/ 1363109 h 1723719"/>
              <a:gd name="connsiteX14" fmla="*/ 8258477 w 9662615"/>
              <a:gd name="connsiteY14" fmla="*/ 1370666 h 1723719"/>
              <a:gd name="connsiteX15" fmla="*/ 8197961 w 9662615"/>
              <a:gd name="connsiteY15" fmla="*/ 1392804 h 1723719"/>
              <a:gd name="connsiteX16" fmla="*/ 8171196 w 9662615"/>
              <a:gd name="connsiteY16" fmla="*/ 1397216 h 1723719"/>
              <a:gd name="connsiteX17" fmla="*/ 8127667 w 9662615"/>
              <a:gd name="connsiteY17" fmla="*/ 1418254 h 1723719"/>
              <a:gd name="connsiteX18" fmla="*/ 7974579 w 9662615"/>
              <a:gd name="connsiteY18" fmla="*/ 1383439 h 1723719"/>
              <a:gd name="connsiteX19" fmla="*/ 7768351 w 9662615"/>
              <a:gd name="connsiteY19" fmla="*/ 1395051 h 1723719"/>
              <a:gd name="connsiteX20" fmla="*/ 7635985 w 9662615"/>
              <a:gd name="connsiteY20" fmla="*/ 1386363 h 1723719"/>
              <a:gd name="connsiteX21" fmla="*/ 7466069 w 9662615"/>
              <a:gd name="connsiteY21" fmla="*/ 1377654 h 1723719"/>
              <a:gd name="connsiteX22" fmla="*/ 7355642 w 9662615"/>
              <a:gd name="connsiteY22" fmla="*/ 1407761 h 1723719"/>
              <a:gd name="connsiteX23" fmla="*/ 7151610 w 9662615"/>
              <a:gd name="connsiteY23" fmla="*/ 1397856 h 1723719"/>
              <a:gd name="connsiteX24" fmla="*/ 7082147 w 9662615"/>
              <a:gd name="connsiteY24" fmla="*/ 1406113 h 1723719"/>
              <a:gd name="connsiteX25" fmla="*/ 7014958 w 9662615"/>
              <a:gd name="connsiteY25" fmla="*/ 1396883 h 1723719"/>
              <a:gd name="connsiteX26" fmla="*/ 6907567 w 9662615"/>
              <a:gd name="connsiteY26" fmla="*/ 1419149 h 1723719"/>
              <a:gd name="connsiteX27" fmla="*/ 6748428 w 9662615"/>
              <a:gd name="connsiteY27" fmla="*/ 1420308 h 1723719"/>
              <a:gd name="connsiteX28" fmla="*/ 6654257 w 9662615"/>
              <a:gd name="connsiteY28" fmla="*/ 1424143 h 1723719"/>
              <a:gd name="connsiteX29" fmla="*/ 6620123 w 9662615"/>
              <a:gd name="connsiteY29" fmla="*/ 1430535 h 1723719"/>
              <a:gd name="connsiteX30" fmla="*/ 6571355 w 9662615"/>
              <a:gd name="connsiteY30" fmla="*/ 1436144 h 1723719"/>
              <a:gd name="connsiteX31" fmla="*/ 6486557 w 9662615"/>
              <a:gd name="connsiteY31" fmla="*/ 1449861 h 1723719"/>
              <a:gd name="connsiteX32" fmla="*/ 6370419 w 9662615"/>
              <a:gd name="connsiteY32" fmla="*/ 1461649 h 1723719"/>
              <a:gd name="connsiteX33" fmla="*/ 6278839 w 9662615"/>
              <a:gd name="connsiteY33" fmla="*/ 1449160 h 1723719"/>
              <a:gd name="connsiteX34" fmla="*/ 6272455 w 9662615"/>
              <a:gd name="connsiteY34" fmla="*/ 1453191 h 1723719"/>
              <a:gd name="connsiteX35" fmla="*/ 6212659 w 9662615"/>
              <a:gd name="connsiteY35" fmla="*/ 1454850 h 1723719"/>
              <a:gd name="connsiteX36" fmla="*/ 6069317 w 9662615"/>
              <a:gd name="connsiteY36" fmla="*/ 1445838 h 1723719"/>
              <a:gd name="connsiteX37" fmla="*/ 5878477 w 9662615"/>
              <a:gd name="connsiteY37" fmla="*/ 1439180 h 1723719"/>
              <a:gd name="connsiteX38" fmla="*/ 5838387 w 9662615"/>
              <a:gd name="connsiteY38" fmla="*/ 1444679 h 1723719"/>
              <a:gd name="connsiteX39" fmla="*/ 5771136 w 9662615"/>
              <a:gd name="connsiteY39" fmla="*/ 1453639 h 1723719"/>
              <a:gd name="connsiteX40" fmla="*/ 5724081 w 9662615"/>
              <a:gd name="connsiteY40" fmla="*/ 1470431 h 1723719"/>
              <a:gd name="connsiteX41" fmla="*/ 5666577 w 9662615"/>
              <a:gd name="connsiteY41" fmla="*/ 1473921 h 1723719"/>
              <a:gd name="connsiteX42" fmla="*/ 5649068 w 9662615"/>
              <a:gd name="connsiteY42" fmla="*/ 1461676 h 1723719"/>
              <a:gd name="connsiteX43" fmla="*/ 5588902 w 9662615"/>
              <a:gd name="connsiteY43" fmla="*/ 1469647 h 1723719"/>
              <a:gd name="connsiteX44" fmla="*/ 5498090 w 9662615"/>
              <a:gd name="connsiteY44" fmla="*/ 1483173 h 1723719"/>
              <a:gd name="connsiteX45" fmla="*/ 5444641 w 9662615"/>
              <a:gd name="connsiteY45" fmla="*/ 1487602 h 1723719"/>
              <a:gd name="connsiteX46" fmla="*/ 5299812 w 9662615"/>
              <a:gd name="connsiteY46" fmla="*/ 1503362 h 1723719"/>
              <a:gd name="connsiteX47" fmla="*/ 5213947 w 9662615"/>
              <a:gd name="connsiteY47" fmla="*/ 1516637 h 1723719"/>
              <a:gd name="connsiteX48" fmla="*/ 5090342 w 9662615"/>
              <a:gd name="connsiteY48" fmla="*/ 1546680 h 1723719"/>
              <a:gd name="connsiteX49" fmla="*/ 5129812 w 9662615"/>
              <a:gd name="connsiteY49" fmla="*/ 1521277 h 1723719"/>
              <a:gd name="connsiteX50" fmla="*/ 5059484 w 9662615"/>
              <a:gd name="connsiteY50" fmla="*/ 1546802 h 1723719"/>
              <a:gd name="connsiteX51" fmla="*/ 5038524 w 9662615"/>
              <a:gd name="connsiteY51" fmla="*/ 1545675 h 1723719"/>
              <a:gd name="connsiteX52" fmla="*/ 5026564 w 9662615"/>
              <a:gd name="connsiteY52" fmla="*/ 1545376 h 1723719"/>
              <a:gd name="connsiteX53" fmla="*/ 4969433 w 9662615"/>
              <a:gd name="connsiteY53" fmla="*/ 1550865 h 1723719"/>
              <a:gd name="connsiteX54" fmla="*/ 4929254 w 9662615"/>
              <a:gd name="connsiteY54" fmla="*/ 1563452 h 1723719"/>
              <a:gd name="connsiteX55" fmla="*/ 4871726 w 9662615"/>
              <a:gd name="connsiteY55" fmla="*/ 1570584 h 1723719"/>
              <a:gd name="connsiteX56" fmla="*/ 4843267 w 9662615"/>
              <a:gd name="connsiteY56" fmla="*/ 1561459 h 1723719"/>
              <a:gd name="connsiteX57" fmla="*/ 4821058 w 9662615"/>
              <a:gd name="connsiteY57" fmla="*/ 1553078 h 1723719"/>
              <a:gd name="connsiteX58" fmla="*/ 4791466 w 9662615"/>
              <a:gd name="connsiteY58" fmla="*/ 1561324 h 1723719"/>
              <a:gd name="connsiteX59" fmla="*/ 4784247 w 9662615"/>
              <a:gd name="connsiteY59" fmla="*/ 1562342 h 1723719"/>
              <a:gd name="connsiteX60" fmla="*/ 4739309 w 9662615"/>
              <a:gd name="connsiteY60" fmla="*/ 1553948 h 1723719"/>
              <a:gd name="connsiteX61" fmla="*/ 4697562 w 9662615"/>
              <a:gd name="connsiteY61" fmla="*/ 1551206 h 1723719"/>
              <a:gd name="connsiteX62" fmla="*/ 4650737 w 9662615"/>
              <a:gd name="connsiteY62" fmla="*/ 1537381 h 1723719"/>
              <a:gd name="connsiteX63" fmla="*/ 4583150 w 9662615"/>
              <a:gd name="connsiteY63" fmla="*/ 1529064 h 1723719"/>
              <a:gd name="connsiteX64" fmla="*/ 4521734 w 9662615"/>
              <a:gd name="connsiteY64" fmla="*/ 1529359 h 1723719"/>
              <a:gd name="connsiteX65" fmla="*/ 4382398 w 9662615"/>
              <a:gd name="connsiteY65" fmla="*/ 1534108 h 1723719"/>
              <a:gd name="connsiteX66" fmla="*/ 4221826 w 9662615"/>
              <a:gd name="connsiteY66" fmla="*/ 1500972 h 1723719"/>
              <a:gd name="connsiteX67" fmla="*/ 4096601 w 9662615"/>
              <a:gd name="connsiteY67" fmla="*/ 1521563 h 1723719"/>
              <a:gd name="connsiteX68" fmla="*/ 3970635 w 9662615"/>
              <a:gd name="connsiteY68" fmla="*/ 1723719 h 1723719"/>
              <a:gd name="connsiteX69" fmla="*/ 3833906 w 9662615"/>
              <a:gd name="connsiteY69" fmla="*/ 1516637 h 1723719"/>
              <a:gd name="connsiteX70" fmla="*/ 3696258 w 9662615"/>
              <a:gd name="connsiteY70" fmla="*/ 1537563 h 1723719"/>
              <a:gd name="connsiteX71" fmla="*/ 3594070 w 9662615"/>
              <a:gd name="connsiteY71" fmla="*/ 1509422 h 1723719"/>
              <a:gd name="connsiteX72" fmla="*/ 3565233 w 9662615"/>
              <a:gd name="connsiteY72" fmla="*/ 1515122 h 1723719"/>
              <a:gd name="connsiteX73" fmla="*/ 3560267 w 9662615"/>
              <a:gd name="connsiteY73" fmla="*/ 1516288 h 1723719"/>
              <a:gd name="connsiteX74" fmla="*/ 3540258 w 9662615"/>
              <a:gd name="connsiteY74" fmla="*/ 1516976 h 1723719"/>
              <a:gd name="connsiteX75" fmla="*/ 3534780 w 9662615"/>
              <a:gd name="connsiteY75" fmla="*/ 1522141 h 1723719"/>
              <a:gd name="connsiteX76" fmla="*/ 3504783 w 9662615"/>
              <a:gd name="connsiteY76" fmla="*/ 1526739 h 1723719"/>
              <a:gd name="connsiteX77" fmla="*/ 3430805 w 9662615"/>
              <a:gd name="connsiteY77" fmla="*/ 1542521 h 1723719"/>
              <a:gd name="connsiteX78" fmla="*/ 3292707 w 9662615"/>
              <a:gd name="connsiteY78" fmla="*/ 1520490 h 1723719"/>
              <a:gd name="connsiteX79" fmla="*/ 3187872 w 9662615"/>
              <a:gd name="connsiteY79" fmla="*/ 1519991 h 1723719"/>
              <a:gd name="connsiteX80" fmla="*/ 3148026 w 9662615"/>
              <a:gd name="connsiteY80" fmla="*/ 1524777 h 1723719"/>
              <a:gd name="connsiteX81" fmla="*/ 3092394 w 9662615"/>
              <a:gd name="connsiteY81" fmla="*/ 1528115 h 1723719"/>
              <a:gd name="connsiteX82" fmla="*/ 2994200 w 9662615"/>
              <a:gd name="connsiteY82" fmla="*/ 1537857 h 1723719"/>
              <a:gd name="connsiteX83" fmla="*/ 2862301 w 9662615"/>
              <a:gd name="connsiteY83" fmla="*/ 1544250 h 1723719"/>
              <a:gd name="connsiteX84" fmla="*/ 2766335 w 9662615"/>
              <a:gd name="connsiteY84" fmla="*/ 1527662 h 1723719"/>
              <a:gd name="connsiteX85" fmla="*/ 2757836 w 9662615"/>
              <a:gd name="connsiteY85" fmla="*/ 1531371 h 1723719"/>
              <a:gd name="connsiteX86" fmla="*/ 2691555 w 9662615"/>
              <a:gd name="connsiteY86" fmla="*/ 1530283 h 1723719"/>
              <a:gd name="connsiteX87" fmla="*/ 2491676 w 9662615"/>
              <a:gd name="connsiteY87" fmla="*/ 1500859 h 1723719"/>
              <a:gd name="connsiteX88" fmla="*/ 2378036 w 9662615"/>
              <a:gd name="connsiteY88" fmla="*/ 1520645 h 1723719"/>
              <a:gd name="connsiteX89" fmla="*/ 2284269 w 9662615"/>
              <a:gd name="connsiteY89" fmla="*/ 1503068 h 1723719"/>
              <a:gd name="connsiteX90" fmla="*/ 2207104 w 9662615"/>
              <a:gd name="connsiteY90" fmla="*/ 1508888 h 1723719"/>
              <a:gd name="connsiteX91" fmla="*/ 2149226 w 9662615"/>
              <a:gd name="connsiteY91" fmla="*/ 1523409 h 1723719"/>
              <a:gd name="connsiteX92" fmla="*/ 2084783 w 9662615"/>
              <a:gd name="connsiteY92" fmla="*/ 1524245 h 1723719"/>
              <a:gd name="connsiteX93" fmla="*/ 2070075 w 9662615"/>
              <a:gd name="connsiteY93" fmla="*/ 1511285 h 1723719"/>
              <a:gd name="connsiteX94" fmla="*/ 2001057 w 9662615"/>
              <a:gd name="connsiteY94" fmla="*/ 1516449 h 1723719"/>
              <a:gd name="connsiteX95" fmla="*/ 1896330 w 9662615"/>
              <a:gd name="connsiteY95" fmla="*/ 1525725 h 1723719"/>
              <a:gd name="connsiteX96" fmla="*/ 1835994 w 9662615"/>
              <a:gd name="connsiteY96" fmla="*/ 1527678 h 1723719"/>
              <a:gd name="connsiteX97" fmla="*/ 1671119 w 9662615"/>
              <a:gd name="connsiteY97" fmla="*/ 1536701 h 1723719"/>
              <a:gd name="connsiteX98" fmla="*/ 1601337 w 9662615"/>
              <a:gd name="connsiteY98" fmla="*/ 1548552 h 1723719"/>
              <a:gd name="connsiteX99" fmla="*/ 1407755 w 9662615"/>
              <a:gd name="connsiteY99" fmla="*/ 1571444 h 1723719"/>
              <a:gd name="connsiteX100" fmla="*/ 1271994 w 9662615"/>
              <a:gd name="connsiteY100" fmla="*/ 1579471 h 1723719"/>
              <a:gd name="connsiteX101" fmla="*/ 1249226 w 9662615"/>
              <a:gd name="connsiteY101" fmla="*/ 1583140 h 1723719"/>
              <a:gd name="connsiteX102" fmla="*/ 1217719 w 9662615"/>
              <a:gd name="connsiteY102" fmla="*/ 1580863 h 1723719"/>
              <a:gd name="connsiteX103" fmla="*/ 1091432 w 9662615"/>
              <a:gd name="connsiteY103" fmla="*/ 1571003 h 1723719"/>
              <a:gd name="connsiteX104" fmla="*/ 992039 w 9662615"/>
              <a:gd name="connsiteY104" fmla="*/ 1556662 h 1723719"/>
              <a:gd name="connsiteX105" fmla="*/ 868264 w 9662615"/>
              <a:gd name="connsiteY105" fmla="*/ 1566392 h 1723719"/>
              <a:gd name="connsiteX106" fmla="*/ 792765 w 9662615"/>
              <a:gd name="connsiteY106" fmla="*/ 1563102 h 1723719"/>
              <a:gd name="connsiteX107" fmla="*/ 669055 w 9662615"/>
              <a:gd name="connsiteY107" fmla="*/ 1543638 h 1723719"/>
              <a:gd name="connsiteX108" fmla="*/ 506152 w 9662615"/>
              <a:gd name="connsiteY108" fmla="*/ 1549124 h 1723719"/>
              <a:gd name="connsiteX109" fmla="*/ 472797 w 9662615"/>
              <a:gd name="connsiteY109" fmla="*/ 1568904 h 1723719"/>
              <a:gd name="connsiteX110" fmla="*/ 427864 w 9662615"/>
              <a:gd name="connsiteY110" fmla="*/ 1580848 h 1723719"/>
              <a:gd name="connsiteX111" fmla="*/ 408381 w 9662615"/>
              <a:gd name="connsiteY111" fmla="*/ 1552940 h 1723719"/>
              <a:gd name="connsiteX112" fmla="*/ 267163 w 9662615"/>
              <a:gd name="connsiteY112" fmla="*/ 1531913 h 1723719"/>
              <a:gd name="connsiteX113" fmla="*/ 196644 w 9662615"/>
              <a:gd name="connsiteY113" fmla="*/ 1524565 h 1723719"/>
              <a:gd name="connsiteX114" fmla="*/ 86819 w 9662615"/>
              <a:gd name="connsiteY114" fmla="*/ 1519517 h 1723719"/>
              <a:gd name="connsiteX115" fmla="*/ 53369 w 9662615"/>
              <a:gd name="connsiteY115" fmla="*/ 1516853 h 1723719"/>
              <a:gd name="connsiteX116" fmla="*/ 2359 w 9662615"/>
              <a:gd name="connsiteY116" fmla="*/ 1515247 h 1723719"/>
              <a:gd name="connsiteX117" fmla="*/ 0 w 9662615"/>
              <a:gd name="connsiteY117" fmla="*/ 1514932 h 1723719"/>
              <a:gd name="connsiteX118" fmla="*/ 0 w 9662615"/>
              <a:gd name="connsiteY118" fmla="*/ 0 h 1723719"/>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37764 w 9662615"/>
              <a:gd name="connsiteY49" fmla="*/ 1481521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177807 w 9662615"/>
              <a:gd name="connsiteY48" fmla="*/ 1526802 h 1583140"/>
              <a:gd name="connsiteX49" fmla="*/ 5137764 w 9662615"/>
              <a:gd name="connsiteY49" fmla="*/ 1481521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18664 w 9662615"/>
              <a:gd name="connsiteY3" fmla="*/ 1331789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69055 w 9662615"/>
              <a:gd name="connsiteY106" fmla="*/ 1543638 h 1583140"/>
              <a:gd name="connsiteX107" fmla="*/ 506152 w 9662615"/>
              <a:gd name="connsiteY107" fmla="*/ 1549124 h 1583140"/>
              <a:gd name="connsiteX108" fmla="*/ 472797 w 9662615"/>
              <a:gd name="connsiteY108" fmla="*/ 1568904 h 1583140"/>
              <a:gd name="connsiteX109" fmla="*/ 427864 w 9662615"/>
              <a:gd name="connsiteY109" fmla="*/ 1580848 h 1583140"/>
              <a:gd name="connsiteX110" fmla="*/ 408381 w 9662615"/>
              <a:gd name="connsiteY110" fmla="*/ 1552940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69055 w 9662615"/>
              <a:gd name="connsiteY106" fmla="*/ 1543638 h 1583140"/>
              <a:gd name="connsiteX107" fmla="*/ 506152 w 9662615"/>
              <a:gd name="connsiteY107" fmla="*/ 1549124 h 1583140"/>
              <a:gd name="connsiteX108" fmla="*/ 472797 w 9662615"/>
              <a:gd name="connsiteY108" fmla="*/ 1568904 h 1583140"/>
              <a:gd name="connsiteX109" fmla="*/ 427864 w 9662615"/>
              <a:gd name="connsiteY109" fmla="*/ 1580848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69055 w 9662615"/>
              <a:gd name="connsiteY106" fmla="*/ 1543638 h 1583140"/>
              <a:gd name="connsiteX107" fmla="*/ 506152 w 9662615"/>
              <a:gd name="connsiteY107" fmla="*/ 1549124 h 1583140"/>
              <a:gd name="connsiteX108" fmla="*/ 472797 w 9662615"/>
              <a:gd name="connsiteY108" fmla="*/ 1568904 h 1583140"/>
              <a:gd name="connsiteX109" fmla="*/ 396059 w 9662615"/>
              <a:gd name="connsiteY109" fmla="*/ 1560970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69055 w 9662615"/>
              <a:gd name="connsiteY106" fmla="*/ 1543638 h 1583140"/>
              <a:gd name="connsiteX107" fmla="*/ 541933 w 9662615"/>
              <a:gd name="connsiteY107" fmla="*/ 1561051 h 1583140"/>
              <a:gd name="connsiteX108" fmla="*/ 472797 w 9662615"/>
              <a:gd name="connsiteY108" fmla="*/ 1568904 h 1583140"/>
              <a:gd name="connsiteX109" fmla="*/ 396059 w 9662615"/>
              <a:gd name="connsiteY109" fmla="*/ 1560970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53153 w 9662615"/>
              <a:gd name="connsiteY106" fmla="*/ 1563516 h 1583140"/>
              <a:gd name="connsiteX107" fmla="*/ 541933 w 9662615"/>
              <a:gd name="connsiteY107" fmla="*/ 1561051 h 1583140"/>
              <a:gd name="connsiteX108" fmla="*/ 472797 w 9662615"/>
              <a:gd name="connsiteY108" fmla="*/ 1568904 h 1583140"/>
              <a:gd name="connsiteX109" fmla="*/ 396059 w 9662615"/>
              <a:gd name="connsiteY109" fmla="*/ 1560970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40355 w 9662615"/>
              <a:gd name="connsiteY103" fmla="*/ 1560638 h 1583140"/>
              <a:gd name="connsiteX104" fmla="*/ 868264 w 9662615"/>
              <a:gd name="connsiteY104" fmla="*/ 1566392 h 1583140"/>
              <a:gd name="connsiteX105" fmla="*/ 792765 w 9662615"/>
              <a:gd name="connsiteY105" fmla="*/ 1563102 h 1583140"/>
              <a:gd name="connsiteX106" fmla="*/ 653153 w 9662615"/>
              <a:gd name="connsiteY106" fmla="*/ 1563516 h 1583140"/>
              <a:gd name="connsiteX107" fmla="*/ 541933 w 9662615"/>
              <a:gd name="connsiteY107" fmla="*/ 1561051 h 1583140"/>
              <a:gd name="connsiteX108" fmla="*/ 472797 w 9662615"/>
              <a:gd name="connsiteY108" fmla="*/ 1568904 h 1583140"/>
              <a:gd name="connsiteX109" fmla="*/ 396059 w 9662615"/>
              <a:gd name="connsiteY109" fmla="*/ 1560970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92811"/>
              <a:gd name="connsiteX1" fmla="*/ 9662615 w 9662615"/>
              <a:gd name="connsiteY1" fmla="*/ 0 h 1592811"/>
              <a:gd name="connsiteX2" fmla="*/ 9662615 w 9662615"/>
              <a:gd name="connsiteY2" fmla="*/ 1280346 h 1592811"/>
              <a:gd name="connsiteX3" fmla="*/ 9551077 w 9662615"/>
              <a:gd name="connsiteY3" fmla="*/ 1292033 h 1592811"/>
              <a:gd name="connsiteX4" fmla="*/ 9469546 w 9662615"/>
              <a:gd name="connsiteY4" fmla="*/ 1289837 h 1592811"/>
              <a:gd name="connsiteX5" fmla="*/ 9326260 w 9662615"/>
              <a:gd name="connsiteY5" fmla="*/ 1277155 h 1592811"/>
              <a:gd name="connsiteX6" fmla="*/ 9144767 w 9662615"/>
              <a:gd name="connsiteY6" fmla="*/ 1264120 h 1592811"/>
              <a:gd name="connsiteX7" fmla="*/ 8976400 w 9662615"/>
              <a:gd name="connsiteY7" fmla="*/ 1326661 h 1592811"/>
              <a:gd name="connsiteX8" fmla="*/ 8828711 w 9662615"/>
              <a:gd name="connsiteY8" fmla="*/ 1346394 h 1592811"/>
              <a:gd name="connsiteX9" fmla="*/ 8695953 w 9662615"/>
              <a:gd name="connsiteY9" fmla="*/ 1346784 h 1592811"/>
              <a:gd name="connsiteX10" fmla="*/ 8652191 w 9662615"/>
              <a:gd name="connsiteY10" fmla="*/ 1345903 h 1592811"/>
              <a:gd name="connsiteX11" fmla="*/ 8591582 w 9662615"/>
              <a:gd name="connsiteY11" fmla="*/ 1341666 h 1592811"/>
              <a:gd name="connsiteX12" fmla="*/ 8537336 w 9662615"/>
              <a:gd name="connsiteY12" fmla="*/ 1341684 h 1592811"/>
              <a:gd name="connsiteX13" fmla="*/ 8416849 w 9662615"/>
              <a:gd name="connsiteY13" fmla="*/ 1367085 h 1592811"/>
              <a:gd name="connsiteX14" fmla="*/ 8278355 w 9662615"/>
              <a:gd name="connsiteY14" fmla="*/ 1386569 h 1592811"/>
              <a:gd name="connsiteX15" fmla="*/ 8197961 w 9662615"/>
              <a:gd name="connsiteY15" fmla="*/ 1392804 h 1592811"/>
              <a:gd name="connsiteX16" fmla="*/ 8171196 w 9662615"/>
              <a:gd name="connsiteY16" fmla="*/ 1397216 h 1592811"/>
              <a:gd name="connsiteX17" fmla="*/ 8087910 w 9662615"/>
              <a:gd name="connsiteY17" fmla="*/ 1386449 h 1592811"/>
              <a:gd name="connsiteX18" fmla="*/ 7974579 w 9662615"/>
              <a:gd name="connsiteY18" fmla="*/ 1383439 h 1592811"/>
              <a:gd name="connsiteX19" fmla="*/ 7768351 w 9662615"/>
              <a:gd name="connsiteY19" fmla="*/ 1395051 h 1592811"/>
              <a:gd name="connsiteX20" fmla="*/ 7635985 w 9662615"/>
              <a:gd name="connsiteY20" fmla="*/ 1386363 h 1592811"/>
              <a:gd name="connsiteX21" fmla="*/ 7466069 w 9662615"/>
              <a:gd name="connsiteY21" fmla="*/ 1377654 h 1592811"/>
              <a:gd name="connsiteX22" fmla="*/ 7355642 w 9662615"/>
              <a:gd name="connsiteY22" fmla="*/ 1407761 h 1592811"/>
              <a:gd name="connsiteX23" fmla="*/ 7215220 w 9662615"/>
              <a:gd name="connsiteY23" fmla="*/ 1397856 h 1592811"/>
              <a:gd name="connsiteX24" fmla="*/ 7082147 w 9662615"/>
              <a:gd name="connsiteY24" fmla="*/ 1406113 h 1592811"/>
              <a:gd name="connsiteX25" fmla="*/ 6987129 w 9662615"/>
              <a:gd name="connsiteY25" fmla="*/ 1404834 h 1592811"/>
              <a:gd name="connsiteX26" fmla="*/ 6907567 w 9662615"/>
              <a:gd name="connsiteY26" fmla="*/ 1419149 h 1592811"/>
              <a:gd name="connsiteX27" fmla="*/ 6748428 w 9662615"/>
              <a:gd name="connsiteY27" fmla="*/ 1420308 h 1592811"/>
              <a:gd name="connsiteX28" fmla="*/ 6654257 w 9662615"/>
              <a:gd name="connsiteY28" fmla="*/ 1424143 h 1592811"/>
              <a:gd name="connsiteX29" fmla="*/ 6620123 w 9662615"/>
              <a:gd name="connsiteY29" fmla="*/ 1430535 h 1592811"/>
              <a:gd name="connsiteX30" fmla="*/ 6571355 w 9662615"/>
              <a:gd name="connsiteY30" fmla="*/ 1436144 h 1592811"/>
              <a:gd name="connsiteX31" fmla="*/ 6486557 w 9662615"/>
              <a:gd name="connsiteY31" fmla="*/ 1449861 h 1592811"/>
              <a:gd name="connsiteX32" fmla="*/ 6370419 w 9662615"/>
              <a:gd name="connsiteY32" fmla="*/ 1461649 h 1592811"/>
              <a:gd name="connsiteX33" fmla="*/ 6278839 w 9662615"/>
              <a:gd name="connsiteY33" fmla="*/ 1449160 h 1592811"/>
              <a:gd name="connsiteX34" fmla="*/ 6272455 w 9662615"/>
              <a:gd name="connsiteY34" fmla="*/ 1453191 h 1592811"/>
              <a:gd name="connsiteX35" fmla="*/ 6212659 w 9662615"/>
              <a:gd name="connsiteY35" fmla="*/ 1454850 h 1592811"/>
              <a:gd name="connsiteX36" fmla="*/ 6069317 w 9662615"/>
              <a:gd name="connsiteY36" fmla="*/ 1445838 h 1592811"/>
              <a:gd name="connsiteX37" fmla="*/ 5878477 w 9662615"/>
              <a:gd name="connsiteY37" fmla="*/ 1439180 h 1592811"/>
              <a:gd name="connsiteX38" fmla="*/ 5838387 w 9662615"/>
              <a:gd name="connsiteY38" fmla="*/ 1444679 h 1592811"/>
              <a:gd name="connsiteX39" fmla="*/ 5771136 w 9662615"/>
              <a:gd name="connsiteY39" fmla="*/ 1453639 h 1592811"/>
              <a:gd name="connsiteX40" fmla="*/ 5724081 w 9662615"/>
              <a:gd name="connsiteY40" fmla="*/ 1470431 h 1592811"/>
              <a:gd name="connsiteX41" fmla="*/ 5666577 w 9662615"/>
              <a:gd name="connsiteY41" fmla="*/ 1473921 h 1592811"/>
              <a:gd name="connsiteX42" fmla="*/ 5649068 w 9662615"/>
              <a:gd name="connsiteY42" fmla="*/ 1461676 h 1592811"/>
              <a:gd name="connsiteX43" fmla="*/ 5588902 w 9662615"/>
              <a:gd name="connsiteY43" fmla="*/ 1469647 h 1592811"/>
              <a:gd name="connsiteX44" fmla="*/ 5498090 w 9662615"/>
              <a:gd name="connsiteY44" fmla="*/ 1483173 h 1592811"/>
              <a:gd name="connsiteX45" fmla="*/ 5444641 w 9662615"/>
              <a:gd name="connsiteY45" fmla="*/ 1487602 h 1592811"/>
              <a:gd name="connsiteX46" fmla="*/ 5299812 w 9662615"/>
              <a:gd name="connsiteY46" fmla="*/ 1503362 h 1592811"/>
              <a:gd name="connsiteX47" fmla="*/ 5245752 w 9662615"/>
              <a:gd name="connsiteY47" fmla="*/ 1520612 h 1592811"/>
              <a:gd name="connsiteX48" fmla="*/ 5177807 w 9662615"/>
              <a:gd name="connsiteY48" fmla="*/ 1526802 h 1592811"/>
              <a:gd name="connsiteX49" fmla="*/ 5113910 w 9662615"/>
              <a:gd name="connsiteY49" fmla="*/ 1533205 h 1592811"/>
              <a:gd name="connsiteX50" fmla="*/ 5059484 w 9662615"/>
              <a:gd name="connsiteY50" fmla="*/ 1546802 h 1592811"/>
              <a:gd name="connsiteX51" fmla="*/ 5038524 w 9662615"/>
              <a:gd name="connsiteY51" fmla="*/ 1545675 h 1592811"/>
              <a:gd name="connsiteX52" fmla="*/ 5026564 w 9662615"/>
              <a:gd name="connsiteY52" fmla="*/ 1545376 h 1592811"/>
              <a:gd name="connsiteX53" fmla="*/ 4969433 w 9662615"/>
              <a:gd name="connsiteY53" fmla="*/ 1550865 h 1592811"/>
              <a:gd name="connsiteX54" fmla="*/ 4871726 w 9662615"/>
              <a:gd name="connsiteY54" fmla="*/ 1570584 h 1592811"/>
              <a:gd name="connsiteX55" fmla="*/ 4843267 w 9662615"/>
              <a:gd name="connsiteY55" fmla="*/ 1561459 h 1592811"/>
              <a:gd name="connsiteX56" fmla="*/ 4821058 w 9662615"/>
              <a:gd name="connsiteY56" fmla="*/ 1553078 h 1592811"/>
              <a:gd name="connsiteX57" fmla="*/ 4791466 w 9662615"/>
              <a:gd name="connsiteY57" fmla="*/ 1561324 h 1592811"/>
              <a:gd name="connsiteX58" fmla="*/ 4784247 w 9662615"/>
              <a:gd name="connsiteY58" fmla="*/ 1562342 h 1592811"/>
              <a:gd name="connsiteX59" fmla="*/ 4739309 w 9662615"/>
              <a:gd name="connsiteY59" fmla="*/ 1553948 h 1592811"/>
              <a:gd name="connsiteX60" fmla="*/ 4697562 w 9662615"/>
              <a:gd name="connsiteY60" fmla="*/ 1551206 h 1592811"/>
              <a:gd name="connsiteX61" fmla="*/ 4650737 w 9662615"/>
              <a:gd name="connsiteY61" fmla="*/ 1537381 h 1592811"/>
              <a:gd name="connsiteX62" fmla="*/ 4583150 w 9662615"/>
              <a:gd name="connsiteY62" fmla="*/ 1529064 h 1592811"/>
              <a:gd name="connsiteX63" fmla="*/ 4521734 w 9662615"/>
              <a:gd name="connsiteY63" fmla="*/ 1529359 h 1592811"/>
              <a:gd name="connsiteX64" fmla="*/ 4382398 w 9662615"/>
              <a:gd name="connsiteY64" fmla="*/ 1534108 h 1592811"/>
              <a:gd name="connsiteX65" fmla="*/ 4221826 w 9662615"/>
              <a:gd name="connsiteY65" fmla="*/ 1500972 h 1592811"/>
              <a:gd name="connsiteX66" fmla="*/ 4096601 w 9662615"/>
              <a:gd name="connsiteY66" fmla="*/ 1521563 h 1592811"/>
              <a:gd name="connsiteX67" fmla="*/ 4002441 w 9662615"/>
              <a:gd name="connsiteY67" fmla="*/ 1528912 h 1592811"/>
              <a:gd name="connsiteX68" fmla="*/ 3833906 w 9662615"/>
              <a:gd name="connsiteY68" fmla="*/ 1516637 h 1592811"/>
              <a:gd name="connsiteX69" fmla="*/ 3763845 w 9662615"/>
              <a:gd name="connsiteY69" fmla="*/ 1501782 h 1592811"/>
              <a:gd name="connsiteX70" fmla="*/ 3641778 w 9662615"/>
              <a:gd name="connsiteY70" fmla="*/ 1505446 h 1592811"/>
              <a:gd name="connsiteX71" fmla="*/ 3565233 w 9662615"/>
              <a:gd name="connsiteY71" fmla="*/ 1515122 h 1592811"/>
              <a:gd name="connsiteX72" fmla="*/ 3560267 w 9662615"/>
              <a:gd name="connsiteY72" fmla="*/ 1516288 h 1592811"/>
              <a:gd name="connsiteX73" fmla="*/ 3540258 w 9662615"/>
              <a:gd name="connsiteY73" fmla="*/ 1516976 h 1592811"/>
              <a:gd name="connsiteX74" fmla="*/ 3534780 w 9662615"/>
              <a:gd name="connsiteY74" fmla="*/ 1522141 h 1592811"/>
              <a:gd name="connsiteX75" fmla="*/ 3504783 w 9662615"/>
              <a:gd name="connsiteY75" fmla="*/ 1526739 h 1592811"/>
              <a:gd name="connsiteX76" fmla="*/ 3430805 w 9662615"/>
              <a:gd name="connsiteY76" fmla="*/ 1542521 h 1592811"/>
              <a:gd name="connsiteX77" fmla="*/ 3292707 w 9662615"/>
              <a:gd name="connsiteY77" fmla="*/ 1520490 h 1592811"/>
              <a:gd name="connsiteX78" fmla="*/ 3187872 w 9662615"/>
              <a:gd name="connsiteY78" fmla="*/ 1519991 h 1592811"/>
              <a:gd name="connsiteX79" fmla="*/ 3148026 w 9662615"/>
              <a:gd name="connsiteY79" fmla="*/ 1524777 h 1592811"/>
              <a:gd name="connsiteX80" fmla="*/ 3092394 w 9662615"/>
              <a:gd name="connsiteY80" fmla="*/ 1528115 h 1592811"/>
              <a:gd name="connsiteX81" fmla="*/ 2994200 w 9662615"/>
              <a:gd name="connsiteY81" fmla="*/ 1537857 h 1592811"/>
              <a:gd name="connsiteX82" fmla="*/ 2862301 w 9662615"/>
              <a:gd name="connsiteY82" fmla="*/ 1544250 h 1592811"/>
              <a:gd name="connsiteX83" fmla="*/ 2766335 w 9662615"/>
              <a:gd name="connsiteY83" fmla="*/ 1527662 h 1592811"/>
              <a:gd name="connsiteX84" fmla="*/ 2757836 w 9662615"/>
              <a:gd name="connsiteY84" fmla="*/ 1531371 h 1592811"/>
              <a:gd name="connsiteX85" fmla="*/ 2691555 w 9662615"/>
              <a:gd name="connsiteY85" fmla="*/ 1530283 h 1592811"/>
              <a:gd name="connsiteX86" fmla="*/ 2491676 w 9662615"/>
              <a:gd name="connsiteY86" fmla="*/ 1500859 h 1592811"/>
              <a:gd name="connsiteX87" fmla="*/ 2378036 w 9662615"/>
              <a:gd name="connsiteY87" fmla="*/ 1520645 h 1592811"/>
              <a:gd name="connsiteX88" fmla="*/ 2284269 w 9662615"/>
              <a:gd name="connsiteY88" fmla="*/ 1503068 h 1592811"/>
              <a:gd name="connsiteX89" fmla="*/ 2207104 w 9662615"/>
              <a:gd name="connsiteY89" fmla="*/ 1508888 h 1592811"/>
              <a:gd name="connsiteX90" fmla="*/ 2149226 w 9662615"/>
              <a:gd name="connsiteY90" fmla="*/ 1523409 h 1592811"/>
              <a:gd name="connsiteX91" fmla="*/ 2084783 w 9662615"/>
              <a:gd name="connsiteY91" fmla="*/ 1524245 h 1592811"/>
              <a:gd name="connsiteX92" fmla="*/ 2070075 w 9662615"/>
              <a:gd name="connsiteY92" fmla="*/ 1511285 h 1592811"/>
              <a:gd name="connsiteX93" fmla="*/ 2001057 w 9662615"/>
              <a:gd name="connsiteY93" fmla="*/ 1516449 h 1592811"/>
              <a:gd name="connsiteX94" fmla="*/ 1896330 w 9662615"/>
              <a:gd name="connsiteY94" fmla="*/ 1525725 h 1592811"/>
              <a:gd name="connsiteX95" fmla="*/ 1835994 w 9662615"/>
              <a:gd name="connsiteY95" fmla="*/ 1527678 h 1592811"/>
              <a:gd name="connsiteX96" fmla="*/ 1671119 w 9662615"/>
              <a:gd name="connsiteY96" fmla="*/ 1536701 h 1592811"/>
              <a:gd name="connsiteX97" fmla="*/ 1601337 w 9662615"/>
              <a:gd name="connsiteY97" fmla="*/ 1548552 h 1592811"/>
              <a:gd name="connsiteX98" fmla="*/ 1407755 w 9662615"/>
              <a:gd name="connsiteY98" fmla="*/ 1571444 h 1592811"/>
              <a:gd name="connsiteX99" fmla="*/ 1271994 w 9662615"/>
              <a:gd name="connsiteY99" fmla="*/ 1579471 h 1592811"/>
              <a:gd name="connsiteX100" fmla="*/ 1249226 w 9662615"/>
              <a:gd name="connsiteY100" fmla="*/ 1583140 h 1592811"/>
              <a:gd name="connsiteX101" fmla="*/ 1181938 w 9662615"/>
              <a:gd name="connsiteY101" fmla="*/ 1592789 h 1592811"/>
              <a:gd name="connsiteX102" fmla="*/ 1091432 w 9662615"/>
              <a:gd name="connsiteY102" fmla="*/ 1571003 h 1592811"/>
              <a:gd name="connsiteX103" fmla="*/ 940355 w 9662615"/>
              <a:gd name="connsiteY103" fmla="*/ 1560638 h 1592811"/>
              <a:gd name="connsiteX104" fmla="*/ 868264 w 9662615"/>
              <a:gd name="connsiteY104" fmla="*/ 1566392 h 1592811"/>
              <a:gd name="connsiteX105" fmla="*/ 792765 w 9662615"/>
              <a:gd name="connsiteY105" fmla="*/ 1563102 h 1592811"/>
              <a:gd name="connsiteX106" fmla="*/ 653153 w 9662615"/>
              <a:gd name="connsiteY106" fmla="*/ 1563516 h 1592811"/>
              <a:gd name="connsiteX107" fmla="*/ 541933 w 9662615"/>
              <a:gd name="connsiteY107" fmla="*/ 1561051 h 1592811"/>
              <a:gd name="connsiteX108" fmla="*/ 472797 w 9662615"/>
              <a:gd name="connsiteY108" fmla="*/ 1568904 h 1592811"/>
              <a:gd name="connsiteX109" fmla="*/ 396059 w 9662615"/>
              <a:gd name="connsiteY109" fmla="*/ 1560970 h 1592811"/>
              <a:gd name="connsiteX110" fmla="*/ 336819 w 9662615"/>
              <a:gd name="connsiteY110" fmla="*/ 1560892 h 1592811"/>
              <a:gd name="connsiteX111" fmla="*/ 267163 w 9662615"/>
              <a:gd name="connsiteY111" fmla="*/ 1531913 h 1592811"/>
              <a:gd name="connsiteX112" fmla="*/ 196644 w 9662615"/>
              <a:gd name="connsiteY112" fmla="*/ 1524565 h 1592811"/>
              <a:gd name="connsiteX113" fmla="*/ 86819 w 9662615"/>
              <a:gd name="connsiteY113" fmla="*/ 1519517 h 1592811"/>
              <a:gd name="connsiteX114" fmla="*/ 53369 w 9662615"/>
              <a:gd name="connsiteY114" fmla="*/ 1516853 h 1592811"/>
              <a:gd name="connsiteX115" fmla="*/ 2359 w 9662615"/>
              <a:gd name="connsiteY115" fmla="*/ 1515247 h 1592811"/>
              <a:gd name="connsiteX116" fmla="*/ 0 w 9662615"/>
              <a:gd name="connsiteY116" fmla="*/ 1514932 h 1592811"/>
              <a:gd name="connsiteX117" fmla="*/ 0 w 9662615"/>
              <a:gd name="connsiteY117" fmla="*/ 0 h 1592811"/>
              <a:gd name="connsiteX0" fmla="*/ 0 w 9662615"/>
              <a:gd name="connsiteY0" fmla="*/ 0 h 1592811"/>
              <a:gd name="connsiteX1" fmla="*/ 9662615 w 9662615"/>
              <a:gd name="connsiteY1" fmla="*/ 0 h 1592811"/>
              <a:gd name="connsiteX2" fmla="*/ 9662615 w 9662615"/>
              <a:gd name="connsiteY2" fmla="*/ 1280346 h 1592811"/>
              <a:gd name="connsiteX3" fmla="*/ 9551077 w 9662615"/>
              <a:gd name="connsiteY3" fmla="*/ 1292033 h 1592811"/>
              <a:gd name="connsiteX4" fmla="*/ 9469546 w 9662615"/>
              <a:gd name="connsiteY4" fmla="*/ 1289837 h 1592811"/>
              <a:gd name="connsiteX5" fmla="*/ 9326260 w 9662615"/>
              <a:gd name="connsiteY5" fmla="*/ 1277155 h 1592811"/>
              <a:gd name="connsiteX6" fmla="*/ 9144767 w 9662615"/>
              <a:gd name="connsiteY6" fmla="*/ 1264120 h 1592811"/>
              <a:gd name="connsiteX7" fmla="*/ 8976400 w 9662615"/>
              <a:gd name="connsiteY7" fmla="*/ 1326661 h 1592811"/>
              <a:gd name="connsiteX8" fmla="*/ 8828711 w 9662615"/>
              <a:gd name="connsiteY8" fmla="*/ 1346394 h 1592811"/>
              <a:gd name="connsiteX9" fmla="*/ 8695953 w 9662615"/>
              <a:gd name="connsiteY9" fmla="*/ 1346784 h 1592811"/>
              <a:gd name="connsiteX10" fmla="*/ 8652191 w 9662615"/>
              <a:gd name="connsiteY10" fmla="*/ 1345903 h 1592811"/>
              <a:gd name="connsiteX11" fmla="*/ 8591582 w 9662615"/>
              <a:gd name="connsiteY11" fmla="*/ 1341666 h 1592811"/>
              <a:gd name="connsiteX12" fmla="*/ 8537336 w 9662615"/>
              <a:gd name="connsiteY12" fmla="*/ 1341684 h 1592811"/>
              <a:gd name="connsiteX13" fmla="*/ 8416849 w 9662615"/>
              <a:gd name="connsiteY13" fmla="*/ 1367085 h 1592811"/>
              <a:gd name="connsiteX14" fmla="*/ 8278355 w 9662615"/>
              <a:gd name="connsiteY14" fmla="*/ 1386569 h 1592811"/>
              <a:gd name="connsiteX15" fmla="*/ 8197961 w 9662615"/>
              <a:gd name="connsiteY15" fmla="*/ 1392804 h 1592811"/>
              <a:gd name="connsiteX16" fmla="*/ 8171196 w 9662615"/>
              <a:gd name="connsiteY16" fmla="*/ 1397216 h 1592811"/>
              <a:gd name="connsiteX17" fmla="*/ 8087910 w 9662615"/>
              <a:gd name="connsiteY17" fmla="*/ 1386449 h 1592811"/>
              <a:gd name="connsiteX18" fmla="*/ 7974579 w 9662615"/>
              <a:gd name="connsiteY18" fmla="*/ 1383439 h 1592811"/>
              <a:gd name="connsiteX19" fmla="*/ 7768351 w 9662615"/>
              <a:gd name="connsiteY19" fmla="*/ 1395051 h 1592811"/>
              <a:gd name="connsiteX20" fmla="*/ 7635985 w 9662615"/>
              <a:gd name="connsiteY20" fmla="*/ 1386363 h 1592811"/>
              <a:gd name="connsiteX21" fmla="*/ 7466069 w 9662615"/>
              <a:gd name="connsiteY21" fmla="*/ 1377654 h 1592811"/>
              <a:gd name="connsiteX22" fmla="*/ 7355642 w 9662615"/>
              <a:gd name="connsiteY22" fmla="*/ 1407761 h 1592811"/>
              <a:gd name="connsiteX23" fmla="*/ 7215220 w 9662615"/>
              <a:gd name="connsiteY23" fmla="*/ 1397856 h 1592811"/>
              <a:gd name="connsiteX24" fmla="*/ 7082147 w 9662615"/>
              <a:gd name="connsiteY24" fmla="*/ 1406113 h 1592811"/>
              <a:gd name="connsiteX25" fmla="*/ 6987129 w 9662615"/>
              <a:gd name="connsiteY25" fmla="*/ 1404834 h 1592811"/>
              <a:gd name="connsiteX26" fmla="*/ 6907567 w 9662615"/>
              <a:gd name="connsiteY26" fmla="*/ 1419149 h 1592811"/>
              <a:gd name="connsiteX27" fmla="*/ 6748428 w 9662615"/>
              <a:gd name="connsiteY27" fmla="*/ 1420308 h 1592811"/>
              <a:gd name="connsiteX28" fmla="*/ 6654257 w 9662615"/>
              <a:gd name="connsiteY28" fmla="*/ 1424143 h 1592811"/>
              <a:gd name="connsiteX29" fmla="*/ 6620123 w 9662615"/>
              <a:gd name="connsiteY29" fmla="*/ 1430535 h 1592811"/>
              <a:gd name="connsiteX30" fmla="*/ 6571355 w 9662615"/>
              <a:gd name="connsiteY30" fmla="*/ 1436144 h 1592811"/>
              <a:gd name="connsiteX31" fmla="*/ 6486557 w 9662615"/>
              <a:gd name="connsiteY31" fmla="*/ 1449861 h 1592811"/>
              <a:gd name="connsiteX32" fmla="*/ 6370419 w 9662615"/>
              <a:gd name="connsiteY32" fmla="*/ 1461649 h 1592811"/>
              <a:gd name="connsiteX33" fmla="*/ 6278839 w 9662615"/>
              <a:gd name="connsiteY33" fmla="*/ 1449160 h 1592811"/>
              <a:gd name="connsiteX34" fmla="*/ 6272455 w 9662615"/>
              <a:gd name="connsiteY34" fmla="*/ 1453191 h 1592811"/>
              <a:gd name="connsiteX35" fmla="*/ 6212659 w 9662615"/>
              <a:gd name="connsiteY35" fmla="*/ 1454850 h 1592811"/>
              <a:gd name="connsiteX36" fmla="*/ 6069317 w 9662615"/>
              <a:gd name="connsiteY36" fmla="*/ 1445838 h 1592811"/>
              <a:gd name="connsiteX37" fmla="*/ 5878477 w 9662615"/>
              <a:gd name="connsiteY37" fmla="*/ 1439180 h 1592811"/>
              <a:gd name="connsiteX38" fmla="*/ 5838387 w 9662615"/>
              <a:gd name="connsiteY38" fmla="*/ 1444679 h 1592811"/>
              <a:gd name="connsiteX39" fmla="*/ 5771136 w 9662615"/>
              <a:gd name="connsiteY39" fmla="*/ 1453639 h 1592811"/>
              <a:gd name="connsiteX40" fmla="*/ 5724081 w 9662615"/>
              <a:gd name="connsiteY40" fmla="*/ 1470431 h 1592811"/>
              <a:gd name="connsiteX41" fmla="*/ 5666577 w 9662615"/>
              <a:gd name="connsiteY41" fmla="*/ 1473921 h 1592811"/>
              <a:gd name="connsiteX42" fmla="*/ 5649068 w 9662615"/>
              <a:gd name="connsiteY42" fmla="*/ 1461676 h 1592811"/>
              <a:gd name="connsiteX43" fmla="*/ 5588902 w 9662615"/>
              <a:gd name="connsiteY43" fmla="*/ 1469647 h 1592811"/>
              <a:gd name="connsiteX44" fmla="*/ 5498090 w 9662615"/>
              <a:gd name="connsiteY44" fmla="*/ 1483173 h 1592811"/>
              <a:gd name="connsiteX45" fmla="*/ 5444641 w 9662615"/>
              <a:gd name="connsiteY45" fmla="*/ 1487602 h 1592811"/>
              <a:gd name="connsiteX46" fmla="*/ 5299812 w 9662615"/>
              <a:gd name="connsiteY46" fmla="*/ 1503362 h 1592811"/>
              <a:gd name="connsiteX47" fmla="*/ 5245752 w 9662615"/>
              <a:gd name="connsiteY47" fmla="*/ 1520612 h 1592811"/>
              <a:gd name="connsiteX48" fmla="*/ 5177807 w 9662615"/>
              <a:gd name="connsiteY48" fmla="*/ 1526802 h 1592811"/>
              <a:gd name="connsiteX49" fmla="*/ 5113910 w 9662615"/>
              <a:gd name="connsiteY49" fmla="*/ 1533205 h 1592811"/>
              <a:gd name="connsiteX50" fmla="*/ 5059484 w 9662615"/>
              <a:gd name="connsiteY50" fmla="*/ 1546802 h 1592811"/>
              <a:gd name="connsiteX51" fmla="*/ 5038524 w 9662615"/>
              <a:gd name="connsiteY51" fmla="*/ 1545675 h 1592811"/>
              <a:gd name="connsiteX52" fmla="*/ 5026564 w 9662615"/>
              <a:gd name="connsiteY52" fmla="*/ 1545376 h 1592811"/>
              <a:gd name="connsiteX53" fmla="*/ 4969433 w 9662615"/>
              <a:gd name="connsiteY53" fmla="*/ 1550865 h 1592811"/>
              <a:gd name="connsiteX54" fmla="*/ 4871726 w 9662615"/>
              <a:gd name="connsiteY54" fmla="*/ 1570584 h 1592811"/>
              <a:gd name="connsiteX55" fmla="*/ 4843267 w 9662615"/>
              <a:gd name="connsiteY55" fmla="*/ 1561459 h 1592811"/>
              <a:gd name="connsiteX56" fmla="*/ 4821058 w 9662615"/>
              <a:gd name="connsiteY56" fmla="*/ 1553078 h 1592811"/>
              <a:gd name="connsiteX57" fmla="*/ 4791466 w 9662615"/>
              <a:gd name="connsiteY57" fmla="*/ 1561324 h 1592811"/>
              <a:gd name="connsiteX58" fmla="*/ 4784247 w 9662615"/>
              <a:gd name="connsiteY58" fmla="*/ 1562342 h 1592811"/>
              <a:gd name="connsiteX59" fmla="*/ 4739309 w 9662615"/>
              <a:gd name="connsiteY59" fmla="*/ 1553948 h 1592811"/>
              <a:gd name="connsiteX60" fmla="*/ 4697562 w 9662615"/>
              <a:gd name="connsiteY60" fmla="*/ 1551206 h 1592811"/>
              <a:gd name="connsiteX61" fmla="*/ 4650737 w 9662615"/>
              <a:gd name="connsiteY61" fmla="*/ 1537381 h 1592811"/>
              <a:gd name="connsiteX62" fmla="*/ 4583150 w 9662615"/>
              <a:gd name="connsiteY62" fmla="*/ 1529064 h 1592811"/>
              <a:gd name="connsiteX63" fmla="*/ 4521734 w 9662615"/>
              <a:gd name="connsiteY63" fmla="*/ 1529359 h 1592811"/>
              <a:gd name="connsiteX64" fmla="*/ 4382398 w 9662615"/>
              <a:gd name="connsiteY64" fmla="*/ 1534108 h 1592811"/>
              <a:gd name="connsiteX65" fmla="*/ 4221826 w 9662615"/>
              <a:gd name="connsiteY65" fmla="*/ 1500972 h 1592811"/>
              <a:gd name="connsiteX66" fmla="*/ 4096601 w 9662615"/>
              <a:gd name="connsiteY66" fmla="*/ 1521563 h 1592811"/>
              <a:gd name="connsiteX67" fmla="*/ 4002441 w 9662615"/>
              <a:gd name="connsiteY67" fmla="*/ 1528912 h 1592811"/>
              <a:gd name="connsiteX68" fmla="*/ 3833906 w 9662615"/>
              <a:gd name="connsiteY68" fmla="*/ 1516637 h 1592811"/>
              <a:gd name="connsiteX69" fmla="*/ 3763845 w 9662615"/>
              <a:gd name="connsiteY69" fmla="*/ 1501782 h 1592811"/>
              <a:gd name="connsiteX70" fmla="*/ 3641778 w 9662615"/>
              <a:gd name="connsiteY70" fmla="*/ 1505446 h 1592811"/>
              <a:gd name="connsiteX71" fmla="*/ 3565233 w 9662615"/>
              <a:gd name="connsiteY71" fmla="*/ 1515122 h 1592811"/>
              <a:gd name="connsiteX72" fmla="*/ 3560267 w 9662615"/>
              <a:gd name="connsiteY72" fmla="*/ 1516288 h 1592811"/>
              <a:gd name="connsiteX73" fmla="*/ 3540258 w 9662615"/>
              <a:gd name="connsiteY73" fmla="*/ 1516976 h 1592811"/>
              <a:gd name="connsiteX74" fmla="*/ 3534780 w 9662615"/>
              <a:gd name="connsiteY74" fmla="*/ 1522141 h 1592811"/>
              <a:gd name="connsiteX75" fmla="*/ 3504783 w 9662615"/>
              <a:gd name="connsiteY75" fmla="*/ 1526739 h 1592811"/>
              <a:gd name="connsiteX76" fmla="*/ 3430805 w 9662615"/>
              <a:gd name="connsiteY76" fmla="*/ 1542521 h 1592811"/>
              <a:gd name="connsiteX77" fmla="*/ 3292707 w 9662615"/>
              <a:gd name="connsiteY77" fmla="*/ 1520490 h 1592811"/>
              <a:gd name="connsiteX78" fmla="*/ 3187872 w 9662615"/>
              <a:gd name="connsiteY78" fmla="*/ 1519991 h 1592811"/>
              <a:gd name="connsiteX79" fmla="*/ 3148026 w 9662615"/>
              <a:gd name="connsiteY79" fmla="*/ 1524777 h 1592811"/>
              <a:gd name="connsiteX80" fmla="*/ 3092394 w 9662615"/>
              <a:gd name="connsiteY80" fmla="*/ 1528115 h 1592811"/>
              <a:gd name="connsiteX81" fmla="*/ 2994200 w 9662615"/>
              <a:gd name="connsiteY81" fmla="*/ 1537857 h 1592811"/>
              <a:gd name="connsiteX82" fmla="*/ 2862301 w 9662615"/>
              <a:gd name="connsiteY82" fmla="*/ 1544250 h 1592811"/>
              <a:gd name="connsiteX83" fmla="*/ 2766335 w 9662615"/>
              <a:gd name="connsiteY83" fmla="*/ 1527662 h 1592811"/>
              <a:gd name="connsiteX84" fmla="*/ 2757836 w 9662615"/>
              <a:gd name="connsiteY84" fmla="*/ 1531371 h 1592811"/>
              <a:gd name="connsiteX85" fmla="*/ 2691555 w 9662615"/>
              <a:gd name="connsiteY85" fmla="*/ 1530283 h 1592811"/>
              <a:gd name="connsiteX86" fmla="*/ 2491676 w 9662615"/>
              <a:gd name="connsiteY86" fmla="*/ 1500859 h 1592811"/>
              <a:gd name="connsiteX87" fmla="*/ 2378036 w 9662615"/>
              <a:gd name="connsiteY87" fmla="*/ 1520645 h 1592811"/>
              <a:gd name="connsiteX88" fmla="*/ 2284269 w 9662615"/>
              <a:gd name="connsiteY88" fmla="*/ 1503068 h 1592811"/>
              <a:gd name="connsiteX89" fmla="*/ 2207104 w 9662615"/>
              <a:gd name="connsiteY89" fmla="*/ 1508888 h 1592811"/>
              <a:gd name="connsiteX90" fmla="*/ 2149226 w 9662615"/>
              <a:gd name="connsiteY90" fmla="*/ 1523409 h 1592811"/>
              <a:gd name="connsiteX91" fmla="*/ 2084783 w 9662615"/>
              <a:gd name="connsiteY91" fmla="*/ 1524245 h 1592811"/>
              <a:gd name="connsiteX92" fmla="*/ 2070075 w 9662615"/>
              <a:gd name="connsiteY92" fmla="*/ 1511285 h 1592811"/>
              <a:gd name="connsiteX93" fmla="*/ 2001057 w 9662615"/>
              <a:gd name="connsiteY93" fmla="*/ 1516449 h 1592811"/>
              <a:gd name="connsiteX94" fmla="*/ 1896330 w 9662615"/>
              <a:gd name="connsiteY94" fmla="*/ 1525725 h 1592811"/>
              <a:gd name="connsiteX95" fmla="*/ 1835994 w 9662615"/>
              <a:gd name="connsiteY95" fmla="*/ 1527678 h 1592811"/>
              <a:gd name="connsiteX96" fmla="*/ 1671119 w 9662615"/>
              <a:gd name="connsiteY96" fmla="*/ 1536701 h 1592811"/>
              <a:gd name="connsiteX97" fmla="*/ 1601337 w 9662615"/>
              <a:gd name="connsiteY97" fmla="*/ 1548552 h 1592811"/>
              <a:gd name="connsiteX98" fmla="*/ 1407755 w 9662615"/>
              <a:gd name="connsiteY98" fmla="*/ 1571444 h 1592811"/>
              <a:gd name="connsiteX99" fmla="*/ 1291872 w 9662615"/>
              <a:gd name="connsiteY99" fmla="*/ 1579471 h 1592811"/>
              <a:gd name="connsiteX100" fmla="*/ 1249226 w 9662615"/>
              <a:gd name="connsiteY100" fmla="*/ 1583140 h 1592811"/>
              <a:gd name="connsiteX101" fmla="*/ 1181938 w 9662615"/>
              <a:gd name="connsiteY101" fmla="*/ 1592789 h 1592811"/>
              <a:gd name="connsiteX102" fmla="*/ 1091432 w 9662615"/>
              <a:gd name="connsiteY102" fmla="*/ 1571003 h 1592811"/>
              <a:gd name="connsiteX103" fmla="*/ 940355 w 9662615"/>
              <a:gd name="connsiteY103" fmla="*/ 1560638 h 1592811"/>
              <a:gd name="connsiteX104" fmla="*/ 868264 w 9662615"/>
              <a:gd name="connsiteY104" fmla="*/ 1566392 h 1592811"/>
              <a:gd name="connsiteX105" fmla="*/ 792765 w 9662615"/>
              <a:gd name="connsiteY105" fmla="*/ 1563102 h 1592811"/>
              <a:gd name="connsiteX106" fmla="*/ 653153 w 9662615"/>
              <a:gd name="connsiteY106" fmla="*/ 1563516 h 1592811"/>
              <a:gd name="connsiteX107" fmla="*/ 541933 w 9662615"/>
              <a:gd name="connsiteY107" fmla="*/ 1561051 h 1592811"/>
              <a:gd name="connsiteX108" fmla="*/ 472797 w 9662615"/>
              <a:gd name="connsiteY108" fmla="*/ 1568904 h 1592811"/>
              <a:gd name="connsiteX109" fmla="*/ 396059 w 9662615"/>
              <a:gd name="connsiteY109" fmla="*/ 1560970 h 1592811"/>
              <a:gd name="connsiteX110" fmla="*/ 336819 w 9662615"/>
              <a:gd name="connsiteY110" fmla="*/ 1560892 h 1592811"/>
              <a:gd name="connsiteX111" fmla="*/ 267163 w 9662615"/>
              <a:gd name="connsiteY111" fmla="*/ 1531913 h 1592811"/>
              <a:gd name="connsiteX112" fmla="*/ 196644 w 9662615"/>
              <a:gd name="connsiteY112" fmla="*/ 1524565 h 1592811"/>
              <a:gd name="connsiteX113" fmla="*/ 86819 w 9662615"/>
              <a:gd name="connsiteY113" fmla="*/ 1519517 h 1592811"/>
              <a:gd name="connsiteX114" fmla="*/ 53369 w 9662615"/>
              <a:gd name="connsiteY114" fmla="*/ 1516853 h 1592811"/>
              <a:gd name="connsiteX115" fmla="*/ 2359 w 9662615"/>
              <a:gd name="connsiteY115" fmla="*/ 1515247 h 1592811"/>
              <a:gd name="connsiteX116" fmla="*/ 0 w 9662615"/>
              <a:gd name="connsiteY116" fmla="*/ 1514932 h 1592811"/>
              <a:gd name="connsiteX117" fmla="*/ 0 w 9662615"/>
              <a:gd name="connsiteY117" fmla="*/ 0 h 1592811"/>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565233 w 9662615"/>
              <a:gd name="connsiteY71" fmla="*/ 1515122 h 1603018"/>
              <a:gd name="connsiteX72" fmla="*/ 3560267 w 9662615"/>
              <a:gd name="connsiteY72" fmla="*/ 1516288 h 1603018"/>
              <a:gd name="connsiteX73" fmla="*/ 3540258 w 9662615"/>
              <a:gd name="connsiteY73" fmla="*/ 1516976 h 1603018"/>
              <a:gd name="connsiteX74" fmla="*/ 3534780 w 9662615"/>
              <a:gd name="connsiteY74" fmla="*/ 1522141 h 1603018"/>
              <a:gd name="connsiteX75" fmla="*/ 3504783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601337 w 9662615"/>
              <a:gd name="connsiteY97" fmla="*/ 1548552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565233 w 9662615"/>
              <a:gd name="connsiteY71" fmla="*/ 1515122 h 1603018"/>
              <a:gd name="connsiteX72" fmla="*/ 3560267 w 9662615"/>
              <a:gd name="connsiteY72" fmla="*/ 1516288 h 1603018"/>
              <a:gd name="connsiteX73" fmla="*/ 3540258 w 9662615"/>
              <a:gd name="connsiteY73" fmla="*/ 1516976 h 1603018"/>
              <a:gd name="connsiteX74" fmla="*/ 3534780 w 9662615"/>
              <a:gd name="connsiteY74" fmla="*/ 1522141 h 1603018"/>
              <a:gd name="connsiteX75" fmla="*/ 3504783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565233 w 9662615"/>
              <a:gd name="connsiteY71" fmla="*/ 1515122 h 1603018"/>
              <a:gd name="connsiteX72" fmla="*/ 3560267 w 9662615"/>
              <a:gd name="connsiteY72" fmla="*/ 1516288 h 1603018"/>
              <a:gd name="connsiteX73" fmla="*/ 3540258 w 9662615"/>
              <a:gd name="connsiteY73" fmla="*/ 1516976 h 1603018"/>
              <a:gd name="connsiteX74" fmla="*/ 3534780 w 9662615"/>
              <a:gd name="connsiteY74" fmla="*/ 1522141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565233 w 9662615"/>
              <a:gd name="connsiteY71" fmla="*/ 1515122 h 1603018"/>
              <a:gd name="connsiteX72" fmla="*/ 3560267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612941 w 9662615"/>
              <a:gd name="connsiteY71" fmla="*/ 1411755 h 1603018"/>
              <a:gd name="connsiteX72" fmla="*/ 3560267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612941 w 9662615"/>
              <a:gd name="connsiteY71" fmla="*/ 141175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12941 w 9662615"/>
              <a:gd name="connsiteY71" fmla="*/ 141175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81031 w 9662615"/>
              <a:gd name="connsiteY90" fmla="*/ 1531361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81031 w 9662615"/>
              <a:gd name="connsiteY90" fmla="*/ 1531361 h 1603018"/>
              <a:gd name="connsiteX91" fmla="*/ 211261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81031 w 9662615"/>
              <a:gd name="connsiteY90" fmla="*/ 1531361 h 1603018"/>
              <a:gd name="connsiteX91" fmla="*/ 2112613 w 9662615"/>
              <a:gd name="connsiteY91" fmla="*/ 1524245 h 1603018"/>
              <a:gd name="connsiteX92" fmla="*/ 2046221 w 9662615"/>
              <a:gd name="connsiteY92" fmla="*/ 1523212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81031 w 9662615"/>
              <a:gd name="connsiteY90" fmla="*/ 1531361 h 1603018"/>
              <a:gd name="connsiteX91" fmla="*/ 2112613 w 9662615"/>
              <a:gd name="connsiteY91" fmla="*/ 1524245 h 1603018"/>
              <a:gd name="connsiteX92" fmla="*/ 2046221 w 9662615"/>
              <a:gd name="connsiteY92" fmla="*/ 1523212 h 1603018"/>
              <a:gd name="connsiteX93" fmla="*/ 2001057 w 9662615"/>
              <a:gd name="connsiteY93" fmla="*/ 1516449 h 1603018"/>
              <a:gd name="connsiteX94" fmla="*/ 1920184 w 9662615"/>
              <a:gd name="connsiteY94" fmla="*/ 1533676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9662615" h="1603018">
                <a:moveTo>
                  <a:pt x="0" y="0"/>
                </a:moveTo>
                <a:lnTo>
                  <a:pt x="9662615" y="0"/>
                </a:lnTo>
                <a:lnTo>
                  <a:pt x="9662615" y="1280346"/>
                </a:lnTo>
                <a:lnTo>
                  <a:pt x="9551077" y="1292033"/>
                </a:lnTo>
                <a:cubicBezTo>
                  <a:pt x="9489925" y="1291588"/>
                  <a:pt x="9543615" y="1296257"/>
                  <a:pt x="9469546" y="1289837"/>
                </a:cubicBezTo>
                <a:cubicBezTo>
                  <a:pt x="9413040" y="1331485"/>
                  <a:pt x="9340031" y="1268376"/>
                  <a:pt x="9326260" y="1277155"/>
                </a:cubicBezTo>
                <a:cubicBezTo>
                  <a:pt x="9234251" y="1284900"/>
                  <a:pt x="9225377" y="1258935"/>
                  <a:pt x="9144767" y="1264120"/>
                </a:cubicBezTo>
                <a:cubicBezTo>
                  <a:pt x="9159115" y="1310075"/>
                  <a:pt x="9066692" y="1304806"/>
                  <a:pt x="8976400" y="1326661"/>
                </a:cubicBezTo>
                <a:cubicBezTo>
                  <a:pt x="8931920" y="1325947"/>
                  <a:pt x="8871807" y="1351060"/>
                  <a:pt x="8828711" y="1346394"/>
                </a:cubicBezTo>
                <a:cubicBezTo>
                  <a:pt x="8809650" y="1326213"/>
                  <a:pt x="8718313" y="1358527"/>
                  <a:pt x="8695953" y="1346784"/>
                </a:cubicBezTo>
                <a:cubicBezTo>
                  <a:pt x="8694290" y="1355317"/>
                  <a:pt x="8661526" y="1349865"/>
                  <a:pt x="8652191" y="1345903"/>
                </a:cubicBezTo>
                <a:cubicBezTo>
                  <a:pt x="8641363" y="1349626"/>
                  <a:pt x="8603292" y="1341304"/>
                  <a:pt x="8591582" y="1341666"/>
                </a:cubicBezTo>
                <a:cubicBezTo>
                  <a:pt x="8568421" y="1323004"/>
                  <a:pt x="8565847" y="1352287"/>
                  <a:pt x="8537336" y="1341684"/>
                </a:cubicBezTo>
                <a:cubicBezTo>
                  <a:pt x="8524809" y="1348019"/>
                  <a:pt x="8445703" y="1377667"/>
                  <a:pt x="8416849" y="1367085"/>
                </a:cubicBezTo>
                <a:cubicBezTo>
                  <a:pt x="8350736" y="1379599"/>
                  <a:pt x="8346589" y="1391624"/>
                  <a:pt x="8278355" y="1386569"/>
                </a:cubicBezTo>
                <a:cubicBezTo>
                  <a:pt x="8268756" y="1398649"/>
                  <a:pt x="8183331" y="1371185"/>
                  <a:pt x="8197961" y="1392804"/>
                </a:cubicBezTo>
                <a:cubicBezTo>
                  <a:pt x="8175189" y="1391748"/>
                  <a:pt x="8158503" y="1383145"/>
                  <a:pt x="8171196" y="1397216"/>
                </a:cubicBezTo>
                <a:cubicBezTo>
                  <a:pt x="8141821" y="1397466"/>
                  <a:pt x="8125626" y="1386947"/>
                  <a:pt x="8087910" y="1386449"/>
                </a:cubicBezTo>
                <a:cubicBezTo>
                  <a:pt x="8029319" y="1362701"/>
                  <a:pt x="8020916" y="1407035"/>
                  <a:pt x="7974579" y="1383439"/>
                </a:cubicBezTo>
                <a:cubicBezTo>
                  <a:pt x="7912074" y="1402493"/>
                  <a:pt x="7841761" y="1389550"/>
                  <a:pt x="7768351" y="1395051"/>
                </a:cubicBezTo>
                <a:cubicBezTo>
                  <a:pt x="7741665" y="1390266"/>
                  <a:pt x="7663663" y="1410813"/>
                  <a:pt x="7635985" y="1386363"/>
                </a:cubicBezTo>
                <a:cubicBezTo>
                  <a:pt x="7646173" y="1415707"/>
                  <a:pt x="7542198" y="1378410"/>
                  <a:pt x="7466069" y="1377654"/>
                </a:cubicBezTo>
                <a:cubicBezTo>
                  <a:pt x="7427626" y="1403818"/>
                  <a:pt x="7337822" y="1398948"/>
                  <a:pt x="7355642" y="1407761"/>
                </a:cubicBezTo>
                <a:cubicBezTo>
                  <a:pt x="7270634" y="1390553"/>
                  <a:pt x="7306340" y="1403822"/>
                  <a:pt x="7215220" y="1397856"/>
                </a:cubicBezTo>
                <a:cubicBezTo>
                  <a:pt x="7175381" y="1421457"/>
                  <a:pt x="7122339" y="1428094"/>
                  <a:pt x="7082147" y="1406113"/>
                </a:cubicBezTo>
                <a:cubicBezTo>
                  <a:pt x="7040624" y="1425217"/>
                  <a:pt x="7029993" y="1391726"/>
                  <a:pt x="6987129" y="1404834"/>
                </a:cubicBezTo>
                <a:cubicBezTo>
                  <a:pt x="6953477" y="1411964"/>
                  <a:pt x="6957479" y="1421694"/>
                  <a:pt x="6907567" y="1419149"/>
                </a:cubicBezTo>
                <a:cubicBezTo>
                  <a:pt x="6863513" y="1408514"/>
                  <a:pt x="6803088" y="1434619"/>
                  <a:pt x="6748428" y="1420308"/>
                </a:cubicBezTo>
                <a:cubicBezTo>
                  <a:pt x="6728317" y="1416860"/>
                  <a:pt x="6666046" y="1417296"/>
                  <a:pt x="6654257" y="1424143"/>
                </a:cubicBezTo>
                <a:cubicBezTo>
                  <a:pt x="6641271" y="1425628"/>
                  <a:pt x="6626125" y="1423202"/>
                  <a:pt x="6620123" y="1430535"/>
                </a:cubicBezTo>
                <a:cubicBezTo>
                  <a:pt x="6610208" y="1439359"/>
                  <a:pt x="6564906" y="1425734"/>
                  <a:pt x="6571355" y="1436144"/>
                </a:cubicBezTo>
                <a:cubicBezTo>
                  <a:pt x="6539188" y="1426808"/>
                  <a:pt x="6513602" y="1445293"/>
                  <a:pt x="6486557" y="1449861"/>
                </a:cubicBezTo>
                <a:cubicBezTo>
                  <a:pt x="6461221" y="1440598"/>
                  <a:pt x="6429457" y="1459319"/>
                  <a:pt x="6370419" y="1461649"/>
                </a:cubicBezTo>
                <a:cubicBezTo>
                  <a:pt x="6342558" y="1450937"/>
                  <a:pt x="6330664" y="1463365"/>
                  <a:pt x="6278839" y="1449160"/>
                </a:cubicBezTo>
                <a:cubicBezTo>
                  <a:pt x="6277206" y="1450621"/>
                  <a:pt x="6275057" y="1451978"/>
                  <a:pt x="6272455" y="1453191"/>
                </a:cubicBezTo>
                <a:cubicBezTo>
                  <a:pt x="6257338" y="1460236"/>
                  <a:pt x="6230567" y="1460979"/>
                  <a:pt x="6212659" y="1454850"/>
                </a:cubicBezTo>
                <a:cubicBezTo>
                  <a:pt x="6130994" y="1436046"/>
                  <a:pt x="6135790" y="1448771"/>
                  <a:pt x="6069317" y="1445838"/>
                </a:cubicBezTo>
                <a:cubicBezTo>
                  <a:pt x="5994738" y="1444791"/>
                  <a:pt x="5975991" y="1456673"/>
                  <a:pt x="5878477" y="1439180"/>
                </a:cubicBezTo>
                <a:cubicBezTo>
                  <a:pt x="5870803" y="1447519"/>
                  <a:pt x="5859206" y="1448153"/>
                  <a:pt x="5838387" y="1444679"/>
                </a:cubicBezTo>
                <a:cubicBezTo>
                  <a:pt x="5802317" y="1444778"/>
                  <a:pt x="5810848" y="1465165"/>
                  <a:pt x="5771136" y="1453639"/>
                </a:cubicBezTo>
                <a:cubicBezTo>
                  <a:pt x="5780732" y="1464484"/>
                  <a:pt x="5704275" y="1459369"/>
                  <a:pt x="5724081" y="1470431"/>
                </a:cubicBezTo>
                <a:cubicBezTo>
                  <a:pt x="5703536" y="1480946"/>
                  <a:pt x="5687323" y="1464719"/>
                  <a:pt x="5666577" y="1473921"/>
                </a:cubicBezTo>
                <a:cubicBezTo>
                  <a:pt x="5640974" y="1476520"/>
                  <a:pt x="5678275" y="1461854"/>
                  <a:pt x="5649068" y="1461676"/>
                </a:cubicBezTo>
                <a:cubicBezTo>
                  <a:pt x="5614218" y="1463443"/>
                  <a:pt x="5608578" y="1443299"/>
                  <a:pt x="5588902" y="1469647"/>
                </a:cubicBezTo>
                <a:cubicBezTo>
                  <a:pt x="5550386" y="1464321"/>
                  <a:pt x="5546573" y="1476049"/>
                  <a:pt x="5498090" y="1483173"/>
                </a:cubicBezTo>
                <a:cubicBezTo>
                  <a:pt x="5475226" y="1477314"/>
                  <a:pt x="5459293" y="1480930"/>
                  <a:pt x="5444641" y="1487602"/>
                </a:cubicBezTo>
                <a:cubicBezTo>
                  <a:pt x="5395328" y="1487320"/>
                  <a:pt x="5353572" y="1498007"/>
                  <a:pt x="5299812" y="1503362"/>
                </a:cubicBezTo>
                <a:cubicBezTo>
                  <a:pt x="5238326" y="1497756"/>
                  <a:pt x="5303225" y="1514963"/>
                  <a:pt x="5245752" y="1520612"/>
                </a:cubicBezTo>
                <a:cubicBezTo>
                  <a:pt x="5190753" y="1507732"/>
                  <a:pt x="5205712" y="1518627"/>
                  <a:pt x="5177807" y="1526802"/>
                </a:cubicBezTo>
                <a:lnTo>
                  <a:pt x="5113910" y="1533205"/>
                </a:lnTo>
                <a:lnTo>
                  <a:pt x="5059484" y="1546802"/>
                </a:lnTo>
                <a:lnTo>
                  <a:pt x="5038524" y="1545675"/>
                </a:lnTo>
                <a:lnTo>
                  <a:pt x="5026564" y="1545376"/>
                </a:lnTo>
                <a:cubicBezTo>
                  <a:pt x="5006873" y="1544046"/>
                  <a:pt x="4987701" y="1552900"/>
                  <a:pt x="4969433" y="1550865"/>
                </a:cubicBezTo>
                <a:cubicBezTo>
                  <a:pt x="4943627" y="1555066"/>
                  <a:pt x="4892754" y="1568818"/>
                  <a:pt x="4871726" y="1570584"/>
                </a:cubicBezTo>
                <a:cubicBezTo>
                  <a:pt x="4863638" y="1570310"/>
                  <a:pt x="4846771" y="1559566"/>
                  <a:pt x="4843267" y="1561459"/>
                </a:cubicBezTo>
                <a:lnTo>
                  <a:pt x="4821058" y="1553078"/>
                </a:lnTo>
                <a:lnTo>
                  <a:pt x="4791466" y="1561324"/>
                </a:lnTo>
                <a:lnTo>
                  <a:pt x="4784247" y="1562342"/>
                </a:lnTo>
                <a:cubicBezTo>
                  <a:pt x="4770593" y="1574121"/>
                  <a:pt x="4776816" y="1558072"/>
                  <a:pt x="4739309" y="1553948"/>
                </a:cubicBezTo>
                <a:cubicBezTo>
                  <a:pt x="4684311" y="1578213"/>
                  <a:pt x="4712803" y="1566697"/>
                  <a:pt x="4697562" y="1551206"/>
                </a:cubicBezTo>
                <a:lnTo>
                  <a:pt x="4650737" y="1537381"/>
                </a:lnTo>
                <a:cubicBezTo>
                  <a:pt x="4628208" y="1530633"/>
                  <a:pt x="4609654" y="1567617"/>
                  <a:pt x="4583150" y="1529064"/>
                </a:cubicBezTo>
                <a:cubicBezTo>
                  <a:pt x="4575879" y="1527088"/>
                  <a:pt x="4527005" y="1532552"/>
                  <a:pt x="4521734" y="1529359"/>
                </a:cubicBezTo>
                <a:cubicBezTo>
                  <a:pt x="4457980" y="1517590"/>
                  <a:pt x="4465052" y="1532003"/>
                  <a:pt x="4382398" y="1534108"/>
                </a:cubicBezTo>
                <a:cubicBezTo>
                  <a:pt x="4347480" y="1506889"/>
                  <a:pt x="4310783" y="1494709"/>
                  <a:pt x="4221826" y="1500972"/>
                </a:cubicBezTo>
                <a:cubicBezTo>
                  <a:pt x="4174471" y="1526598"/>
                  <a:pt x="4136675" y="1542031"/>
                  <a:pt x="4096601" y="1521563"/>
                </a:cubicBezTo>
                <a:cubicBezTo>
                  <a:pt x="4015086" y="1550501"/>
                  <a:pt x="3986123" y="1519347"/>
                  <a:pt x="4002441" y="1528912"/>
                </a:cubicBezTo>
                <a:cubicBezTo>
                  <a:pt x="3967120" y="1539744"/>
                  <a:pt x="3931774" y="1526729"/>
                  <a:pt x="3833906" y="1516637"/>
                </a:cubicBezTo>
                <a:cubicBezTo>
                  <a:pt x="3781438" y="1538249"/>
                  <a:pt x="3822855" y="1526006"/>
                  <a:pt x="3763845" y="1501782"/>
                </a:cubicBezTo>
                <a:cubicBezTo>
                  <a:pt x="3734533" y="1525292"/>
                  <a:pt x="3677359" y="1524487"/>
                  <a:pt x="3673583" y="1501471"/>
                </a:cubicBezTo>
                <a:cubicBezTo>
                  <a:pt x="3663687" y="1502855"/>
                  <a:pt x="3650245" y="1528777"/>
                  <a:pt x="3640771" y="1531025"/>
                </a:cubicBezTo>
                <a:lnTo>
                  <a:pt x="3576170" y="1516288"/>
                </a:lnTo>
                <a:lnTo>
                  <a:pt x="3540258" y="1516976"/>
                </a:lnTo>
                <a:lnTo>
                  <a:pt x="3522853" y="1538044"/>
                </a:lnTo>
                <a:lnTo>
                  <a:pt x="3480929" y="1526739"/>
                </a:lnTo>
                <a:cubicBezTo>
                  <a:pt x="3469671" y="1527693"/>
                  <a:pt x="3444273" y="1543724"/>
                  <a:pt x="3430805" y="1542521"/>
                </a:cubicBezTo>
                <a:cubicBezTo>
                  <a:pt x="3386352" y="1529947"/>
                  <a:pt x="3347457" y="1537200"/>
                  <a:pt x="3292707" y="1520490"/>
                </a:cubicBezTo>
                <a:cubicBezTo>
                  <a:pt x="3271897" y="1516147"/>
                  <a:pt x="3203347" y="1513732"/>
                  <a:pt x="3187872" y="1519991"/>
                </a:cubicBezTo>
                <a:cubicBezTo>
                  <a:pt x="3173062" y="1520872"/>
                  <a:pt x="3157325" y="1517771"/>
                  <a:pt x="3148026" y="1524777"/>
                </a:cubicBezTo>
                <a:cubicBezTo>
                  <a:pt x="3133878" y="1533085"/>
                  <a:pt x="3089156" y="1517485"/>
                  <a:pt x="3092394" y="1528115"/>
                </a:cubicBezTo>
                <a:cubicBezTo>
                  <a:pt x="3060512" y="1517374"/>
                  <a:pt x="3025593" y="1534558"/>
                  <a:pt x="2994200" y="1537857"/>
                </a:cubicBezTo>
                <a:cubicBezTo>
                  <a:pt x="2969798" y="1527501"/>
                  <a:pt x="2927999" y="1544636"/>
                  <a:pt x="2862301" y="1544250"/>
                </a:cubicBezTo>
                <a:cubicBezTo>
                  <a:pt x="2835658" y="1532340"/>
                  <a:pt x="2818008" y="1544135"/>
                  <a:pt x="2766335" y="1527662"/>
                </a:cubicBezTo>
                <a:cubicBezTo>
                  <a:pt x="2764004" y="1529036"/>
                  <a:pt x="2761142" y="1530285"/>
                  <a:pt x="2757836" y="1531371"/>
                </a:cubicBezTo>
                <a:cubicBezTo>
                  <a:pt x="2738633" y="1537675"/>
                  <a:pt x="2708957" y="1537188"/>
                  <a:pt x="2691555" y="1530283"/>
                </a:cubicBezTo>
                <a:cubicBezTo>
                  <a:pt x="2608810" y="1507878"/>
                  <a:pt x="2611304" y="1510787"/>
                  <a:pt x="2539383" y="1504835"/>
                </a:cubicBezTo>
                <a:cubicBezTo>
                  <a:pt x="2457862" y="1500384"/>
                  <a:pt x="2478670" y="1542474"/>
                  <a:pt x="2378036" y="1520645"/>
                </a:cubicBezTo>
                <a:cubicBezTo>
                  <a:pt x="2366529" y="1528574"/>
                  <a:pt x="2341629" y="1515421"/>
                  <a:pt x="2320049" y="1511019"/>
                </a:cubicBezTo>
                <a:cubicBezTo>
                  <a:pt x="2280399" y="1509467"/>
                  <a:pt x="2278267" y="1522148"/>
                  <a:pt x="2238909" y="1508888"/>
                </a:cubicBezTo>
                <a:cubicBezTo>
                  <a:pt x="2245444" y="1520095"/>
                  <a:pt x="2163364" y="1519472"/>
                  <a:pt x="2181031" y="1531361"/>
                </a:cubicBezTo>
                <a:cubicBezTo>
                  <a:pt x="2154585" y="1540861"/>
                  <a:pt x="2138796" y="1516056"/>
                  <a:pt x="2112613" y="1524245"/>
                </a:cubicBezTo>
                <a:cubicBezTo>
                  <a:pt x="2083537" y="1525655"/>
                  <a:pt x="2078233" y="1524725"/>
                  <a:pt x="2046221" y="1523212"/>
                </a:cubicBezTo>
                <a:cubicBezTo>
                  <a:pt x="2007296" y="1523373"/>
                  <a:pt x="2032394" y="1491187"/>
                  <a:pt x="2001057" y="1516449"/>
                </a:cubicBezTo>
                <a:cubicBezTo>
                  <a:pt x="1960724" y="1509398"/>
                  <a:pt x="1976058" y="1528820"/>
                  <a:pt x="1920184" y="1533676"/>
                </a:cubicBezTo>
                <a:cubicBezTo>
                  <a:pt x="1897238" y="1526813"/>
                  <a:pt x="1877505" y="1527174"/>
                  <a:pt x="1835994" y="1527678"/>
                </a:cubicBezTo>
                <a:cubicBezTo>
                  <a:pt x="1794483" y="1528182"/>
                  <a:pt x="1726077" y="1533693"/>
                  <a:pt x="1671119" y="1536701"/>
                </a:cubicBezTo>
                <a:cubicBezTo>
                  <a:pt x="1605663" y="1528324"/>
                  <a:pt x="1630763" y="1553523"/>
                  <a:pt x="1565556" y="1556503"/>
                </a:cubicBezTo>
                <a:cubicBezTo>
                  <a:pt x="1501959" y="1539013"/>
                  <a:pt x="1462468" y="1572800"/>
                  <a:pt x="1407755" y="1571444"/>
                </a:cubicBezTo>
                <a:cubicBezTo>
                  <a:pt x="1319286" y="1555448"/>
                  <a:pt x="1429251" y="1585263"/>
                  <a:pt x="1291872" y="1579471"/>
                </a:cubicBezTo>
                <a:cubicBezTo>
                  <a:pt x="1284192" y="1576816"/>
                  <a:pt x="1243590" y="1599390"/>
                  <a:pt x="1245251" y="1603018"/>
                </a:cubicBezTo>
                <a:cubicBezTo>
                  <a:pt x="1236562" y="1601891"/>
                  <a:pt x="1184091" y="1586977"/>
                  <a:pt x="1181938" y="1592789"/>
                </a:cubicBezTo>
                <a:cubicBezTo>
                  <a:pt x="1138153" y="1593474"/>
                  <a:pt x="1130439" y="1578153"/>
                  <a:pt x="1091432" y="1571003"/>
                </a:cubicBezTo>
                <a:cubicBezTo>
                  <a:pt x="1007000" y="1580980"/>
                  <a:pt x="1001377" y="1557850"/>
                  <a:pt x="940355" y="1560638"/>
                </a:cubicBezTo>
                <a:cubicBezTo>
                  <a:pt x="891367" y="1572083"/>
                  <a:pt x="924846" y="1558773"/>
                  <a:pt x="868264" y="1566392"/>
                </a:cubicBezTo>
                <a:cubicBezTo>
                  <a:pt x="848640" y="1547574"/>
                  <a:pt x="814997" y="1568391"/>
                  <a:pt x="792765" y="1563102"/>
                </a:cubicBezTo>
                <a:cubicBezTo>
                  <a:pt x="758082" y="1585102"/>
                  <a:pt x="689950" y="1563038"/>
                  <a:pt x="653153" y="1563516"/>
                </a:cubicBezTo>
                <a:cubicBezTo>
                  <a:pt x="591300" y="1567692"/>
                  <a:pt x="576686" y="1582565"/>
                  <a:pt x="541933" y="1561051"/>
                </a:cubicBezTo>
                <a:cubicBezTo>
                  <a:pt x="537775" y="1570056"/>
                  <a:pt x="508236" y="1570304"/>
                  <a:pt x="472797" y="1568904"/>
                </a:cubicBezTo>
                <a:cubicBezTo>
                  <a:pt x="458898" y="1573560"/>
                  <a:pt x="425270" y="1567476"/>
                  <a:pt x="396059" y="1560970"/>
                </a:cubicBezTo>
                <a:cubicBezTo>
                  <a:pt x="431016" y="1548467"/>
                  <a:pt x="332180" y="1575204"/>
                  <a:pt x="336819" y="1560892"/>
                </a:cubicBezTo>
                <a:cubicBezTo>
                  <a:pt x="292157" y="1552383"/>
                  <a:pt x="263346" y="1557575"/>
                  <a:pt x="267163" y="1531913"/>
                </a:cubicBezTo>
                <a:cubicBezTo>
                  <a:pt x="253228" y="1516946"/>
                  <a:pt x="198100" y="1540864"/>
                  <a:pt x="196644" y="1524565"/>
                </a:cubicBezTo>
                <a:cubicBezTo>
                  <a:pt x="172602" y="1535342"/>
                  <a:pt x="127394" y="1518578"/>
                  <a:pt x="86819" y="1519517"/>
                </a:cubicBezTo>
                <a:cubicBezTo>
                  <a:pt x="78537" y="1512257"/>
                  <a:pt x="69224" y="1512723"/>
                  <a:pt x="53369" y="1516853"/>
                </a:cubicBezTo>
                <a:cubicBezTo>
                  <a:pt x="37131" y="1517503"/>
                  <a:pt x="19976" y="1516838"/>
                  <a:pt x="2359" y="1515247"/>
                </a:cubicBezTo>
                <a:lnTo>
                  <a:pt x="0" y="1514932"/>
                </a:lnTo>
                <a:lnTo>
                  <a:pt x="0" y="0"/>
                </a:lnTo>
                <a:close/>
              </a:path>
            </a:pathLst>
          </a:custGeom>
          <a:solidFill>
            <a:schemeClr val="bg1">
              <a:alpha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A3F2122-E911-F80E-FB6C-E296A1C8A0EA}"/>
              </a:ext>
            </a:extLst>
          </p:cNvPr>
          <p:cNvSpPr>
            <a:spLocks noGrp="1"/>
          </p:cNvSpPr>
          <p:nvPr>
            <p:ph type="title"/>
          </p:nvPr>
        </p:nvSpPr>
        <p:spPr>
          <a:xfrm>
            <a:off x="1629751" y="1118473"/>
            <a:ext cx="8924392" cy="1037867"/>
          </a:xfrm>
        </p:spPr>
        <p:txBody>
          <a:bodyPr>
            <a:normAutofit/>
          </a:bodyPr>
          <a:lstStyle/>
          <a:p>
            <a:pPr algn="ctr"/>
            <a:r>
              <a:rPr lang="en-GB" dirty="0">
                <a:cs typeface="Calibri Light"/>
              </a:rPr>
              <a:t>Holiday Work</a:t>
            </a:r>
            <a:endParaRPr lang="en-GB"/>
          </a:p>
        </p:txBody>
      </p:sp>
      <p:sp>
        <p:nvSpPr>
          <p:cNvPr id="14" name="Rectangle 6">
            <a:extLst>
              <a:ext uri="{FF2B5EF4-FFF2-40B4-BE49-F238E27FC236}">
                <a16:creationId xmlns:a16="http://schemas.microsoft.com/office/drawing/2014/main" id="{B24A3A03-2C4E-45B5-B388-FAD638CDF0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6548" y="662268"/>
            <a:ext cx="1707751"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6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B3C7AB4-5B0F-8C2A-ED58-C91C7657043C}"/>
              </a:ext>
            </a:extLst>
          </p:cNvPr>
          <p:cNvSpPr>
            <a:spLocks noGrp="1"/>
          </p:cNvSpPr>
          <p:nvPr>
            <p:ph idx="1"/>
          </p:nvPr>
        </p:nvSpPr>
        <p:spPr>
          <a:xfrm>
            <a:off x="1959310" y="2924174"/>
            <a:ext cx="8273380" cy="2828925"/>
          </a:xfrm>
        </p:spPr>
        <p:txBody>
          <a:bodyPr vert="horz" lIns="91440" tIns="45720" rIns="91440" bIns="45720" rtlCol="0">
            <a:normAutofit fontScale="92500" lnSpcReduction="10000"/>
          </a:bodyPr>
          <a:lstStyle/>
          <a:p>
            <a:r>
              <a:rPr lang="en-GB">
                <a:cs typeface="Calibri"/>
              </a:rPr>
              <a:t>Start preparing these</a:t>
            </a:r>
          </a:p>
          <a:p>
            <a:r>
              <a:rPr lang="en-GB">
                <a:cs typeface="Calibri"/>
              </a:rPr>
              <a:t>When you come back, in the exam you will not only have to make these but collect the feedback with the other members of the group</a:t>
            </a:r>
          </a:p>
          <a:p>
            <a:endParaRPr lang="en-GB">
              <a:cs typeface="Calibri"/>
            </a:endParaRPr>
          </a:p>
          <a:p>
            <a:r>
              <a:rPr lang="en-GB">
                <a:cs typeface="Calibri"/>
              </a:rPr>
              <a:t>Use Microsoft and Google Forms , because you can then reference these graphs</a:t>
            </a:r>
          </a:p>
        </p:txBody>
      </p:sp>
    </p:spTree>
    <p:extLst>
      <p:ext uri="{BB962C8B-B14F-4D97-AF65-F5344CB8AC3E}">
        <p14:creationId xmlns:p14="http://schemas.microsoft.com/office/powerpoint/2010/main" val="299654594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11</Slides>
  <Notes>0</Notes>
  <HiddenSlides>0</HiddenSlides>
  <MMClips>0</MMClips>
  <ScaleCrop>false</ScaleCrop>
  <HeadingPairs>
    <vt:vector size="4" baseType="variant">
      <vt:variant>
        <vt:lpstr>Theme</vt:lpstr>
      </vt:variant>
      <vt:variant>
        <vt:i4>2</vt:i4>
      </vt:variant>
      <vt:variant>
        <vt:lpstr>Slide Titles</vt:lpstr>
      </vt:variant>
      <vt:variant>
        <vt:i4>11</vt:i4>
      </vt:variant>
    </vt:vector>
  </HeadingPairs>
  <TitlesOfParts>
    <vt:vector size="13" baseType="lpstr">
      <vt:lpstr>office theme</vt:lpstr>
      <vt:lpstr>Office Theme</vt:lpstr>
      <vt:lpstr>Gathering Feedback to inform future development</vt:lpstr>
      <vt:lpstr>Set Task Brief</vt:lpstr>
      <vt:lpstr>Activities</vt:lpstr>
      <vt:lpstr>Task 3a – Gathering Feedback to Inform Future Development</vt:lpstr>
      <vt:lpstr>PowerPoint Presentation</vt:lpstr>
      <vt:lpstr>What do you need to do?</vt:lpstr>
      <vt:lpstr>What do I suggest?</vt:lpstr>
      <vt:lpstr>Paired Coding Reviews</vt:lpstr>
      <vt:lpstr>Questionnaires </vt:lpstr>
      <vt:lpstr>Observations (Scenario Based)</vt:lpstr>
      <vt:lpstr>Holiday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133</cp:revision>
  <dcterms:created xsi:type="dcterms:W3CDTF">2023-03-30T12:04:55Z</dcterms:created>
  <dcterms:modified xsi:type="dcterms:W3CDTF">2023-03-30T12:26:43Z</dcterms:modified>
</cp:coreProperties>
</file>